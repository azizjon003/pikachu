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autoCompressPictures="0">
  <p:sldMasterIdLst>
    <p:sldMasterId id="2147483684" r:id="rId4"/>
  </p:sldMasterIdLst>
  <p:notesMasterIdLst>
    <p:notesMasterId r:id="rId18"/>
  </p:notesMasterIdLst>
  <p:handoutMasterIdLst>
    <p:handoutMasterId r:id="rId19"/>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1449"/>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653" autoAdjust="0"/>
    <p:restoredTop sz="93725" autoAdjust="0"/>
  </p:normalViewPr>
  <p:slideViewPr>
    <p:cSldViewPr snapToGrid="0">
      <p:cViewPr varScale="1">
        <p:scale>
          <a:sx n="71" d="100"/>
          <a:sy n="71" d="100"/>
        </p:scale>
        <p:origin x="76" y="6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48" d="100"/>
          <a:sy n="48" d="100"/>
        </p:scale>
        <p:origin x="1836"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A47A63F-9D06-479D-A04D-717692D4326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51F70DC-6EDE-457C-B55A-39AC7DE41A3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87C06C4-C5A6-48FB-97F5-B20A44F857E9}" type="datetimeFigureOut">
              <a:rPr lang="en-US" smtClean="0"/>
              <a:t>9/27/2025</a:t>
            </a:fld>
            <a:endParaRPr lang="en-US"/>
          </a:p>
        </p:txBody>
      </p:sp>
      <p:sp>
        <p:nvSpPr>
          <p:cNvPr id="4" name="Footer Placeholder 3">
            <a:extLst>
              <a:ext uri="{FF2B5EF4-FFF2-40B4-BE49-F238E27FC236}">
                <a16:creationId xmlns:a16="http://schemas.microsoft.com/office/drawing/2014/main" id="{146987CF-42F5-4BB0-AD0D-1D64C359446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2368FB4-296C-4F8C-BFA3-D7C3AD617B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F555657-0A12-495F-9FFA-D8F7554E7C39}" type="slidenum">
              <a:rPr lang="en-US" smtClean="0"/>
              <a:t>‹#›</a:t>
            </a:fld>
            <a:endParaRPr lang="en-US"/>
          </a:p>
        </p:txBody>
      </p:sp>
    </p:spTree>
    <p:extLst>
      <p:ext uri="{BB962C8B-B14F-4D97-AF65-F5344CB8AC3E}">
        <p14:creationId xmlns:p14="http://schemas.microsoft.com/office/powerpoint/2010/main" val="17664322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F2B2CC-0155-4E5E-A890-531D58ADF5B2}" type="datetimeFigureOut">
              <a:rPr lang="en-US" smtClean="0"/>
              <a:t>9/27/2025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780FBB-F712-42E7-8C2F-226D98798B3F}" type="slidenum">
              <a:rPr lang="en-US" smtClean="0"/>
              <a:t>‹#›</a:t>
            </a:fld>
            <a:endParaRPr lang="en-US"/>
          </a:p>
        </p:txBody>
      </p:sp>
    </p:spTree>
    <p:extLst>
      <p:ext uri="{BB962C8B-B14F-4D97-AF65-F5344CB8AC3E}">
        <p14:creationId xmlns:p14="http://schemas.microsoft.com/office/powerpoint/2010/main" val="2567153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3FB0C32-F044-4939-92E4-8BA39B7A391A}"/>
              </a:ext>
              <a:ext uri="{C183D7F6-B498-43B3-948B-1728B52AA6E4}">
                <adec:decorative xmlns:adec="http://schemas.microsoft.com/office/drawing/2017/decorative" val="1"/>
              </a:ext>
            </a:extLst>
          </p:cNvPr>
          <p:cNvSpPr/>
          <p:nvPr userDrawn="1"/>
        </p:nvSpPr>
        <p:spPr>
          <a:xfrm>
            <a:off x="3050" y="-66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584BE8A-3E34-4967-9E7C-13EC8F6A990A}"/>
              </a:ext>
              <a:ext uri="{C183D7F6-B498-43B3-948B-1728B52AA6E4}">
                <adec:decorative xmlns:adec="http://schemas.microsoft.com/office/drawing/2017/decorative" val="1"/>
              </a:ext>
            </a:extLst>
          </p:cNvPr>
          <p:cNvSpPr/>
          <p:nvPr userDrawn="1"/>
        </p:nvSpPr>
        <p:spPr>
          <a:xfrm>
            <a:off x="3050" y="-663"/>
            <a:ext cx="12188952" cy="6858000"/>
          </a:xfrm>
          <a:prstGeom prst="rect">
            <a:avLst/>
          </a:prstGeom>
          <a:gradFill flip="none" rotWithShape="1">
            <a:gsLst>
              <a:gs pos="0">
                <a:schemeClr val="accent2">
                  <a:alpha val="60000"/>
                </a:schemeClr>
              </a:gs>
              <a:gs pos="100000">
                <a:schemeClr val="accent1">
                  <a:alpha val="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9BFF676-EC35-4FFD-8894-CA4F2830700A}"/>
              </a:ext>
              <a:ext uri="{C183D7F6-B498-43B3-948B-1728B52AA6E4}">
                <adec:decorative xmlns:adec="http://schemas.microsoft.com/office/drawing/2017/decorative" val="1"/>
              </a:ext>
            </a:extLst>
          </p:cNvPr>
          <p:cNvSpPr/>
          <p:nvPr userDrawn="1"/>
        </p:nvSpPr>
        <p:spPr>
          <a:xfrm>
            <a:off x="3050" y="0"/>
            <a:ext cx="12188952" cy="6858000"/>
          </a:xfrm>
          <a:prstGeom prst="rect">
            <a:avLst/>
          </a:prstGeom>
          <a:solidFill>
            <a:schemeClr val="bg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Oval 13">
            <a:extLst>
              <a:ext uri="{FF2B5EF4-FFF2-40B4-BE49-F238E27FC236}">
                <a16:creationId xmlns:a16="http://schemas.microsoft.com/office/drawing/2014/main" id="{32DA1557-E095-4C82-B659-3AF550080BB1}"/>
              </a:ext>
              <a:ext uri="{C183D7F6-B498-43B3-948B-1728B52AA6E4}">
                <adec:decorative xmlns:adec="http://schemas.microsoft.com/office/drawing/2017/decorative" val="1"/>
              </a:ext>
            </a:extLst>
          </p:cNvPr>
          <p:cNvSpPr/>
          <p:nvPr userDrawn="1"/>
        </p:nvSpPr>
        <p:spPr>
          <a:xfrm rot="16200000">
            <a:off x="2746250" y="-663"/>
            <a:ext cx="6857999" cy="6857998"/>
          </a:xfrm>
          <a:prstGeom prst="ellipse">
            <a:avLst/>
          </a:prstGeom>
          <a:gradFill>
            <a:gsLst>
              <a:gs pos="0">
                <a:schemeClr val="accent1">
                  <a:lumMod val="20000"/>
                  <a:lumOff val="80000"/>
                  <a:alpha val="40000"/>
                </a:schemeClr>
              </a:gs>
              <a:gs pos="100000">
                <a:schemeClr val="accent1">
                  <a:alpha val="40000"/>
                </a:schemeClr>
              </a:gs>
            </a:gsLst>
            <a:lin ang="2700000" scaled="1"/>
          </a:gradFill>
          <a:ln>
            <a:noFill/>
          </a:ln>
          <a:effectLst>
            <a:softEdge rad="520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Oval 14">
            <a:extLst>
              <a:ext uri="{FF2B5EF4-FFF2-40B4-BE49-F238E27FC236}">
                <a16:creationId xmlns:a16="http://schemas.microsoft.com/office/drawing/2014/main" id="{9F34E5EF-94D7-4AE0-BDD1-81A3ECDE614C}"/>
              </a:ext>
              <a:ext uri="{C183D7F6-B498-43B3-948B-1728B52AA6E4}">
                <adec:decorative xmlns:adec="http://schemas.microsoft.com/office/drawing/2017/decorative" val="1"/>
              </a:ext>
            </a:extLst>
          </p:cNvPr>
          <p:cNvSpPr/>
          <p:nvPr userDrawn="1"/>
        </p:nvSpPr>
        <p:spPr>
          <a:xfrm rot="16200000">
            <a:off x="77040" y="1193411"/>
            <a:ext cx="5589934" cy="5737916"/>
          </a:xfrm>
          <a:prstGeom prst="ellipse">
            <a:avLst/>
          </a:prstGeom>
          <a:gradFill>
            <a:gsLst>
              <a:gs pos="0">
                <a:schemeClr val="accent1">
                  <a:alpha val="40000"/>
                </a:schemeClr>
              </a:gs>
              <a:gs pos="100000">
                <a:schemeClr val="accent5">
                  <a:alpha val="20000"/>
                </a:schemeClr>
              </a:gs>
            </a:gsLst>
            <a:lin ang="2700000" scaled="1"/>
          </a:gradFill>
          <a:ln>
            <a:noFill/>
          </a:ln>
          <a:effectLst>
            <a:softEdge rad="952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Oval 15">
            <a:extLst>
              <a:ext uri="{FF2B5EF4-FFF2-40B4-BE49-F238E27FC236}">
                <a16:creationId xmlns:a16="http://schemas.microsoft.com/office/drawing/2014/main" id="{D829E57E-3199-4AAA-B2D5-F93264FDA0B5}"/>
              </a:ext>
              <a:ext uri="{C183D7F6-B498-43B3-948B-1728B52AA6E4}">
                <adec:decorative xmlns:adec="http://schemas.microsoft.com/office/drawing/2017/decorative" val="1"/>
              </a:ext>
            </a:extLst>
          </p:cNvPr>
          <p:cNvSpPr/>
          <p:nvPr userDrawn="1"/>
        </p:nvSpPr>
        <p:spPr>
          <a:xfrm rot="16200000">
            <a:off x="6442672" y="193606"/>
            <a:ext cx="5760743" cy="5737917"/>
          </a:xfrm>
          <a:prstGeom prst="ellipse">
            <a:avLst/>
          </a:prstGeom>
          <a:gradFill>
            <a:gsLst>
              <a:gs pos="0">
                <a:schemeClr val="accent1">
                  <a:alpha val="20000"/>
                </a:schemeClr>
              </a:gs>
              <a:gs pos="100000">
                <a:schemeClr val="accent5">
                  <a:alpha val="40000"/>
                </a:schemeClr>
              </a:gs>
            </a:gsLst>
            <a:lin ang="2700000" scaled="1"/>
          </a:gradFill>
          <a:ln>
            <a:noFill/>
          </a:ln>
          <a:effectLst>
            <a:softEdge rad="10033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Picture 16" descr="Tag=CustomerPhoto&#10;Crop=1&#10;Align=N/A">
            <a:extLst>
              <a:ext uri="{FF2B5EF4-FFF2-40B4-BE49-F238E27FC236}">
                <a16:creationId xmlns:a16="http://schemas.microsoft.com/office/drawing/2014/main" id="{8A791822-0971-4E61-A5E4-9AAD258F58E3}"/>
              </a:ext>
            </a:extLst>
          </p:cNvPr>
          <p:cNvPicPr>
            <a:picLocks/>
          </p:cNvPicPr>
          <p:nvPr userDrawn="1"/>
        </p:nvPicPr>
        <p:blipFill>
          <a:blip r:embed="rId2">
            <a:alphaModFix amt="20000"/>
            <a:extLst>
              <a:ext uri="{28A0092B-C50C-407E-A947-70E740481C1C}">
                <a14:useLocalDpi xmlns:a14="http://schemas.microsoft.com/office/drawing/2010/main" val="0"/>
              </a:ext>
            </a:extLst>
          </a:blip>
          <a:stretch>
            <a:fillRect/>
          </a:stretch>
        </p:blipFill>
        <p:spPr>
          <a:xfrm>
            <a:off x="3048" y="-663"/>
            <a:ext cx="12188952" cy="6858000"/>
          </a:xfrm>
          <a:prstGeom prst="rect">
            <a:avLst/>
          </a:prstGeom>
        </p:spPr>
      </p:pic>
      <p:sp>
        <p:nvSpPr>
          <p:cNvPr id="18" name="Title 1">
            <a:extLst>
              <a:ext uri="{FF2B5EF4-FFF2-40B4-BE49-F238E27FC236}">
                <a16:creationId xmlns:a16="http://schemas.microsoft.com/office/drawing/2014/main" id="{B86D7D99-F789-4EDA-861D-B6B994F05F1D}"/>
              </a:ext>
            </a:extLst>
          </p:cNvPr>
          <p:cNvSpPr>
            <a:spLocks noGrp="1"/>
          </p:cNvSpPr>
          <p:nvPr>
            <p:ph type="ctrTitle"/>
          </p:nvPr>
        </p:nvSpPr>
        <p:spPr>
          <a:xfrm>
            <a:off x="1527050" y="1121700"/>
            <a:ext cx="9144000" cy="2387600"/>
          </a:xfrm>
        </p:spPr>
        <p:txBody>
          <a:bodyPr/>
          <a:lstStyle>
            <a:lvl1pPr algn="ctr">
              <a:defRPr>
                <a:solidFill>
                  <a:schemeClr val="bg1"/>
                </a:solidFill>
              </a:defRPr>
            </a:lvl1pPr>
          </a:lstStyle>
          <a:p>
            <a:endParaRPr lang="en-US" dirty="0">
              <a:solidFill>
                <a:srgbClr val="FFFFFF"/>
              </a:solidFill>
              <a:effectLst>
                <a:outerShdw blurRad="38100" dist="38100" dir="2700000" algn="tl">
                  <a:srgbClr val="000000">
                    <a:alpha val="43137"/>
                  </a:srgbClr>
                </a:outerShdw>
              </a:effectLst>
              <a:ea typeface="Cambria" panose="02040503050406030204" pitchFamily="18" charset="0"/>
              <a:cs typeface="Sabon Next LT" panose="020B0502040204020203" pitchFamily="2" charset="0"/>
            </a:endParaRPr>
          </a:p>
        </p:txBody>
      </p:sp>
      <p:sp>
        <p:nvSpPr>
          <p:cNvPr id="21" name="Subtitle 2">
            <a:extLst>
              <a:ext uri="{FF2B5EF4-FFF2-40B4-BE49-F238E27FC236}">
                <a16:creationId xmlns:a16="http://schemas.microsoft.com/office/drawing/2014/main" id="{120FDB35-BD6F-4D03-964F-1290C12384B6}"/>
              </a:ext>
            </a:extLst>
          </p:cNvPr>
          <p:cNvSpPr>
            <a:spLocks noGrp="1"/>
          </p:cNvSpPr>
          <p:nvPr>
            <p:ph type="subTitle" idx="1"/>
          </p:nvPr>
        </p:nvSpPr>
        <p:spPr>
          <a:xfrm>
            <a:off x="1524000" y="3599787"/>
            <a:ext cx="9144000" cy="2451100"/>
          </a:xfrm>
          <a:effectLst>
            <a:reflection endPos="65000" dist="50800" dir="5400000" sy="-100000" algn="bl" rotWithShape="0"/>
          </a:effectLst>
        </p:spPr>
        <p:txBody>
          <a:bodyPr>
            <a:normAutofit/>
          </a:bodyPr>
          <a:lstStyle>
            <a:lvl1pPr marL="0" indent="0" algn="ctr">
              <a:buNone/>
              <a:defRPr lang="en-US" sz="2800" dirty="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dirty="0"/>
          </a:p>
        </p:txBody>
      </p:sp>
    </p:spTree>
    <p:extLst>
      <p:ext uri="{BB962C8B-B14F-4D97-AF65-F5344CB8AC3E}">
        <p14:creationId xmlns:p14="http://schemas.microsoft.com/office/powerpoint/2010/main" val="1155544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able Chart 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991-AEF1-4F19-AAB8-436EAD58C282}"/>
              </a:ext>
            </a:extLst>
          </p:cNvPr>
          <p:cNvSpPr>
            <a:spLocks noGrp="1"/>
          </p:cNvSpPr>
          <p:nvPr>
            <p:ph type="title"/>
          </p:nvPr>
        </p:nvSpPr>
        <p:spPr/>
        <p:txBody>
          <a:bodyPr anchor="b"/>
          <a:lstStyle>
            <a:lvl1pPr>
              <a:defRPr/>
            </a:lvl1pPr>
          </a:lstStyle>
          <a:p>
            <a:endParaRPr lang="en-US" dirty="0"/>
          </a:p>
        </p:txBody>
      </p:sp>
      <p:sp>
        <p:nvSpPr>
          <p:cNvPr id="3" name="Content Placeholder 2">
            <a:extLst>
              <a:ext uri="{FF2B5EF4-FFF2-40B4-BE49-F238E27FC236}">
                <a16:creationId xmlns:a16="http://schemas.microsoft.com/office/drawing/2014/main" id="{0D25B44F-E7DA-40C6-8B44-71EAB6BDFC98}"/>
              </a:ext>
            </a:extLst>
          </p:cNvPr>
          <p:cNvSpPr>
            <a:spLocks noGrp="1"/>
          </p:cNvSpPr>
          <p:nvPr>
            <p:ph idx="1"/>
          </p:nvPr>
        </p:nvSpPr>
        <p:spPr>
          <a:xfrm>
            <a:off x="838200" y="2006600"/>
            <a:ext cx="10515600" cy="4170363"/>
          </a:xfrm>
        </p:spPr>
        <p:txBody>
          <a:bodyPr/>
          <a:lstStyle>
            <a:lvl1pPr marL="228600" indent="0">
              <a:buFont typeface="Wingdings" panose="05000000000000000000" pitchFamily="2" charset="2"/>
              <a:buNone/>
              <a:defRPr sz="2300"/>
            </a:lvl1pPr>
            <a:lvl2pPr marL="685800" indent="-228600">
              <a:buFont typeface="Wingdings" panose="05000000000000000000" pitchFamily="2" charset="2"/>
              <a:buChar char="§"/>
              <a:defRPr/>
            </a:lvl2pPr>
            <a:lvl3pPr>
              <a:buFont typeface="Wingdings" panose="05000000000000000000" pitchFamily="2" charset="2"/>
              <a:buChar char="§"/>
              <a:defRPr/>
            </a:lvl3pPr>
            <a:lvl4pPr marL="1600200" indent="-228600">
              <a:buFont typeface="Wingdings" panose="05000000000000000000" pitchFamily="2" charset="2"/>
              <a:buChar char="§"/>
              <a:defRPr/>
            </a:lvl4pPr>
            <a:lvl5pPr>
              <a:buFont typeface="Wingdings" panose="05000000000000000000" pitchFamily="2" charset="2"/>
              <a:buChar char="§"/>
              <a:defRPr/>
            </a:lvl5pPr>
          </a:lstStyle>
          <a:p>
            <a:pPr lvl="0"/>
            <a:endParaRPr lang="en-US" dirty="0"/>
          </a:p>
        </p:txBody>
      </p:sp>
      <p:sp>
        <p:nvSpPr>
          <p:cNvPr id="4" name="Date Placeholder 3">
            <a:extLst>
              <a:ext uri="{FF2B5EF4-FFF2-40B4-BE49-F238E27FC236}">
                <a16:creationId xmlns:a16="http://schemas.microsoft.com/office/drawing/2014/main" id="{A1F71817-A045-48C0-975B-CBEF88E9561E}"/>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B61C39F0-32D4-407C-8BCA-97F2D9E500C9}"/>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9CF4459-37B2-4F87-B508-DB04D4332067}"/>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0268596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BBD03-9D57-48E9-8B43-688B72997276}"/>
              </a:ext>
            </a:extLst>
          </p:cNvPr>
          <p:cNvSpPr>
            <a:spLocks noGrp="1"/>
          </p:cNvSpPr>
          <p:nvPr>
            <p:ph type="title"/>
          </p:nvPr>
        </p:nvSpPr>
        <p:spPr>
          <a:xfrm>
            <a:off x="831850" y="1709738"/>
            <a:ext cx="10515600" cy="2852737"/>
          </a:xfrm>
        </p:spPr>
        <p:txBody>
          <a:bodyPr anchor="ctr"/>
          <a:lstStyle>
            <a:lvl1pPr algn="ctr">
              <a:defRPr sz="5400"/>
            </a:lvl1pPr>
          </a:lstStyle>
          <a:p>
            <a:endParaRPr lang="en-US" dirty="0"/>
          </a:p>
        </p:txBody>
      </p:sp>
      <p:sp>
        <p:nvSpPr>
          <p:cNvPr id="3" name="Text Placeholder 2">
            <a:extLst>
              <a:ext uri="{FF2B5EF4-FFF2-40B4-BE49-F238E27FC236}">
                <a16:creationId xmlns:a16="http://schemas.microsoft.com/office/drawing/2014/main" id="{783F376C-8A2F-4BE5-9669-4A6DA21B771A}"/>
              </a:ext>
            </a:extLst>
          </p:cNvPr>
          <p:cNvSpPr>
            <a:spLocks noGrp="1"/>
          </p:cNvSpPr>
          <p:nvPr>
            <p:ph type="body" idx="1"/>
          </p:nvPr>
        </p:nvSpPr>
        <p:spPr>
          <a:xfrm>
            <a:off x="831850" y="4589463"/>
            <a:ext cx="10515600"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endParaRPr lang="en-US" dirty="0"/>
          </a:p>
        </p:txBody>
      </p:sp>
      <p:sp>
        <p:nvSpPr>
          <p:cNvPr id="4" name="Date Placeholder 3">
            <a:extLst>
              <a:ext uri="{FF2B5EF4-FFF2-40B4-BE49-F238E27FC236}">
                <a16:creationId xmlns:a16="http://schemas.microsoft.com/office/drawing/2014/main" id="{52654893-212E-4450-8F7A-27256B31F9FB}"/>
              </a:ext>
            </a:extLst>
          </p:cNvPr>
          <p:cNvSpPr>
            <a:spLocks noGrp="1"/>
          </p:cNvSpPr>
          <p:nvPr>
            <p:ph type="dt" sz="half" idx="10"/>
          </p:nvPr>
        </p:nvSpPr>
        <p:spPr/>
        <p:txBody>
          <a:bodyPr/>
          <a:lstStyle/>
          <a:p>
            <a:r>
              <a:rPr lang="en-US"/>
              <a:t>20xx</a:t>
            </a:r>
          </a:p>
        </p:txBody>
      </p:sp>
      <p:sp>
        <p:nvSpPr>
          <p:cNvPr id="5" name="Footer Placeholder 4">
            <a:extLst>
              <a:ext uri="{FF2B5EF4-FFF2-40B4-BE49-F238E27FC236}">
                <a16:creationId xmlns:a16="http://schemas.microsoft.com/office/drawing/2014/main" id="{600E881A-3958-44A9-9EDB-D86F4E4144C0}"/>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CFEDBC4F-D9B8-4BFA-BE4F-D4B9B739D1BA}"/>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0901295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C8777-C460-4649-8822-CA943386D06D}"/>
              </a:ext>
            </a:extLst>
          </p:cNvPr>
          <p:cNvSpPr>
            <a:spLocks noGrp="1"/>
          </p:cNvSpPr>
          <p:nvPr>
            <p:ph type="title"/>
          </p:nvPr>
        </p:nvSpPr>
        <p:spPr/>
        <p:txBody>
          <a:bodyPr/>
          <a:lstStyle>
            <a:lvl1pPr>
              <a:defRPr sz="4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FDF69E6-1094-437B-AA7E-0E21B7136CCA}"/>
              </a:ext>
            </a:extLst>
          </p:cNvPr>
          <p:cNvSpPr>
            <a:spLocks noGrp="1"/>
          </p:cNvSpPr>
          <p:nvPr>
            <p:ph sz="half" idx="1"/>
          </p:nvPr>
        </p:nvSpPr>
        <p:spPr>
          <a:xfrm>
            <a:off x="838200" y="2057399"/>
            <a:ext cx="5181600" cy="4119563"/>
          </a:xfrm>
        </p:spPr>
        <p:txBody>
          <a:bodyPr/>
          <a:lstStyle/>
          <a:p>
            <a:pPr lvl="0"/>
            <a:endParaRPr lang="en-US" dirty="0"/>
          </a:p>
        </p:txBody>
      </p:sp>
      <p:sp>
        <p:nvSpPr>
          <p:cNvPr id="4" name="Content Placeholder 3">
            <a:extLst>
              <a:ext uri="{FF2B5EF4-FFF2-40B4-BE49-F238E27FC236}">
                <a16:creationId xmlns:a16="http://schemas.microsoft.com/office/drawing/2014/main" id="{C20BC963-4591-4BE3-AE63-4999A13C5054}"/>
              </a:ext>
            </a:extLst>
          </p:cNvPr>
          <p:cNvSpPr>
            <a:spLocks noGrp="1"/>
          </p:cNvSpPr>
          <p:nvPr>
            <p:ph sz="half" idx="2"/>
          </p:nvPr>
        </p:nvSpPr>
        <p:spPr>
          <a:xfrm>
            <a:off x="6172200" y="2057399"/>
            <a:ext cx="5181600" cy="4119563"/>
          </a:xfrm>
        </p:spPr>
        <p:txBody>
          <a:bodyPr/>
          <a:lstStyle/>
          <a:p>
            <a:pPr lvl="0"/>
            <a:endParaRPr lang="en-US" dirty="0"/>
          </a:p>
        </p:txBody>
      </p:sp>
      <p:sp>
        <p:nvSpPr>
          <p:cNvPr id="5" name="Date Placeholder 4">
            <a:extLst>
              <a:ext uri="{FF2B5EF4-FFF2-40B4-BE49-F238E27FC236}">
                <a16:creationId xmlns:a16="http://schemas.microsoft.com/office/drawing/2014/main" id="{C504D5BB-DB84-4266-9B4F-E65CCFE5B310}"/>
              </a:ext>
            </a:extLst>
          </p:cNvPr>
          <p:cNvSpPr>
            <a:spLocks noGrp="1"/>
          </p:cNvSpPr>
          <p:nvPr>
            <p:ph type="dt" sz="half" idx="10"/>
          </p:nvPr>
        </p:nvSpPr>
        <p:spPr/>
        <p:txBody>
          <a:bodyPr/>
          <a:lstStyle/>
          <a:p>
            <a:r>
              <a:rPr lang="en-US"/>
              <a:t>20xx</a:t>
            </a:r>
          </a:p>
        </p:txBody>
      </p:sp>
      <p:sp>
        <p:nvSpPr>
          <p:cNvPr id="6" name="Footer Placeholder 5">
            <a:extLst>
              <a:ext uri="{FF2B5EF4-FFF2-40B4-BE49-F238E27FC236}">
                <a16:creationId xmlns:a16="http://schemas.microsoft.com/office/drawing/2014/main" id="{891A99B5-D493-4AB1-AF24-6660540D56A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FE178D0-5F1E-43FA-B447-53501EDD17C0}"/>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406973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comparison slide)">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2560320"/>
            <a:ext cx="5157787" cy="3446463"/>
          </a:xfrm>
          <a:solidFill>
            <a:schemeClr val="bg1"/>
          </a:solidFill>
        </p:spPr>
        <p:txBody>
          <a:bodyPr>
            <a:normAutofit/>
          </a:bodyPr>
          <a:lstStyle>
            <a:lvl1pPr>
              <a:buClr>
                <a:schemeClr val="tx2">
                  <a:lumMod val="50000"/>
                  <a:lumOff val="50000"/>
                </a:schemeClr>
              </a:buClr>
              <a:defRPr sz="1800"/>
            </a:lvl1pPr>
            <a:lvl2pPr>
              <a:buClr>
                <a:schemeClr val="tx2">
                  <a:lumMod val="50000"/>
                  <a:lumOff val="50000"/>
                </a:schemeClr>
              </a:buClr>
              <a:defRPr sz="1800"/>
            </a:lvl2pPr>
            <a:lvl3pPr>
              <a:buClr>
                <a:schemeClr val="tx2">
                  <a:lumMod val="50000"/>
                  <a:lumOff val="50000"/>
                </a:schemeClr>
              </a:buClr>
              <a:defRPr sz="1800"/>
            </a:lvl3pPr>
            <a:lvl4pPr>
              <a:buClr>
                <a:schemeClr val="tx2">
                  <a:lumMod val="50000"/>
                  <a:lumOff val="50000"/>
                </a:schemeClr>
              </a:buClr>
              <a:defRPr sz="1800"/>
            </a:lvl4pPr>
            <a:lvl5pPr>
              <a:buClr>
                <a:schemeClr val="tx2">
                  <a:lumMod val="50000"/>
                  <a:lumOff val="50000"/>
                </a:schemeClr>
              </a:buCl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6172200" y="2560320"/>
            <a:ext cx="5183188" cy="3446463"/>
          </a:xfrm>
        </p:spPr>
        <p:txBody>
          <a:bodyPr>
            <a:normAutofit/>
          </a:bodyPr>
          <a:lstStyle>
            <a:lvl1pPr>
              <a:buClr>
                <a:schemeClr val="tx2">
                  <a:lumMod val="50000"/>
                  <a:lumOff val="50000"/>
                </a:schemeClr>
              </a:buClr>
              <a:defRPr sz="1800"/>
            </a:lvl1pPr>
            <a:lvl2pPr>
              <a:buClr>
                <a:schemeClr val="tx2">
                  <a:lumMod val="50000"/>
                  <a:lumOff val="50000"/>
                </a:schemeClr>
              </a:buClr>
              <a:defRPr sz="1800"/>
            </a:lvl2pPr>
            <a:lvl3pPr>
              <a:buClr>
                <a:schemeClr val="tx2">
                  <a:lumMod val="50000"/>
                  <a:lumOff val="50000"/>
                </a:schemeClr>
              </a:buClr>
              <a:defRPr sz="1800"/>
            </a:lvl3pPr>
            <a:lvl4pPr>
              <a:buClr>
                <a:schemeClr val="tx2">
                  <a:lumMod val="50000"/>
                  <a:lumOff val="50000"/>
                </a:schemeClr>
              </a:buClr>
              <a:defRPr sz="1800"/>
            </a:lvl4pPr>
            <a:lvl5pPr>
              <a:buClr>
                <a:schemeClr val="tx2">
                  <a:lumMod val="50000"/>
                  <a:lumOff val="50000"/>
                </a:schemeClr>
              </a:buCl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r>
              <a:rPr lang="en-US"/>
              <a:t>20xx</a:t>
            </a:r>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28844951-7827-47D4-8276-7DDE1FA7D85A}" type="slidenum">
              <a:rPr lang="en-US" smtClean="0"/>
              <a:t>‹#›</a:t>
            </a:fld>
            <a:endParaRPr lang="en-US"/>
          </a:p>
        </p:txBody>
      </p:sp>
      <p:sp>
        <p:nvSpPr>
          <p:cNvPr id="10" name="Title 9">
            <a:extLst>
              <a:ext uri="{FF2B5EF4-FFF2-40B4-BE49-F238E27FC236}">
                <a16:creationId xmlns:a16="http://schemas.microsoft.com/office/drawing/2014/main" id="{351C83D0-CBAB-4E41-89AB-89FF36D38A0A}"/>
              </a:ext>
            </a:extLst>
          </p:cNvPr>
          <p:cNvSpPr>
            <a:spLocks noGrp="1"/>
          </p:cNvSpPr>
          <p:nvPr>
            <p:ph type="title"/>
          </p:nvPr>
        </p:nvSpPr>
        <p:spPr/>
        <p:txBody>
          <a:bodyPr/>
          <a:lstStyle/>
          <a:p>
            <a:r>
              <a:rPr lang="en-US"/>
              <a:t>Click to edit Master title style</a:t>
            </a:r>
          </a:p>
        </p:txBody>
      </p:sp>
      <p:sp>
        <p:nvSpPr>
          <p:cNvPr id="11" name="Text Placeholder 2">
            <a:extLst>
              <a:ext uri="{FF2B5EF4-FFF2-40B4-BE49-F238E27FC236}">
                <a16:creationId xmlns:a16="http://schemas.microsoft.com/office/drawing/2014/main" id="{9C302BB0-D231-4195-8083-264C01DF99B8}"/>
              </a:ext>
            </a:extLst>
          </p:cNvPr>
          <p:cNvSpPr>
            <a:spLocks noGrp="1"/>
          </p:cNvSpPr>
          <p:nvPr>
            <p:ph type="body" idx="1"/>
          </p:nvPr>
        </p:nvSpPr>
        <p:spPr>
          <a:xfrm>
            <a:off x="839787" y="2011680"/>
            <a:ext cx="5157787" cy="530352"/>
          </a:xfrm>
        </p:spPr>
        <p:txBody>
          <a:bodyPr anchor="t" anchorCtr="0">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3" name="Text Placeholder 4">
            <a:extLst>
              <a:ext uri="{FF2B5EF4-FFF2-40B4-BE49-F238E27FC236}">
                <a16:creationId xmlns:a16="http://schemas.microsoft.com/office/drawing/2014/main" id="{5B2A70FA-99E0-466C-AC57-33C48353BBDB}"/>
              </a:ext>
            </a:extLst>
          </p:cNvPr>
          <p:cNvSpPr>
            <a:spLocks noGrp="1"/>
          </p:cNvSpPr>
          <p:nvPr>
            <p:ph type="body" sz="quarter" idx="13"/>
          </p:nvPr>
        </p:nvSpPr>
        <p:spPr>
          <a:xfrm>
            <a:off x="6169027" y="2011680"/>
            <a:ext cx="5183187" cy="530352"/>
          </a:xfrm>
        </p:spPr>
        <p:txBody>
          <a:bodyPr anchor="t" anchorCtr="0">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Tree>
    <p:extLst>
      <p:ext uri="{BB962C8B-B14F-4D97-AF65-F5344CB8AC3E}">
        <p14:creationId xmlns:p14="http://schemas.microsoft.com/office/powerpoint/2010/main" val="945747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r>
              <a:rPr lang="en-US"/>
              <a:t>20xx</a:t>
            </a:r>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076813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r>
              <a:rPr lang="en-US"/>
              <a:t>20xx</a:t>
            </a:r>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352095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0DAA-DDE3-4C9C-8171-385A3DAC81CF}"/>
              </a:ext>
            </a:extLst>
          </p:cNvPr>
          <p:cNvSpPr>
            <a:spLocks noGrp="1"/>
          </p:cNvSpPr>
          <p:nvPr>
            <p:ph type="title"/>
          </p:nvPr>
        </p:nvSpPr>
        <p:spPr>
          <a:xfrm>
            <a:off x="839788" y="685800"/>
            <a:ext cx="3932237" cy="1371600"/>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AF73DB2-BD72-4F5E-9CA2-197343A0908A}"/>
              </a:ext>
            </a:extLst>
          </p:cNvPr>
          <p:cNvSpPr>
            <a:spLocks noGrp="1"/>
          </p:cNvSpPr>
          <p:nvPr>
            <p:ph idx="1"/>
          </p:nvPr>
        </p:nvSpPr>
        <p:spPr>
          <a:xfrm>
            <a:off x="5183188" y="685801"/>
            <a:ext cx="6172200" cy="51752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endParaRPr lang="en-US" dirty="0"/>
          </a:p>
        </p:txBody>
      </p:sp>
      <p:sp>
        <p:nvSpPr>
          <p:cNvPr id="4" name="Text Placeholder 3">
            <a:extLst>
              <a:ext uri="{FF2B5EF4-FFF2-40B4-BE49-F238E27FC236}">
                <a16:creationId xmlns:a16="http://schemas.microsoft.com/office/drawing/2014/main" id="{71F01536-2B0A-42A2-827E-2EB2C324A5FE}"/>
              </a:ext>
            </a:extLst>
          </p:cNvPr>
          <p:cNvSpPr>
            <a:spLocks noGrp="1"/>
          </p:cNvSpPr>
          <p:nvPr>
            <p:ph type="body" sz="half" idx="2"/>
          </p:nvPr>
        </p:nvSpPr>
        <p:spPr>
          <a:xfrm>
            <a:off x="839788" y="2209800"/>
            <a:ext cx="3932237" cy="36591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22CD09-61EF-4733-831C-5B133DAE1F4C}"/>
              </a:ext>
            </a:extLst>
          </p:cNvPr>
          <p:cNvSpPr>
            <a:spLocks noGrp="1"/>
          </p:cNvSpPr>
          <p:nvPr>
            <p:ph type="dt" sz="half" idx="10"/>
          </p:nvPr>
        </p:nvSpPr>
        <p:spPr/>
        <p:txBody>
          <a:bodyPr/>
          <a:lstStyle/>
          <a:p>
            <a:r>
              <a:rPr lang="en-US"/>
              <a:t>20xx</a:t>
            </a:r>
          </a:p>
        </p:txBody>
      </p:sp>
      <p:sp>
        <p:nvSpPr>
          <p:cNvPr id="6" name="Footer Placeholder 5">
            <a:extLst>
              <a:ext uri="{FF2B5EF4-FFF2-40B4-BE49-F238E27FC236}">
                <a16:creationId xmlns:a16="http://schemas.microsoft.com/office/drawing/2014/main" id="{5B109FCF-96E4-4EBF-AAFB-5E9AD22A68AE}"/>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79E381A6-E580-49A4-989C-EF4A54F83B45}"/>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677615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FA6E-F719-4613-8815-591471E722E5}"/>
              </a:ext>
            </a:extLst>
          </p:cNvPr>
          <p:cNvSpPr>
            <a:spLocks noGrp="1"/>
          </p:cNvSpPr>
          <p:nvPr>
            <p:ph type="title"/>
          </p:nvPr>
        </p:nvSpPr>
        <p:spPr>
          <a:xfrm>
            <a:off x="839788" y="685800"/>
            <a:ext cx="3932237" cy="1371600"/>
          </a:xfrm>
        </p:spPr>
        <p:txBody>
          <a:bodyPr anchor="b"/>
          <a:lstStyle>
            <a:lvl1pPr>
              <a:defRPr sz="3200"/>
            </a:lvl1pPr>
          </a:lstStyle>
          <a:p>
            <a:endParaRPr lang="en-US" dirty="0"/>
          </a:p>
        </p:txBody>
      </p:sp>
      <p:sp>
        <p:nvSpPr>
          <p:cNvPr id="3" name="Picture Placeholder 2">
            <a:extLst>
              <a:ext uri="{FF2B5EF4-FFF2-40B4-BE49-F238E27FC236}">
                <a16:creationId xmlns:a16="http://schemas.microsoft.com/office/drawing/2014/main" id="{654384F3-CDE0-4329-B76D-45AAC94B04A8}"/>
              </a:ext>
            </a:extLst>
          </p:cNvPr>
          <p:cNvSpPr>
            <a:spLocks noGrp="1"/>
          </p:cNvSpPr>
          <p:nvPr>
            <p:ph type="pic" idx="1"/>
          </p:nvPr>
        </p:nvSpPr>
        <p:spPr>
          <a:xfrm>
            <a:off x="5180012" y="1663700"/>
            <a:ext cx="6172200" cy="3530600"/>
          </a:xfrm>
          <a:prstGeom prst="roundRect">
            <a:avLst>
              <a:gd name="adj" fmla="val 6235"/>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79A9D7EB-40DA-460F-A48A-3E6D5E5612E7}"/>
              </a:ext>
            </a:extLst>
          </p:cNvPr>
          <p:cNvSpPr>
            <a:spLocks noGrp="1"/>
          </p:cNvSpPr>
          <p:nvPr>
            <p:ph type="body" sz="half" idx="2"/>
          </p:nvPr>
        </p:nvSpPr>
        <p:spPr>
          <a:xfrm>
            <a:off x="839788" y="2057400"/>
            <a:ext cx="3932237" cy="4013200"/>
          </a:xfrm>
        </p:spPr>
        <p:txBody>
          <a:bodyPr>
            <a:noAutofit/>
          </a:bodyPr>
          <a:lstStyle>
            <a:lvl1pPr marL="0" indent="0">
              <a:buNone/>
              <a:defRPr sz="17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endParaRPr lang="en-US" dirty="0"/>
          </a:p>
        </p:txBody>
      </p:sp>
      <p:sp>
        <p:nvSpPr>
          <p:cNvPr id="5" name="Date Placeholder 4">
            <a:extLst>
              <a:ext uri="{FF2B5EF4-FFF2-40B4-BE49-F238E27FC236}">
                <a16:creationId xmlns:a16="http://schemas.microsoft.com/office/drawing/2014/main" id="{1E56944C-E229-457E-868E-C48FF47DA37A}"/>
              </a:ext>
            </a:extLst>
          </p:cNvPr>
          <p:cNvSpPr>
            <a:spLocks noGrp="1"/>
          </p:cNvSpPr>
          <p:nvPr>
            <p:ph type="dt" sz="half" idx="10"/>
          </p:nvPr>
        </p:nvSpPr>
        <p:spPr/>
        <p:txBody>
          <a:bodyPr/>
          <a:lstStyle/>
          <a:p>
            <a:r>
              <a:rPr lang="en-US"/>
              <a:t>20xx</a:t>
            </a:r>
          </a:p>
        </p:txBody>
      </p:sp>
      <p:sp>
        <p:nvSpPr>
          <p:cNvPr id="6" name="Footer Placeholder 5">
            <a:extLst>
              <a:ext uri="{FF2B5EF4-FFF2-40B4-BE49-F238E27FC236}">
                <a16:creationId xmlns:a16="http://schemas.microsoft.com/office/drawing/2014/main" id="{CC7115FE-359F-46EA-A3C8-0D18544E34AD}"/>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B5165D17-3010-4FF5-9071-5CCD3E6995D6}"/>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5740854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3F98AFCE-98D2-46C5-82A8-E45659B1769D}"/>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ame 11">
            <a:extLst>
              <a:ext uri="{FF2B5EF4-FFF2-40B4-BE49-F238E27FC236}">
                <a16:creationId xmlns:a16="http://schemas.microsoft.com/office/drawing/2014/main" id="{F69999FB-8585-40F0-990C-6A0BAD1C8081}"/>
              </a:ext>
              <a:ext uri="{C183D7F6-B498-43B3-948B-1728B52AA6E4}">
                <adec:decorative xmlns:adec="http://schemas.microsoft.com/office/drawing/2017/decorative" val="1"/>
              </a:ext>
            </a:extLst>
          </p:cNvPr>
          <p:cNvSpPr/>
          <p:nvPr userDrawn="1"/>
        </p:nvSpPr>
        <p:spPr>
          <a:xfrm>
            <a:off x="0" y="0"/>
            <a:ext cx="12188952" cy="6858000"/>
          </a:xfrm>
          <a:prstGeom prst="frame">
            <a:avLst>
              <a:gd name="adj1" fmla="val 7164"/>
            </a:avLst>
          </a:prstGeom>
          <a:gradFill flip="none" rotWithShape="1">
            <a:gsLst>
              <a:gs pos="0">
                <a:schemeClr val="accent2">
                  <a:alpha val="40000"/>
                </a:schemeClr>
              </a:gs>
              <a:gs pos="100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2768738E-7449-46C1-B7D3-844FE2BA7D35}"/>
              </a:ext>
            </a:extLst>
          </p:cNvPr>
          <p:cNvSpPr>
            <a:spLocks noGrp="1"/>
          </p:cNvSpPr>
          <p:nvPr>
            <p:ph type="title"/>
          </p:nvPr>
        </p:nvSpPr>
        <p:spPr>
          <a:xfrm>
            <a:off x="838200" y="914399"/>
            <a:ext cx="5992550" cy="2827422"/>
          </a:xfrm>
        </p:spPr>
        <p:txBody>
          <a:bodyPr anchor="t">
            <a:normAutofit/>
          </a:bodyPr>
          <a:lstStyle/>
          <a:p>
            <a:endParaRPr lang="en-US" sz="4400" dirty="0">
              <a:gradFill flip="none" rotWithShape="1">
                <a:gsLst>
                  <a:gs pos="0">
                    <a:schemeClr val="accent5">
                      <a:alpha val="70000"/>
                    </a:schemeClr>
                  </a:gs>
                  <a:gs pos="100000">
                    <a:schemeClr val="accent1">
                      <a:alpha val="70000"/>
                    </a:schemeClr>
                  </a:gs>
                </a:gsLst>
                <a:lin ang="0" scaled="1"/>
                <a:tileRect/>
              </a:gradFill>
            </a:endParaRPr>
          </a:p>
        </p:txBody>
      </p:sp>
      <p:sp>
        <p:nvSpPr>
          <p:cNvPr id="7" name="Content Placeholder 2">
            <a:extLst>
              <a:ext uri="{FF2B5EF4-FFF2-40B4-BE49-F238E27FC236}">
                <a16:creationId xmlns:a16="http://schemas.microsoft.com/office/drawing/2014/main" id="{B0FF04F9-E792-4C19-9FD5-44800CEB2E89}"/>
              </a:ext>
            </a:extLst>
          </p:cNvPr>
          <p:cNvSpPr>
            <a:spLocks noGrp="1"/>
          </p:cNvSpPr>
          <p:nvPr>
            <p:ph idx="1"/>
          </p:nvPr>
        </p:nvSpPr>
        <p:spPr>
          <a:xfrm>
            <a:off x="6976085" y="914400"/>
            <a:ext cx="4377714" cy="2827422"/>
          </a:xfrm>
        </p:spPr>
        <p:txBody>
          <a:bodyPr anchor="t">
            <a:normAutofit/>
          </a:bodyPr>
          <a:lstStyle>
            <a:lvl1pPr marL="0" indent="0">
              <a:buNone/>
              <a:defRPr sz="2800"/>
            </a:lvl1pPr>
          </a:lstStyle>
          <a:p>
            <a:pPr marL="228600" indent="-228600"/>
            <a:endParaRPr lang="en-US" sz="1800" dirty="0">
              <a:solidFill>
                <a:schemeClr val="tx2">
                  <a:alpha val="60000"/>
                </a:schemeClr>
              </a:solidFill>
            </a:endParaRPr>
          </a:p>
        </p:txBody>
      </p:sp>
      <p:sp>
        <p:nvSpPr>
          <p:cNvPr id="14" name="Picture Placeholder 13">
            <a:extLst>
              <a:ext uri="{FF2B5EF4-FFF2-40B4-BE49-F238E27FC236}">
                <a16:creationId xmlns:a16="http://schemas.microsoft.com/office/drawing/2014/main" id="{5F2F9DF6-DFB9-44A8-B629-57F58893AD21}"/>
              </a:ext>
            </a:extLst>
          </p:cNvPr>
          <p:cNvSpPr>
            <a:spLocks noGrp="1"/>
          </p:cNvSpPr>
          <p:nvPr>
            <p:ph type="pic" sz="quarter" idx="13"/>
          </p:nvPr>
        </p:nvSpPr>
        <p:spPr>
          <a:xfrm>
            <a:off x="490538" y="4059936"/>
            <a:ext cx="2807208" cy="2322576"/>
          </a:xfrm>
          <a:solidFill>
            <a:schemeClr val="accent6"/>
          </a:solidFill>
        </p:spPr>
        <p:txBody>
          <a:bodyPr/>
          <a:lstStyle/>
          <a:p>
            <a:endParaRPr lang="en-US"/>
          </a:p>
        </p:txBody>
      </p:sp>
      <p:sp>
        <p:nvSpPr>
          <p:cNvPr id="15" name="Picture Placeholder 13">
            <a:extLst>
              <a:ext uri="{FF2B5EF4-FFF2-40B4-BE49-F238E27FC236}">
                <a16:creationId xmlns:a16="http://schemas.microsoft.com/office/drawing/2014/main" id="{927BC207-43FE-4B6A-AEBE-875B69CF9761}"/>
              </a:ext>
            </a:extLst>
          </p:cNvPr>
          <p:cNvSpPr>
            <a:spLocks noGrp="1"/>
          </p:cNvSpPr>
          <p:nvPr>
            <p:ph type="pic" sz="quarter" idx="14"/>
          </p:nvPr>
        </p:nvSpPr>
        <p:spPr>
          <a:xfrm>
            <a:off x="3291840" y="4059936"/>
            <a:ext cx="2807208" cy="2322576"/>
          </a:xfrm>
          <a:solidFill>
            <a:schemeClr val="accent6"/>
          </a:solidFill>
        </p:spPr>
        <p:txBody>
          <a:bodyPr/>
          <a:lstStyle/>
          <a:p>
            <a:endParaRPr lang="en-US"/>
          </a:p>
        </p:txBody>
      </p:sp>
      <p:sp>
        <p:nvSpPr>
          <p:cNvPr id="16" name="Picture Placeholder 13">
            <a:extLst>
              <a:ext uri="{FF2B5EF4-FFF2-40B4-BE49-F238E27FC236}">
                <a16:creationId xmlns:a16="http://schemas.microsoft.com/office/drawing/2014/main" id="{EBBF5499-9A70-4846-B98E-316EC17F9FCD}"/>
              </a:ext>
            </a:extLst>
          </p:cNvPr>
          <p:cNvSpPr>
            <a:spLocks noGrp="1"/>
          </p:cNvSpPr>
          <p:nvPr>
            <p:ph type="pic" sz="quarter" idx="15"/>
          </p:nvPr>
        </p:nvSpPr>
        <p:spPr>
          <a:xfrm>
            <a:off x="6099048" y="4059936"/>
            <a:ext cx="2807208" cy="2322576"/>
          </a:xfrm>
          <a:solidFill>
            <a:schemeClr val="accent6"/>
          </a:solidFill>
        </p:spPr>
        <p:txBody>
          <a:bodyPr/>
          <a:lstStyle/>
          <a:p>
            <a:endParaRPr lang="en-US"/>
          </a:p>
        </p:txBody>
      </p:sp>
      <p:sp>
        <p:nvSpPr>
          <p:cNvPr id="17" name="Picture Placeholder 13">
            <a:extLst>
              <a:ext uri="{FF2B5EF4-FFF2-40B4-BE49-F238E27FC236}">
                <a16:creationId xmlns:a16="http://schemas.microsoft.com/office/drawing/2014/main" id="{C7A79F30-D473-48F6-9AC2-286C7B70F3ED}"/>
              </a:ext>
            </a:extLst>
          </p:cNvPr>
          <p:cNvSpPr>
            <a:spLocks noGrp="1"/>
          </p:cNvSpPr>
          <p:nvPr>
            <p:ph type="pic" sz="quarter" idx="16"/>
          </p:nvPr>
        </p:nvSpPr>
        <p:spPr>
          <a:xfrm>
            <a:off x="8906256" y="4059936"/>
            <a:ext cx="2807208" cy="2322576"/>
          </a:xfrm>
          <a:solidFill>
            <a:schemeClr val="accent6"/>
          </a:solidFill>
        </p:spPr>
        <p:txBody>
          <a:bodyPr/>
          <a:lstStyle/>
          <a:p>
            <a:endParaRPr lang="en-US"/>
          </a:p>
        </p:txBody>
      </p:sp>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r>
              <a:rPr lang="en-US"/>
              <a:t>20xx</a:t>
            </a:r>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009914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Introduction">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910AFBC-7932-43F4-ABEA-C89B2698634B}"/>
              </a:ext>
            </a:extLst>
          </p:cNvPr>
          <p:cNvSpPr>
            <a:spLocks noGrp="1"/>
          </p:cNvSpPr>
          <p:nvPr>
            <p:ph type="title"/>
          </p:nvPr>
        </p:nvSpPr>
        <p:spPr>
          <a:xfrm>
            <a:off x="841249" y="857251"/>
            <a:ext cx="5914937" cy="2076450"/>
          </a:xfrm>
        </p:spPr>
        <p:txBody>
          <a:bodyPr anchor="b">
            <a:normAutofit/>
          </a:bodyPr>
          <a:lstStyle/>
          <a:p>
            <a:endParaRPr lang="en-US" sz="4400" dirty="0">
              <a:gradFill flip="none" rotWithShape="1">
                <a:gsLst>
                  <a:gs pos="0">
                    <a:schemeClr val="accent5">
                      <a:alpha val="70000"/>
                    </a:schemeClr>
                  </a:gs>
                  <a:gs pos="100000">
                    <a:schemeClr val="accent1">
                      <a:alpha val="70000"/>
                    </a:schemeClr>
                  </a:gs>
                </a:gsLst>
                <a:lin ang="0" scaled="1"/>
                <a:tileRect/>
              </a:gradFill>
            </a:endParaRPr>
          </a:p>
        </p:txBody>
      </p:sp>
      <p:sp>
        <p:nvSpPr>
          <p:cNvPr id="17" name="Content Placeholder 2">
            <a:extLst>
              <a:ext uri="{FF2B5EF4-FFF2-40B4-BE49-F238E27FC236}">
                <a16:creationId xmlns:a16="http://schemas.microsoft.com/office/drawing/2014/main" id="{1178A42D-5ED2-4AB6-BE4B-4109074320DF}"/>
              </a:ext>
            </a:extLst>
          </p:cNvPr>
          <p:cNvSpPr>
            <a:spLocks noGrp="1"/>
          </p:cNvSpPr>
          <p:nvPr>
            <p:ph idx="1"/>
          </p:nvPr>
        </p:nvSpPr>
        <p:spPr>
          <a:xfrm>
            <a:off x="841248" y="3190875"/>
            <a:ext cx="5914938" cy="2986087"/>
          </a:xfrm>
        </p:spPr>
        <p:txBody>
          <a:bodyPr>
            <a:noAutofit/>
          </a:bodyPr>
          <a:lstStyle>
            <a:lvl1pPr marL="0" indent="0">
              <a:lnSpc>
                <a:spcPct val="100000"/>
              </a:lnSpc>
              <a:buNone/>
              <a:defRPr sz="2000"/>
            </a:lvl1pPr>
          </a:lstStyle>
          <a:p>
            <a:pPr marL="228600" indent="-228600"/>
            <a:endParaRPr lang="en-US" sz="1800" dirty="0">
              <a:solidFill>
                <a:schemeClr val="tx2">
                  <a:alpha val="60000"/>
                </a:schemeClr>
              </a:solidFill>
            </a:endParaRPr>
          </a:p>
        </p:txBody>
      </p:sp>
      <p:sp>
        <p:nvSpPr>
          <p:cNvPr id="29" name="Date Placeholder 1">
            <a:extLst>
              <a:ext uri="{FF2B5EF4-FFF2-40B4-BE49-F238E27FC236}">
                <a16:creationId xmlns:a16="http://schemas.microsoft.com/office/drawing/2014/main" id="{4D9A7D07-2BA3-438D-972B-EA578370D50F}"/>
              </a:ext>
            </a:extLst>
          </p:cNvPr>
          <p:cNvSpPr>
            <a:spLocks noGrp="1"/>
          </p:cNvSpPr>
          <p:nvPr>
            <p:ph type="dt" sz="half" idx="10"/>
          </p:nvPr>
        </p:nvSpPr>
        <p:spPr>
          <a:xfrm>
            <a:off x="838200" y="6429375"/>
            <a:ext cx="2743200" cy="365125"/>
          </a:xfrm>
        </p:spPr>
        <p:txBody>
          <a:bodyPr/>
          <a:lstStyle>
            <a:lvl1pPr>
              <a:defRPr>
                <a:solidFill>
                  <a:schemeClr val="tx2">
                    <a:alpha val="60000"/>
                  </a:schemeClr>
                </a:solidFill>
              </a:defRPr>
            </a:lvl1pPr>
          </a:lstStyle>
          <a:p>
            <a:r>
              <a:rPr lang="en-US"/>
              <a:t>20xx</a:t>
            </a:r>
          </a:p>
        </p:txBody>
      </p:sp>
      <p:sp>
        <p:nvSpPr>
          <p:cNvPr id="24" name="Picture Placeholder 23">
            <a:extLst>
              <a:ext uri="{FF2B5EF4-FFF2-40B4-BE49-F238E27FC236}">
                <a16:creationId xmlns:a16="http://schemas.microsoft.com/office/drawing/2014/main" id="{C8720583-BC84-48EB-85BC-AE71214A30A5}"/>
              </a:ext>
            </a:extLst>
          </p:cNvPr>
          <p:cNvSpPr>
            <a:spLocks noGrp="1"/>
          </p:cNvSpPr>
          <p:nvPr>
            <p:ph type="pic" sz="quarter" idx="13"/>
          </p:nvPr>
        </p:nvSpPr>
        <p:spPr>
          <a:xfrm>
            <a:off x="7589520" y="0"/>
            <a:ext cx="4599432" cy="2286000"/>
          </a:xfrm>
          <a:solidFill>
            <a:schemeClr val="accent6"/>
          </a:solidFill>
        </p:spPr>
        <p:txBody>
          <a:bodyPr/>
          <a:lstStyle/>
          <a:p>
            <a:endParaRPr lang="en-US" dirty="0"/>
          </a:p>
        </p:txBody>
      </p:sp>
      <p:sp>
        <p:nvSpPr>
          <p:cNvPr id="25" name="Picture Placeholder 23">
            <a:extLst>
              <a:ext uri="{FF2B5EF4-FFF2-40B4-BE49-F238E27FC236}">
                <a16:creationId xmlns:a16="http://schemas.microsoft.com/office/drawing/2014/main" id="{C3F0A5CD-C47A-4CDF-BE99-75F3A81B18FB}"/>
              </a:ext>
            </a:extLst>
          </p:cNvPr>
          <p:cNvSpPr>
            <a:spLocks noGrp="1"/>
          </p:cNvSpPr>
          <p:nvPr>
            <p:ph type="pic" sz="quarter" idx="14"/>
          </p:nvPr>
        </p:nvSpPr>
        <p:spPr>
          <a:xfrm>
            <a:off x="7589520" y="2286000"/>
            <a:ext cx="4599432" cy="2286000"/>
          </a:xfrm>
          <a:solidFill>
            <a:schemeClr val="accent6"/>
          </a:solidFill>
        </p:spPr>
        <p:txBody>
          <a:bodyPr/>
          <a:lstStyle/>
          <a:p>
            <a:endParaRPr lang="en-US" dirty="0"/>
          </a:p>
        </p:txBody>
      </p:sp>
      <p:sp>
        <p:nvSpPr>
          <p:cNvPr id="26" name="Picture Placeholder 23">
            <a:extLst>
              <a:ext uri="{FF2B5EF4-FFF2-40B4-BE49-F238E27FC236}">
                <a16:creationId xmlns:a16="http://schemas.microsoft.com/office/drawing/2014/main" id="{7329454B-9275-4E86-B32E-91C0DB62AA71}"/>
              </a:ext>
            </a:extLst>
          </p:cNvPr>
          <p:cNvSpPr>
            <a:spLocks noGrp="1"/>
          </p:cNvSpPr>
          <p:nvPr>
            <p:ph type="pic" sz="quarter" idx="15"/>
          </p:nvPr>
        </p:nvSpPr>
        <p:spPr>
          <a:xfrm>
            <a:off x="7589520" y="4572000"/>
            <a:ext cx="4599432" cy="2286000"/>
          </a:xfrm>
          <a:solidFill>
            <a:schemeClr val="accent6"/>
          </a:solidFill>
        </p:spPr>
        <p:txBody>
          <a:bodyPr/>
          <a:lstStyle/>
          <a:p>
            <a:endParaRPr lang="en-US" dirty="0"/>
          </a:p>
        </p:txBody>
      </p:sp>
      <p:sp>
        <p:nvSpPr>
          <p:cNvPr id="30" name="Footer Placeholder 2">
            <a:extLst>
              <a:ext uri="{FF2B5EF4-FFF2-40B4-BE49-F238E27FC236}">
                <a16:creationId xmlns:a16="http://schemas.microsoft.com/office/drawing/2014/main" id="{21E9E1BF-D594-4F96-8DBE-5A8DD51D3B58}"/>
              </a:ext>
            </a:extLst>
          </p:cNvPr>
          <p:cNvSpPr>
            <a:spLocks noGrp="1"/>
          </p:cNvSpPr>
          <p:nvPr>
            <p:ph type="ftr" sz="quarter" idx="11"/>
          </p:nvPr>
        </p:nvSpPr>
        <p:spPr>
          <a:xfrm>
            <a:off x="4038600" y="6429375"/>
            <a:ext cx="4114800" cy="365125"/>
          </a:xfrm>
        </p:spPr>
        <p:txBody>
          <a:bodyPr/>
          <a:lstStyle>
            <a:lvl1pPr algn="l">
              <a:defRPr>
                <a:solidFill>
                  <a:schemeClr val="tx2">
                    <a:alpha val="60000"/>
                  </a:schemeClr>
                </a:solidFill>
              </a:defRPr>
            </a:lvl1pPr>
          </a:lstStyle>
          <a:p>
            <a:r>
              <a:rPr lang="en-US"/>
              <a:t>SAMPLE FOOTER TEXT</a:t>
            </a:r>
            <a:endParaRPr lang="en-US" dirty="0"/>
          </a:p>
        </p:txBody>
      </p:sp>
      <p:sp>
        <p:nvSpPr>
          <p:cNvPr id="31" name="Slide Number Placeholder 3">
            <a:extLst>
              <a:ext uri="{FF2B5EF4-FFF2-40B4-BE49-F238E27FC236}">
                <a16:creationId xmlns:a16="http://schemas.microsoft.com/office/drawing/2014/main" id="{C30FDEF8-F3F3-42D5-9EE1-EDDF18B35377}"/>
              </a:ext>
            </a:extLst>
          </p:cNvPr>
          <p:cNvSpPr>
            <a:spLocks noGrp="1"/>
          </p:cNvSpPr>
          <p:nvPr>
            <p:ph type="sldNum" sz="quarter" idx="12"/>
          </p:nvPr>
        </p:nvSpPr>
        <p:spPr>
          <a:xfrm>
            <a:off x="8610600" y="6429375"/>
            <a:ext cx="2743200" cy="365125"/>
          </a:xfrm>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7917928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ection Brea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BE04ED02-B678-4D1E-BEDA-7E28F9038DF5}"/>
              </a:ext>
              <a:ext uri="{C183D7F6-B498-43B3-948B-1728B52AA6E4}">
                <adec:decorative xmlns:adec="http://schemas.microsoft.com/office/drawing/2017/decorative" val="1"/>
              </a:ext>
            </a:extLst>
          </p:cNvPr>
          <p:cNvSpPr/>
          <p:nvPr userDrawn="1"/>
        </p:nvSpPr>
        <p:spPr>
          <a:xfrm>
            <a:off x="9277" y="9278"/>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85E2C5A2-B8B2-47C5-8E1B-3A97E2C9BB13}"/>
              </a:ext>
              <a:ext uri="{C183D7F6-B498-43B3-948B-1728B52AA6E4}">
                <adec:decorative xmlns:adec="http://schemas.microsoft.com/office/drawing/2017/decorative" val="1"/>
              </a:ext>
            </a:extLst>
          </p:cNvPr>
          <p:cNvSpPr/>
          <p:nvPr userDrawn="1"/>
        </p:nvSpPr>
        <p:spPr>
          <a:xfrm>
            <a:off x="12325" y="9278"/>
            <a:ext cx="12188952"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3FD8455-A2E1-40B3-B6C4-36070AF58F78}"/>
              </a:ext>
              <a:ext uri="{C183D7F6-B498-43B3-948B-1728B52AA6E4}">
                <adec:decorative xmlns:adec="http://schemas.microsoft.com/office/drawing/2017/decorative" val="1"/>
              </a:ext>
            </a:extLst>
          </p:cNvPr>
          <p:cNvSpPr/>
          <p:nvPr userDrawn="1"/>
        </p:nvSpPr>
        <p:spPr>
          <a:xfrm>
            <a:off x="1524" y="0"/>
            <a:ext cx="12188952" cy="6858000"/>
          </a:xfrm>
          <a:prstGeom prst="rect">
            <a:avLst/>
          </a:prstGeom>
          <a:gradFill flip="none" rotWithShape="1">
            <a:gsLst>
              <a:gs pos="0">
                <a:schemeClr val="accent2">
                  <a:alpha val="60000"/>
                </a:schemeClr>
              </a:gs>
              <a:gs pos="100000">
                <a:schemeClr val="accent1">
                  <a:alpha val="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Freeform: Shape 7">
            <a:extLst>
              <a:ext uri="{FF2B5EF4-FFF2-40B4-BE49-F238E27FC236}">
                <a16:creationId xmlns:a16="http://schemas.microsoft.com/office/drawing/2014/main" id="{0F53BE70-C6B1-407C-9333-7251BDC77A9E}"/>
              </a:ext>
              <a:ext uri="{C183D7F6-B498-43B3-948B-1728B52AA6E4}">
                <adec:decorative xmlns:adec="http://schemas.microsoft.com/office/drawing/2017/decorative" val="1"/>
              </a:ext>
            </a:extLst>
          </p:cNvPr>
          <p:cNvSpPr/>
          <p:nvPr userDrawn="1"/>
        </p:nvSpPr>
        <p:spPr>
          <a:xfrm>
            <a:off x="33186" y="9279"/>
            <a:ext cx="5770017" cy="2411171"/>
          </a:xfrm>
          <a:custGeom>
            <a:avLst/>
            <a:gdLst>
              <a:gd name="connsiteX0" fmla="*/ 0 w 5770017"/>
              <a:gd name="connsiteY0" fmla="*/ 0 h 2411171"/>
              <a:gd name="connsiteX1" fmla="*/ 5770017 w 5770017"/>
              <a:gd name="connsiteY1" fmla="*/ 0 h 2411171"/>
              <a:gd name="connsiteX2" fmla="*/ 5715824 w 5770017"/>
              <a:gd name="connsiteY2" fmla="*/ 124746 h 2411171"/>
              <a:gd name="connsiteX3" fmla="*/ 4925072 w 5770017"/>
              <a:gd name="connsiteY3" fmla="*/ 1254414 h 2411171"/>
              <a:gd name="connsiteX4" fmla="*/ 125602 w 5770017"/>
              <a:gd name="connsiteY4" fmla="*/ 1864423 h 2411171"/>
              <a:gd name="connsiteX5" fmla="*/ 0 w 5770017"/>
              <a:gd name="connsiteY5" fmla="*/ 1785927 h 2411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70017" h="2411171">
                <a:moveTo>
                  <a:pt x="0" y="0"/>
                </a:moveTo>
                <a:lnTo>
                  <a:pt x="5770017" y="0"/>
                </a:lnTo>
                <a:lnTo>
                  <a:pt x="5715824" y="124746"/>
                </a:lnTo>
                <a:cubicBezTo>
                  <a:pt x="5526044" y="533784"/>
                  <a:pt x="5262460" y="917027"/>
                  <a:pt x="4925072" y="1254414"/>
                </a:cubicBezTo>
                <a:cubicBezTo>
                  <a:pt x="3623720" y="2555767"/>
                  <a:pt x="1640148" y="2759102"/>
                  <a:pt x="125602" y="1864423"/>
                </a:cubicBezTo>
                <a:lnTo>
                  <a:pt x="0" y="1785927"/>
                </a:lnTo>
                <a:close/>
              </a:path>
            </a:pathLst>
          </a:custGeom>
          <a:gradFill>
            <a:gsLst>
              <a:gs pos="0">
                <a:schemeClr val="accent2">
                  <a:alpha val="20000"/>
                </a:schemeClr>
              </a:gs>
              <a:gs pos="100000">
                <a:schemeClr val="accent1">
                  <a:alpha val="20000"/>
                </a:schemeClr>
              </a:gs>
            </a:gsLst>
            <a:lin ang="2700000" scaled="1"/>
          </a:gradFill>
          <a:ln>
            <a:noFill/>
          </a:ln>
          <a:effectLst>
            <a:softEdge rad="520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ame 8">
            <a:extLst>
              <a:ext uri="{FF2B5EF4-FFF2-40B4-BE49-F238E27FC236}">
                <a16:creationId xmlns:a16="http://schemas.microsoft.com/office/drawing/2014/main" id="{05864DDE-75C0-4BE6-93FF-A960706ADEC3}"/>
              </a:ext>
              <a:ext uri="{C183D7F6-B498-43B3-948B-1728B52AA6E4}">
                <adec:decorative xmlns:adec="http://schemas.microsoft.com/office/drawing/2017/decorative" val="1"/>
              </a:ext>
            </a:extLst>
          </p:cNvPr>
          <p:cNvSpPr/>
          <p:nvPr userDrawn="1"/>
        </p:nvSpPr>
        <p:spPr>
          <a:xfrm>
            <a:off x="1524" y="0"/>
            <a:ext cx="12188952" cy="6858000"/>
          </a:xfrm>
          <a:prstGeom prst="frame">
            <a:avLst>
              <a:gd name="adj1" fmla="val 716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itle 1">
            <a:extLst>
              <a:ext uri="{FF2B5EF4-FFF2-40B4-BE49-F238E27FC236}">
                <a16:creationId xmlns:a16="http://schemas.microsoft.com/office/drawing/2014/main" id="{1BC3FA0F-EAE5-4DCE-ACFF-9AD00ED39FCF}"/>
              </a:ext>
            </a:extLst>
          </p:cNvPr>
          <p:cNvSpPr>
            <a:spLocks noGrp="1"/>
          </p:cNvSpPr>
          <p:nvPr>
            <p:ph type="ctrTitle"/>
          </p:nvPr>
        </p:nvSpPr>
        <p:spPr>
          <a:xfrm>
            <a:off x="847477" y="1131641"/>
            <a:ext cx="5322618" cy="2387600"/>
          </a:xfrm>
        </p:spPr>
        <p:txBody>
          <a:bodyPr/>
          <a:lstStyle>
            <a:lvl1pPr>
              <a:defRPr>
                <a:solidFill>
                  <a:schemeClr val="bg1"/>
                </a:solidFill>
              </a:defRPr>
            </a:lvl1pPr>
          </a:lstStyle>
          <a:p>
            <a:pPr algn="l"/>
            <a:endParaRPr lang="en-US" dirty="0">
              <a:solidFill>
                <a:srgbClr val="FFFFFF"/>
              </a:solidFill>
              <a:ea typeface="Cambria" panose="02040503050406030204" pitchFamily="18" charset="0"/>
              <a:cs typeface="Sabon Next LT" panose="020B0502040204020203" pitchFamily="2" charset="0"/>
            </a:endParaRPr>
          </a:p>
        </p:txBody>
      </p:sp>
      <p:sp>
        <p:nvSpPr>
          <p:cNvPr id="18" name="Picture Placeholder 17">
            <a:extLst>
              <a:ext uri="{FF2B5EF4-FFF2-40B4-BE49-F238E27FC236}">
                <a16:creationId xmlns:a16="http://schemas.microsoft.com/office/drawing/2014/main" id="{71FA5E0E-BEE1-4976-92B1-61EF64E34371}"/>
              </a:ext>
            </a:extLst>
          </p:cNvPr>
          <p:cNvSpPr>
            <a:spLocks noGrp="1"/>
          </p:cNvSpPr>
          <p:nvPr>
            <p:ph type="pic" sz="quarter" idx="13"/>
          </p:nvPr>
        </p:nvSpPr>
        <p:spPr>
          <a:xfrm>
            <a:off x="6784848" y="905256"/>
            <a:ext cx="4581144" cy="2450592"/>
          </a:xfrm>
          <a:solidFill>
            <a:schemeClr val="accent6"/>
          </a:solidFill>
        </p:spPr>
        <p:txBody>
          <a:bodyPr/>
          <a:lstStyle/>
          <a:p>
            <a:endParaRPr lang="en-US" dirty="0"/>
          </a:p>
        </p:txBody>
      </p:sp>
      <p:sp>
        <p:nvSpPr>
          <p:cNvPr id="20" name="Picture Placeholder 17">
            <a:extLst>
              <a:ext uri="{FF2B5EF4-FFF2-40B4-BE49-F238E27FC236}">
                <a16:creationId xmlns:a16="http://schemas.microsoft.com/office/drawing/2014/main" id="{03379FE8-A6CE-4F5A-BE1A-B2267589BE85}"/>
              </a:ext>
            </a:extLst>
          </p:cNvPr>
          <p:cNvSpPr>
            <a:spLocks noGrp="1"/>
          </p:cNvSpPr>
          <p:nvPr>
            <p:ph type="pic" sz="quarter" idx="14"/>
          </p:nvPr>
        </p:nvSpPr>
        <p:spPr>
          <a:xfrm>
            <a:off x="6784848" y="3520440"/>
            <a:ext cx="4581144" cy="2450592"/>
          </a:xfrm>
          <a:solidFill>
            <a:schemeClr val="accent6"/>
          </a:solidFill>
        </p:spPr>
        <p:txBody>
          <a:bodyPr/>
          <a:lstStyle/>
          <a:p>
            <a:endParaRPr lang="en-US" dirty="0"/>
          </a:p>
        </p:txBody>
      </p:sp>
      <p:sp>
        <p:nvSpPr>
          <p:cNvPr id="13" name="Text Placeholder 12">
            <a:extLst>
              <a:ext uri="{FF2B5EF4-FFF2-40B4-BE49-F238E27FC236}">
                <a16:creationId xmlns:a16="http://schemas.microsoft.com/office/drawing/2014/main" id="{6DD090CA-24E8-46A7-889A-A4FDD00A33E5}"/>
              </a:ext>
            </a:extLst>
          </p:cNvPr>
          <p:cNvSpPr>
            <a:spLocks noGrp="1"/>
          </p:cNvSpPr>
          <p:nvPr>
            <p:ph type="body" sz="quarter" idx="15"/>
          </p:nvPr>
        </p:nvSpPr>
        <p:spPr>
          <a:xfrm>
            <a:off x="838200" y="3600450"/>
            <a:ext cx="5322888" cy="2451100"/>
          </a:xfrm>
        </p:spPr>
        <p:txBody>
          <a:bodyPr>
            <a:normAutofit/>
          </a:bodyPr>
          <a:lstStyle>
            <a:lvl1pPr marL="0" indent="0">
              <a:buNone/>
              <a:defRPr sz="2800">
                <a:solidFill>
                  <a:schemeClr val="bg1"/>
                </a:solidFill>
                <a:latin typeface="+mn-lt"/>
              </a:defRPr>
            </a:lvl1pPr>
          </a:lstStyle>
          <a:p>
            <a:pPr lvl="0"/>
            <a:r>
              <a:rPr lang="en-US" dirty="0"/>
              <a:t>Click to edit Master text styles</a:t>
            </a:r>
          </a:p>
        </p:txBody>
      </p:sp>
    </p:spTree>
    <p:extLst>
      <p:ext uri="{BB962C8B-B14F-4D97-AF65-F5344CB8AC3E}">
        <p14:creationId xmlns:p14="http://schemas.microsoft.com/office/powerpoint/2010/main" val="23509354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03B5BF0-238D-481F-A15B-206D1E2FEDD2}"/>
              </a:ext>
              <a:ext uri="{C183D7F6-B498-43B3-948B-1728B52AA6E4}">
                <adec:decorative xmlns:adec="http://schemas.microsoft.com/office/drawing/2017/decorative" val="1"/>
              </a:ext>
            </a:extLst>
          </p:cNvPr>
          <p:cNvSpPr/>
          <p:nvPr userDrawn="1"/>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7578E43B-8F1B-4CBD-B09E-5AD9A247E3F8}"/>
              </a:ext>
              <a:ext uri="{C183D7F6-B498-43B3-948B-1728B52AA6E4}">
                <adec:decorative xmlns:adec="http://schemas.microsoft.com/office/drawing/2017/decorative" val="1"/>
              </a:ext>
            </a:extLst>
          </p:cNvPr>
          <p:cNvSpPr/>
          <p:nvPr userDrawn="1"/>
        </p:nvSpPr>
        <p:spPr>
          <a:xfrm>
            <a:off x="-38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ame 13">
            <a:extLst>
              <a:ext uri="{FF2B5EF4-FFF2-40B4-BE49-F238E27FC236}">
                <a16:creationId xmlns:a16="http://schemas.microsoft.com/office/drawing/2014/main" id="{737C17C2-E2A6-4219-AE02-C8EAF943C472}"/>
              </a:ext>
              <a:ext uri="{C183D7F6-B498-43B3-948B-1728B52AA6E4}">
                <adec:decorative xmlns:adec="http://schemas.microsoft.com/office/drawing/2017/decorative" val="1"/>
              </a:ext>
            </a:extLst>
          </p:cNvPr>
          <p:cNvSpPr/>
          <p:nvPr userDrawn="1"/>
        </p:nvSpPr>
        <p:spPr>
          <a:xfrm>
            <a:off x="-389" y="0"/>
            <a:ext cx="12188952" cy="6858000"/>
          </a:xfrm>
          <a:prstGeom prst="frame">
            <a:avLst>
              <a:gd name="adj1" fmla="val 7164"/>
            </a:avLst>
          </a:prstGeom>
          <a:gradFill flip="none" rotWithShape="1">
            <a:gsLst>
              <a:gs pos="0">
                <a:schemeClr val="accent2">
                  <a:alpha val="40000"/>
                </a:schemeClr>
              </a:gs>
              <a:gs pos="100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icture Placeholder 19">
            <a:extLst>
              <a:ext uri="{FF2B5EF4-FFF2-40B4-BE49-F238E27FC236}">
                <a16:creationId xmlns:a16="http://schemas.microsoft.com/office/drawing/2014/main" id="{AE7BC3CE-3806-41F3-B4F6-EBB2C3E9EA28}"/>
              </a:ext>
            </a:extLst>
          </p:cNvPr>
          <p:cNvSpPr>
            <a:spLocks noGrp="1"/>
          </p:cNvSpPr>
          <p:nvPr>
            <p:ph type="pic" sz="quarter" idx="13"/>
          </p:nvPr>
        </p:nvSpPr>
        <p:spPr>
          <a:xfrm>
            <a:off x="6096" y="484632"/>
            <a:ext cx="12179808" cy="5907024"/>
          </a:xfrm>
          <a:solidFill>
            <a:schemeClr val="accent6"/>
          </a:solidFill>
        </p:spPr>
        <p:txBody>
          <a:bodyPr/>
          <a:lstStyle/>
          <a:p>
            <a:endParaRPr lang="en-US" dirty="0"/>
          </a:p>
        </p:txBody>
      </p:sp>
      <p:sp>
        <p:nvSpPr>
          <p:cNvPr id="6" name="Title 5">
            <a:extLst>
              <a:ext uri="{FF2B5EF4-FFF2-40B4-BE49-F238E27FC236}">
                <a16:creationId xmlns:a16="http://schemas.microsoft.com/office/drawing/2014/main" id="{FDC036CF-E92D-4E80-8E6B-1B06EDDFD7CF}"/>
              </a:ext>
            </a:extLst>
          </p:cNvPr>
          <p:cNvSpPr>
            <a:spLocks noGrp="1"/>
          </p:cNvSpPr>
          <p:nvPr>
            <p:ph type="title"/>
          </p:nvPr>
        </p:nvSpPr>
        <p:spPr>
          <a:xfrm>
            <a:off x="838200" y="1271016"/>
            <a:ext cx="4800600" cy="3749040"/>
          </a:xfrm>
        </p:spPr>
        <p:txBody>
          <a:bodyPr anchor="b" anchorCtr="0"/>
          <a:lstStyle>
            <a:lvl1pPr>
              <a:defRPr>
                <a:solidFill>
                  <a:schemeClr val="bg1"/>
                </a:solidFill>
                <a:effectLst>
                  <a:outerShdw blurRad="38100" dist="38100" dir="2700000" algn="tl">
                    <a:srgbClr val="000000">
                      <a:alpha val="43137"/>
                    </a:srgbClr>
                  </a:outerShdw>
                </a:effectLst>
              </a:defRPr>
            </a:lvl1pPr>
          </a:lstStyle>
          <a:p>
            <a:r>
              <a:rPr lang="en-US" dirty="0"/>
              <a:t>Click to edit Master title style</a:t>
            </a:r>
          </a:p>
        </p:txBody>
      </p:sp>
      <p:sp>
        <p:nvSpPr>
          <p:cNvPr id="26" name="Text Placeholder 25">
            <a:extLst>
              <a:ext uri="{FF2B5EF4-FFF2-40B4-BE49-F238E27FC236}">
                <a16:creationId xmlns:a16="http://schemas.microsoft.com/office/drawing/2014/main" id="{BADCFE1B-ABA2-4B11-B7DE-02CE383D6F22}"/>
              </a:ext>
            </a:extLst>
          </p:cNvPr>
          <p:cNvSpPr>
            <a:spLocks noGrp="1"/>
          </p:cNvSpPr>
          <p:nvPr>
            <p:ph type="body" sz="quarter" idx="15" hasCustomPrompt="1"/>
          </p:nvPr>
        </p:nvSpPr>
        <p:spPr>
          <a:xfrm>
            <a:off x="838200" y="4835779"/>
            <a:ext cx="4800600" cy="1066800"/>
          </a:xfrm>
        </p:spPr>
        <p:txBody>
          <a:bodyPr>
            <a:normAutofit/>
          </a:bodyPr>
          <a:lstStyle>
            <a:lvl1pPr marL="228600" indent="0">
              <a:buNone/>
              <a:defRPr sz="2200">
                <a:solidFill>
                  <a:schemeClr val="bg1"/>
                </a:solidFill>
                <a:effectLst>
                  <a:outerShdw blurRad="38100" dist="38100" dir="2700000" algn="tl">
                    <a:srgbClr val="000000">
                      <a:alpha val="43137"/>
                    </a:srgbClr>
                  </a:outerShdw>
                </a:effectLst>
              </a:defRPr>
            </a:lvl1pPr>
          </a:lstStyle>
          <a:p>
            <a:pPr lvl="0"/>
            <a:r>
              <a:rPr lang="en-US" dirty="0"/>
              <a:t>Click to add subtitle</a:t>
            </a:r>
          </a:p>
        </p:txBody>
      </p:sp>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r>
              <a:rPr lang="en-US"/>
              <a:t>20xx</a:t>
            </a:r>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5829059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dirty="0"/>
              <a:t>Click to edit Master title style</a:t>
            </a:r>
          </a:p>
        </p:txBody>
      </p:sp>
      <p:sp>
        <p:nvSpPr>
          <p:cNvPr id="15" name="Picture Placeholder 14">
            <a:extLst>
              <a:ext uri="{FF2B5EF4-FFF2-40B4-BE49-F238E27FC236}">
                <a16:creationId xmlns:a16="http://schemas.microsoft.com/office/drawing/2014/main" id="{1B84B862-7F1F-4B98-B437-936D8A73A91A}"/>
              </a:ext>
            </a:extLst>
          </p:cNvPr>
          <p:cNvSpPr>
            <a:spLocks noGrp="1"/>
          </p:cNvSpPr>
          <p:nvPr>
            <p:ph type="pic" sz="quarter" idx="13"/>
          </p:nvPr>
        </p:nvSpPr>
        <p:spPr>
          <a:xfrm>
            <a:off x="740664" y="2240280"/>
            <a:ext cx="2286000" cy="2322576"/>
          </a:xfrm>
          <a:solidFill>
            <a:schemeClr val="accent6"/>
          </a:solidFill>
        </p:spPr>
        <p:txBody>
          <a:bodyPr/>
          <a:lstStyle/>
          <a:p>
            <a:endParaRPr lang="en-US" dirty="0"/>
          </a:p>
        </p:txBody>
      </p:sp>
      <p:sp>
        <p:nvSpPr>
          <p:cNvPr id="16" name="Picture Placeholder 14">
            <a:extLst>
              <a:ext uri="{FF2B5EF4-FFF2-40B4-BE49-F238E27FC236}">
                <a16:creationId xmlns:a16="http://schemas.microsoft.com/office/drawing/2014/main" id="{C76B23B2-3605-4292-9F96-F34651B689A7}"/>
              </a:ext>
            </a:extLst>
          </p:cNvPr>
          <p:cNvSpPr>
            <a:spLocks noGrp="1"/>
          </p:cNvSpPr>
          <p:nvPr>
            <p:ph type="pic" sz="quarter" idx="14"/>
          </p:nvPr>
        </p:nvSpPr>
        <p:spPr>
          <a:xfrm>
            <a:off x="3538728" y="2240280"/>
            <a:ext cx="2286000" cy="2322576"/>
          </a:xfrm>
          <a:solidFill>
            <a:schemeClr val="accent6"/>
          </a:solidFill>
        </p:spPr>
        <p:txBody>
          <a:bodyPr/>
          <a:lstStyle/>
          <a:p>
            <a:endParaRPr lang="en-US" dirty="0"/>
          </a:p>
        </p:txBody>
      </p:sp>
      <p:sp>
        <p:nvSpPr>
          <p:cNvPr id="17" name="Picture Placeholder 14">
            <a:extLst>
              <a:ext uri="{FF2B5EF4-FFF2-40B4-BE49-F238E27FC236}">
                <a16:creationId xmlns:a16="http://schemas.microsoft.com/office/drawing/2014/main" id="{AB1E9EC3-2FB6-4E1C-8211-306450FDEE7F}"/>
              </a:ext>
            </a:extLst>
          </p:cNvPr>
          <p:cNvSpPr>
            <a:spLocks noGrp="1"/>
          </p:cNvSpPr>
          <p:nvPr>
            <p:ph type="pic" sz="quarter" idx="15"/>
          </p:nvPr>
        </p:nvSpPr>
        <p:spPr>
          <a:xfrm>
            <a:off x="6345936" y="2267712"/>
            <a:ext cx="2286000" cy="2322576"/>
          </a:xfrm>
          <a:solidFill>
            <a:schemeClr val="accent6"/>
          </a:solidFill>
        </p:spPr>
        <p:txBody>
          <a:bodyPr/>
          <a:lstStyle/>
          <a:p>
            <a:endParaRPr lang="en-US" dirty="0"/>
          </a:p>
        </p:txBody>
      </p:sp>
      <p:sp>
        <p:nvSpPr>
          <p:cNvPr id="18" name="Picture Placeholder 14">
            <a:extLst>
              <a:ext uri="{FF2B5EF4-FFF2-40B4-BE49-F238E27FC236}">
                <a16:creationId xmlns:a16="http://schemas.microsoft.com/office/drawing/2014/main" id="{F3628146-045F-4FBC-A365-3D1D4B3DA6E9}"/>
              </a:ext>
            </a:extLst>
          </p:cNvPr>
          <p:cNvSpPr>
            <a:spLocks noGrp="1"/>
          </p:cNvSpPr>
          <p:nvPr>
            <p:ph type="pic" sz="quarter" idx="16"/>
          </p:nvPr>
        </p:nvSpPr>
        <p:spPr>
          <a:xfrm>
            <a:off x="9153144" y="2267712"/>
            <a:ext cx="2286000" cy="2322576"/>
          </a:xfrm>
          <a:solidFill>
            <a:schemeClr val="accent6"/>
          </a:solidFill>
        </p:spPr>
        <p:txBody>
          <a:bodyPr/>
          <a:lstStyle/>
          <a:p>
            <a:endParaRPr lang="en-US" dirty="0"/>
          </a:p>
        </p:txBody>
      </p:sp>
      <p:sp>
        <p:nvSpPr>
          <p:cNvPr id="20" name="Text Placeholder 19">
            <a:extLst>
              <a:ext uri="{FF2B5EF4-FFF2-40B4-BE49-F238E27FC236}">
                <a16:creationId xmlns:a16="http://schemas.microsoft.com/office/drawing/2014/main" id="{CB50972B-CA23-4B92-987F-EE48ECCFF590}"/>
              </a:ext>
            </a:extLst>
          </p:cNvPr>
          <p:cNvSpPr>
            <a:spLocks noGrp="1"/>
          </p:cNvSpPr>
          <p:nvPr>
            <p:ph type="body" sz="quarter" idx="17" hasCustomPrompt="1"/>
          </p:nvPr>
        </p:nvSpPr>
        <p:spPr>
          <a:xfrm>
            <a:off x="741363" y="4733925"/>
            <a:ext cx="2286000" cy="590550"/>
          </a:xfrm>
        </p:spPr>
        <p:txBody>
          <a:bodyPr>
            <a:normAutofit/>
          </a:bodyPr>
          <a:lstStyle>
            <a:lvl1pPr marL="0" indent="0" defTabSz="0">
              <a:spcBef>
                <a:spcPts val="0"/>
              </a:spcBef>
              <a:buNone/>
              <a:defRPr sz="2000">
                <a:latin typeface="+mj-lt"/>
              </a:defRPr>
            </a:lvl1pPr>
            <a:lvl2pPr marL="571500" indent="0">
              <a:buNone/>
              <a:defRPr/>
            </a:lvl2pPr>
            <a:lvl3pPr marL="1028700" indent="0">
              <a:buNone/>
              <a:defRPr/>
            </a:lvl3pPr>
            <a:lvl4pPr marL="1428750" indent="0">
              <a:buNone/>
              <a:defRPr/>
            </a:lvl4pPr>
            <a:lvl5pPr marL="1885950" indent="0">
              <a:buNone/>
              <a:defRPr/>
            </a:lvl5pPr>
          </a:lstStyle>
          <a:p>
            <a:pPr lvl="0"/>
            <a:r>
              <a:rPr lang="en-US" dirty="0"/>
              <a:t>Name</a:t>
            </a:r>
          </a:p>
        </p:txBody>
      </p:sp>
      <p:sp>
        <p:nvSpPr>
          <p:cNvPr id="23" name="Text Placeholder 19">
            <a:extLst>
              <a:ext uri="{FF2B5EF4-FFF2-40B4-BE49-F238E27FC236}">
                <a16:creationId xmlns:a16="http://schemas.microsoft.com/office/drawing/2014/main" id="{8DE19225-DA72-4A39-8CFD-695BFBB93E6D}"/>
              </a:ext>
            </a:extLst>
          </p:cNvPr>
          <p:cNvSpPr>
            <a:spLocks noGrp="1"/>
          </p:cNvSpPr>
          <p:nvPr>
            <p:ph type="body" sz="quarter" idx="18" hasCustomPrompt="1"/>
          </p:nvPr>
        </p:nvSpPr>
        <p:spPr>
          <a:xfrm>
            <a:off x="740664" y="5343144"/>
            <a:ext cx="2286000" cy="590550"/>
          </a:xfrm>
        </p:spPr>
        <p:txBody>
          <a:bodyPr>
            <a:normAutofit/>
          </a:bodyPr>
          <a:lstStyle>
            <a:lvl1pPr marL="0" indent="0" defTabSz="0">
              <a:spcBef>
                <a:spcPts val="0"/>
              </a:spcBef>
              <a:buNone/>
              <a:defRPr sz="1600"/>
            </a:lvl1pPr>
            <a:lvl2pPr marL="571500" indent="0">
              <a:buNone/>
              <a:defRPr/>
            </a:lvl2pPr>
            <a:lvl3pPr marL="1028700" indent="0">
              <a:buNone/>
              <a:defRPr/>
            </a:lvl3pPr>
            <a:lvl4pPr marL="1428750" indent="0">
              <a:buNone/>
              <a:defRPr/>
            </a:lvl4pPr>
            <a:lvl5pPr marL="1885950" indent="0">
              <a:buNone/>
              <a:defRPr/>
            </a:lvl5pPr>
          </a:lstStyle>
          <a:p>
            <a:pPr lvl="0"/>
            <a:r>
              <a:rPr lang="en-US" dirty="0"/>
              <a:t>Title</a:t>
            </a:r>
          </a:p>
        </p:txBody>
      </p:sp>
      <p:sp>
        <p:nvSpPr>
          <p:cNvPr id="24" name="Text Placeholder 19">
            <a:extLst>
              <a:ext uri="{FF2B5EF4-FFF2-40B4-BE49-F238E27FC236}">
                <a16:creationId xmlns:a16="http://schemas.microsoft.com/office/drawing/2014/main" id="{E66A7C97-DBB6-4333-B12F-E26C38E6975C}"/>
              </a:ext>
            </a:extLst>
          </p:cNvPr>
          <p:cNvSpPr>
            <a:spLocks noGrp="1"/>
          </p:cNvSpPr>
          <p:nvPr>
            <p:ph type="body" sz="quarter" idx="19" hasCustomPrompt="1"/>
          </p:nvPr>
        </p:nvSpPr>
        <p:spPr>
          <a:xfrm>
            <a:off x="3538728" y="4733925"/>
            <a:ext cx="2286000" cy="590550"/>
          </a:xfrm>
        </p:spPr>
        <p:txBody>
          <a:bodyPr>
            <a:normAutofit/>
          </a:bodyPr>
          <a:lstStyle>
            <a:lvl1pPr marL="0" indent="0" defTabSz="0">
              <a:spcBef>
                <a:spcPts val="0"/>
              </a:spcBef>
              <a:buNone/>
              <a:defRPr sz="2000">
                <a:latin typeface="+mj-lt"/>
              </a:defRPr>
            </a:lvl1pPr>
            <a:lvl2pPr marL="571500" indent="0">
              <a:buNone/>
              <a:defRPr/>
            </a:lvl2pPr>
            <a:lvl3pPr marL="1028700" indent="0">
              <a:buNone/>
              <a:defRPr/>
            </a:lvl3pPr>
            <a:lvl4pPr marL="1428750" indent="0">
              <a:buNone/>
              <a:defRPr/>
            </a:lvl4pPr>
            <a:lvl5pPr marL="1885950" indent="0">
              <a:buNone/>
              <a:defRPr/>
            </a:lvl5pPr>
          </a:lstStyle>
          <a:p>
            <a:pPr lvl="0"/>
            <a:r>
              <a:rPr lang="en-US" dirty="0"/>
              <a:t>Name</a:t>
            </a:r>
          </a:p>
        </p:txBody>
      </p:sp>
      <p:sp>
        <p:nvSpPr>
          <p:cNvPr id="25" name="Text Placeholder 19">
            <a:extLst>
              <a:ext uri="{FF2B5EF4-FFF2-40B4-BE49-F238E27FC236}">
                <a16:creationId xmlns:a16="http://schemas.microsoft.com/office/drawing/2014/main" id="{041FA0B5-660E-478A-AF8A-196DBD6AE43A}"/>
              </a:ext>
            </a:extLst>
          </p:cNvPr>
          <p:cNvSpPr>
            <a:spLocks noGrp="1"/>
          </p:cNvSpPr>
          <p:nvPr>
            <p:ph type="body" sz="quarter" idx="20" hasCustomPrompt="1"/>
          </p:nvPr>
        </p:nvSpPr>
        <p:spPr>
          <a:xfrm>
            <a:off x="3538029" y="5343144"/>
            <a:ext cx="2286000" cy="590550"/>
          </a:xfrm>
        </p:spPr>
        <p:txBody>
          <a:bodyPr>
            <a:normAutofit/>
          </a:bodyPr>
          <a:lstStyle>
            <a:lvl1pPr marL="0" indent="0" defTabSz="0">
              <a:spcBef>
                <a:spcPts val="0"/>
              </a:spcBef>
              <a:buNone/>
              <a:defRPr sz="1600"/>
            </a:lvl1pPr>
            <a:lvl2pPr marL="571500" indent="0">
              <a:buNone/>
              <a:defRPr/>
            </a:lvl2pPr>
            <a:lvl3pPr marL="1028700" indent="0">
              <a:buNone/>
              <a:defRPr/>
            </a:lvl3pPr>
            <a:lvl4pPr marL="1428750" indent="0">
              <a:buNone/>
              <a:defRPr/>
            </a:lvl4pPr>
            <a:lvl5pPr marL="1885950" indent="0">
              <a:buNone/>
              <a:defRPr/>
            </a:lvl5pPr>
          </a:lstStyle>
          <a:p>
            <a:pPr lvl="0"/>
            <a:r>
              <a:rPr lang="en-US" dirty="0"/>
              <a:t>Title</a:t>
            </a:r>
          </a:p>
        </p:txBody>
      </p:sp>
      <p:sp>
        <p:nvSpPr>
          <p:cNvPr id="26" name="Text Placeholder 19">
            <a:extLst>
              <a:ext uri="{FF2B5EF4-FFF2-40B4-BE49-F238E27FC236}">
                <a16:creationId xmlns:a16="http://schemas.microsoft.com/office/drawing/2014/main" id="{77C92085-3D01-44E4-BA12-E39F1EA0ACE5}"/>
              </a:ext>
            </a:extLst>
          </p:cNvPr>
          <p:cNvSpPr>
            <a:spLocks noGrp="1"/>
          </p:cNvSpPr>
          <p:nvPr>
            <p:ph type="body" sz="quarter" idx="21" hasCustomPrompt="1"/>
          </p:nvPr>
        </p:nvSpPr>
        <p:spPr>
          <a:xfrm>
            <a:off x="6367973" y="4733544"/>
            <a:ext cx="2286000" cy="590550"/>
          </a:xfrm>
        </p:spPr>
        <p:txBody>
          <a:bodyPr>
            <a:normAutofit/>
          </a:bodyPr>
          <a:lstStyle>
            <a:lvl1pPr marL="0" indent="0" defTabSz="0">
              <a:spcBef>
                <a:spcPts val="0"/>
              </a:spcBef>
              <a:buNone/>
              <a:defRPr sz="2000">
                <a:latin typeface="+mj-lt"/>
              </a:defRPr>
            </a:lvl1pPr>
            <a:lvl2pPr marL="571500" indent="0">
              <a:buNone/>
              <a:defRPr/>
            </a:lvl2pPr>
            <a:lvl3pPr marL="1028700" indent="0">
              <a:buNone/>
              <a:defRPr/>
            </a:lvl3pPr>
            <a:lvl4pPr marL="1428750" indent="0">
              <a:buNone/>
              <a:defRPr/>
            </a:lvl4pPr>
            <a:lvl5pPr marL="1885950" indent="0">
              <a:buNone/>
              <a:defRPr/>
            </a:lvl5pPr>
          </a:lstStyle>
          <a:p>
            <a:pPr lvl="0"/>
            <a:r>
              <a:rPr lang="en-US" dirty="0"/>
              <a:t>Name</a:t>
            </a:r>
          </a:p>
        </p:txBody>
      </p:sp>
      <p:sp>
        <p:nvSpPr>
          <p:cNvPr id="27" name="Text Placeholder 19">
            <a:extLst>
              <a:ext uri="{FF2B5EF4-FFF2-40B4-BE49-F238E27FC236}">
                <a16:creationId xmlns:a16="http://schemas.microsoft.com/office/drawing/2014/main" id="{35DA97BC-7224-440A-A227-8F4A1018043A}"/>
              </a:ext>
            </a:extLst>
          </p:cNvPr>
          <p:cNvSpPr>
            <a:spLocks noGrp="1"/>
          </p:cNvSpPr>
          <p:nvPr>
            <p:ph type="body" sz="quarter" idx="22" hasCustomPrompt="1"/>
          </p:nvPr>
        </p:nvSpPr>
        <p:spPr>
          <a:xfrm>
            <a:off x="6367274" y="5342763"/>
            <a:ext cx="2286000" cy="590550"/>
          </a:xfrm>
        </p:spPr>
        <p:txBody>
          <a:bodyPr>
            <a:normAutofit/>
          </a:bodyPr>
          <a:lstStyle>
            <a:lvl1pPr marL="0" indent="0" defTabSz="0">
              <a:spcBef>
                <a:spcPts val="0"/>
              </a:spcBef>
              <a:buNone/>
              <a:defRPr sz="1600"/>
            </a:lvl1pPr>
            <a:lvl2pPr marL="571500" indent="0">
              <a:buNone/>
              <a:defRPr/>
            </a:lvl2pPr>
            <a:lvl3pPr marL="1028700" indent="0">
              <a:buNone/>
              <a:defRPr/>
            </a:lvl3pPr>
            <a:lvl4pPr marL="1428750" indent="0">
              <a:buNone/>
              <a:defRPr/>
            </a:lvl4pPr>
            <a:lvl5pPr marL="1885950" indent="0">
              <a:buNone/>
              <a:defRPr/>
            </a:lvl5pPr>
          </a:lstStyle>
          <a:p>
            <a:pPr lvl="0"/>
            <a:r>
              <a:rPr lang="en-US" dirty="0"/>
              <a:t>Title</a:t>
            </a:r>
          </a:p>
        </p:txBody>
      </p:sp>
      <p:sp>
        <p:nvSpPr>
          <p:cNvPr id="28" name="Text Placeholder 19">
            <a:extLst>
              <a:ext uri="{FF2B5EF4-FFF2-40B4-BE49-F238E27FC236}">
                <a16:creationId xmlns:a16="http://schemas.microsoft.com/office/drawing/2014/main" id="{C236524B-4724-42FA-A2B2-33566478FD42}"/>
              </a:ext>
            </a:extLst>
          </p:cNvPr>
          <p:cNvSpPr>
            <a:spLocks noGrp="1"/>
          </p:cNvSpPr>
          <p:nvPr>
            <p:ph type="body" sz="quarter" idx="23" hasCustomPrompt="1"/>
          </p:nvPr>
        </p:nvSpPr>
        <p:spPr>
          <a:xfrm>
            <a:off x="9164639" y="4737100"/>
            <a:ext cx="2286000" cy="590550"/>
          </a:xfrm>
        </p:spPr>
        <p:txBody>
          <a:bodyPr>
            <a:normAutofit/>
          </a:bodyPr>
          <a:lstStyle>
            <a:lvl1pPr marL="0" indent="0" defTabSz="0">
              <a:spcBef>
                <a:spcPts val="0"/>
              </a:spcBef>
              <a:buNone/>
              <a:defRPr sz="2000">
                <a:latin typeface="+mj-lt"/>
              </a:defRPr>
            </a:lvl1pPr>
            <a:lvl2pPr marL="571500" indent="0">
              <a:buNone/>
              <a:defRPr/>
            </a:lvl2pPr>
            <a:lvl3pPr marL="1028700" indent="0">
              <a:buNone/>
              <a:defRPr/>
            </a:lvl3pPr>
            <a:lvl4pPr marL="1428750" indent="0">
              <a:buNone/>
              <a:defRPr/>
            </a:lvl4pPr>
            <a:lvl5pPr marL="1885950" indent="0">
              <a:buNone/>
              <a:defRPr/>
            </a:lvl5pPr>
          </a:lstStyle>
          <a:p>
            <a:pPr lvl="0"/>
            <a:r>
              <a:rPr lang="en-US" dirty="0"/>
              <a:t>Name</a:t>
            </a:r>
          </a:p>
        </p:txBody>
      </p:sp>
      <p:sp>
        <p:nvSpPr>
          <p:cNvPr id="29" name="Text Placeholder 19">
            <a:extLst>
              <a:ext uri="{FF2B5EF4-FFF2-40B4-BE49-F238E27FC236}">
                <a16:creationId xmlns:a16="http://schemas.microsoft.com/office/drawing/2014/main" id="{5F7DE4ED-8F4D-465C-86B4-2372AE291F56}"/>
              </a:ext>
            </a:extLst>
          </p:cNvPr>
          <p:cNvSpPr>
            <a:spLocks noGrp="1"/>
          </p:cNvSpPr>
          <p:nvPr>
            <p:ph type="body" sz="quarter" idx="24" hasCustomPrompt="1"/>
          </p:nvPr>
        </p:nvSpPr>
        <p:spPr>
          <a:xfrm>
            <a:off x="9163940" y="5346319"/>
            <a:ext cx="2286000" cy="590550"/>
          </a:xfrm>
        </p:spPr>
        <p:txBody>
          <a:bodyPr>
            <a:normAutofit/>
          </a:bodyPr>
          <a:lstStyle>
            <a:lvl1pPr marL="0" indent="0" defTabSz="0">
              <a:spcBef>
                <a:spcPts val="0"/>
              </a:spcBef>
              <a:buNone/>
              <a:defRPr sz="1600"/>
            </a:lvl1pPr>
            <a:lvl2pPr marL="571500" indent="0">
              <a:buNone/>
              <a:defRPr/>
            </a:lvl2pPr>
            <a:lvl3pPr marL="1028700" indent="0">
              <a:buNone/>
              <a:defRPr/>
            </a:lvl3pPr>
            <a:lvl4pPr marL="1428750" indent="0">
              <a:buNone/>
              <a:defRPr/>
            </a:lvl4pPr>
            <a:lvl5pPr marL="1885950" indent="0">
              <a:buNone/>
              <a:defRPr/>
            </a:lvl5pPr>
          </a:lstStyle>
          <a:p>
            <a:pPr lvl="0"/>
            <a:r>
              <a:rPr lang="en-US" dirty="0"/>
              <a:t>Title</a:t>
            </a:r>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r>
              <a:rPr lang="en-US"/>
              <a:t>20xx</a:t>
            </a:r>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33804552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85CC-8D2B-4219-A2A4-1625A02DFECD}"/>
              </a:ext>
            </a:extLst>
          </p:cNvPr>
          <p:cNvSpPr>
            <a:spLocks noGrp="1"/>
          </p:cNvSpPr>
          <p:nvPr>
            <p:ph type="title"/>
          </p:nvPr>
        </p:nvSpPr>
        <p:spPr>
          <a:xfrm>
            <a:off x="839788" y="685800"/>
            <a:ext cx="10515600" cy="1325880"/>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DD6143C8-1CF7-440E-99A3-0527314598C6}"/>
              </a:ext>
            </a:extLst>
          </p:cNvPr>
          <p:cNvSpPr>
            <a:spLocks noGrp="1"/>
          </p:cNvSpPr>
          <p:nvPr>
            <p:ph type="body" idx="1"/>
          </p:nvPr>
        </p:nvSpPr>
        <p:spPr>
          <a:xfrm>
            <a:off x="839788" y="2011680"/>
            <a:ext cx="3383280" cy="530352"/>
          </a:xfrm>
        </p:spPr>
        <p:txBody>
          <a:bodyPr anchor="t" anchorCtr="0">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2560320"/>
            <a:ext cx="3383280" cy="3446463"/>
          </a:xfrm>
        </p:spPr>
        <p:txBody>
          <a:bodyPr>
            <a:normAutofit/>
          </a:bodyPr>
          <a:lstStyle>
            <a:lvl1pPr>
              <a:buClr>
                <a:schemeClr val="tx2">
                  <a:lumMod val="50000"/>
                  <a:lumOff val="50000"/>
                </a:schemeClr>
              </a:buClr>
              <a:defRPr sz="1400"/>
            </a:lvl1pPr>
            <a:lvl2pPr>
              <a:buClr>
                <a:schemeClr val="tx2">
                  <a:lumMod val="50000"/>
                  <a:lumOff val="50000"/>
                </a:schemeClr>
              </a:buClr>
              <a:defRPr sz="1400"/>
            </a:lvl2pPr>
            <a:lvl3pPr>
              <a:buClr>
                <a:schemeClr val="tx2">
                  <a:lumMod val="50000"/>
                  <a:lumOff val="50000"/>
                </a:schemeClr>
              </a:buClr>
              <a:defRPr sz="1400"/>
            </a:lvl3pPr>
            <a:lvl4pPr>
              <a:buClr>
                <a:schemeClr val="tx2">
                  <a:lumMod val="50000"/>
                  <a:lumOff val="50000"/>
                </a:schemeClr>
              </a:buClr>
              <a:defRPr sz="1400"/>
            </a:lvl4pPr>
            <a:lvl5pPr>
              <a:buClr>
                <a:schemeClr val="tx2">
                  <a:lumMod val="50000"/>
                  <a:lumOff val="50000"/>
                </a:schemeClr>
              </a:buCl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76CB5B7-DC23-41CE-872B-E25BD64F84A5}"/>
              </a:ext>
            </a:extLst>
          </p:cNvPr>
          <p:cNvSpPr>
            <a:spLocks noGrp="1"/>
          </p:cNvSpPr>
          <p:nvPr>
            <p:ph type="body" sz="quarter" idx="3"/>
          </p:nvPr>
        </p:nvSpPr>
        <p:spPr>
          <a:xfrm>
            <a:off x="4404360" y="2011680"/>
            <a:ext cx="3383280" cy="530352"/>
          </a:xfrm>
        </p:spPr>
        <p:txBody>
          <a:bodyPr anchor="t" anchorCtr="0">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4404360" y="2560320"/>
            <a:ext cx="3383280" cy="3446463"/>
          </a:xfrm>
        </p:spPr>
        <p:txBody>
          <a:bodyPr>
            <a:normAutofit/>
          </a:bodyPr>
          <a:lstStyle>
            <a:lvl1pPr>
              <a:buClr>
                <a:schemeClr val="tx2">
                  <a:lumMod val="50000"/>
                  <a:lumOff val="50000"/>
                </a:schemeClr>
              </a:buClr>
              <a:defRPr sz="1400"/>
            </a:lvl1pPr>
            <a:lvl2pPr>
              <a:buClr>
                <a:schemeClr val="tx2">
                  <a:lumMod val="50000"/>
                  <a:lumOff val="50000"/>
                </a:schemeClr>
              </a:buClr>
              <a:defRPr sz="1400"/>
            </a:lvl2pPr>
            <a:lvl3pPr>
              <a:buClr>
                <a:schemeClr val="tx2">
                  <a:lumMod val="50000"/>
                  <a:lumOff val="50000"/>
                </a:schemeClr>
              </a:buClr>
              <a:defRPr sz="1400"/>
            </a:lvl3pPr>
            <a:lvl4pPr>
              <a:buClr>
                <a:schemeClr val="tx2">
                  <a:lumMod val="50000"/>
                  <a:lumOff val="50000"/>
                </a:schemeClr>
              </a:buClr>
              <a:defRPr sz="1400"/>
            </a:lvl4pPr>
            <a:lvl5pPr>
              <a:buClr>
                <a:schemeClr val="tx2">
                  <a:lumMod val="50000"/>
                  <a:lumOff val="50000"/>
                </a:schemeClr>
              </a:buCl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4">
            <a:extLst>
              <a:ext uri="{FF2B5EF4-FFF2-40B4-BE49-F238E27FC236}">
                <a16:creationId xmlns:a16="http://schemas.microsoft.com/office/drawing/2014/main" id="{422881CE-A366-4A3A-AE00-9B14BEFE4A95}"/>
              </a:ext>
            </a:extLst>
          </p:cNvPr>
          <p:cNvSpPr>
            <a:spLocks noGrp="1"/>
          </p:cNvSpPr>
          <p:nvPr>
            <p:ph type="body" sz="quarter" idx="13"/>
          </p:nvPr>
        </p:nvSpPr>
        <p:spPr>
          <a:xfrm>
            <a:off x="7968934" y="2011680"/>
            <a:ext cx="3383280" cy="530352"/>
          </a:xfrm>
        </p:spPr>
        <p:txBody>
          <a:bodyPr anchor="t" anchorCtr="0">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1" name="Content Placeholder 5">
            <a:extLst>
              <a:ext uri="{FF2B5EF4-FFF2-40B4-BE49-F238E27FC236}">
                <a16:creationId xmlns:a16="http://schemas.microsoft.com/office/drawing/2014/main" id="{3CF16E98-73C9-47B5-B88B-9120BEB9F09B}"/>
              </a:ext>
            </a:extLst>
          </p:cNvPr>
          <p:cNvSpPr>
            <a:spLocks noGrp="1"/>
          </p:cNvSpPr>
          <p:nvPr>
            <p:ph sz="quarter" idx="14"/>
          </p:nvPr>
        </p:nvSpPr>
        <p:spPr>
          <a:xfrm>
            <a:off x="7968934" y="2560320"/>
            <a:ext cx="3383280" cy="3446463"/>
          </a:xfrm>
        </p:spPr>
        <p:txBody>
          <a:bodyPr>
            <a:normAutofit/>
          </a:bodyPr>
          <a:lstStyle>
            <a:lvl1pPr>
              <a:buClr>
                <a:schemeClr val="tx2">
                  <a:lumMod val="50000"/>
                  <a:lumOff val="50000"/>
                </a:schemeClr>
              </a:buClr>
              <a:defRPr sz="1400"/>
            </a:lvl1pPr>
            <a:lvl2pPr>
              <a:buClr>
                <a:schemeClr val="tx2">
                  <a:lumMod val="50000"/>
                  <a:lumOff val="50000"/>
                </a:schemeClr>
              </a:buClr>
              <a:defRPr sz="1400"/>
            </a:lvl2pPr>
            <a:lvl3pPr>
              <a:buClr>
                <a:schemeClr val="tx2">
                  <a:lumMod val="50000"/>
                  <a:lumOff val="50000"/>
                </a:schemeClr>
              </a:buClr>
              <a:defRPr sz="1400"/>
            </a:lvl3pPr>
            <a:lvl4pPr>
              <a:buClr>
                <a:schemeClr val="tx2">
                  <a:lumMod val="50000"/>
                  <a:lumOff val="50000"/>
                </a:schemeClr>
              </a:buClr>
              <a:defRPr sz="1400"/>
            </a:lvl4pPr>
            <a:lvl5pPr>
              <a:buClr>
                <a:schemeClr val="tx2">
                  <a:lumMod val="50000"/>
                  <a:lumOff val="50000"/>
                </a:schemeClr>
              </a:buCl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r>
              <a:rPr lang="en-US"/>
              <a:t>20xx</a:t>
            </a:r>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16588783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ummar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r>
              <a:rPr lang="en-US"/>
              <a:t>20xx</a:t>
            </a:r>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
        <p:nvSpPr>
          <p:cNvPr id="6" name="Title 1">
            <a:extLst>
              <a:ext uri="{FF2B5EF4-FFF2-40B4-BE49-F238E27FC236}">
                <a16:creationId xmlns:a16="http://schemas.microsoft.com/office/drawing/2014/main" id="{673294AE-7408-47DB-898D-41F8C069B42E}"/>
              </a:ext>
            </a:extLst>
          </p:cNvPr>
          <p:cNvSpPr>
            <a:spLocks noGrp="1"/>
          </p:cNvSpPr>
          <p:nvPr>
            <p:ph type="title"/>
          </p:nvPr>
        </p:nvSpPr>
        <p:spPr>
          <a:xfrm>
            <a:off x="841248" y="857251"/>
            <a:ext cx="6156051" cy="2076450"/>
          </a:xfrm>
        </p:spPr>
        <p:txBody>
          <a:bodyPr anchor="b">
            <a:normAutofit/>
          </a:bodyPr>
          <a:lstStyle/>
          <a:p>
            <a:endParaRPr lang="en-US" sz="4400" dirty="0">
              <a:gradFill flip="none" rotWithShape="1">
                <a:gsLst>
                  <a:gs pos="0">
                    <a:schemeClr val="accent5">
                      <a:alpha val="70000"/>
                    </a:schemeClr>
                  </a:gs>
                  <a:gs pos="100000">
                    <a:schemeClr val="accent1">
                      <a:alpha val="70000"/>
                    </a:schemeClr>
                  </a:gs>
                </a:gsLst>
                <a:lin ang="0" scaled="1"/>
                <a:tileRect/>
              </a:gradFill>
            </a:endParaRPr>
          </a:p>
        </p:txBody>
      </p:sp>
      <p:sp>
        <p:nvSpPr>
          <p:cNvPr id="7" name="Content Placeholder 2">
            <a:extLst>
              <a:ext uri="{FF2B5EF4-FFF2-40B4-BE49-F238E27FC236}">
                <a16:creationId xmlns:a16="http://schemas.microsoft.com/office/drawing/2014/main" id="{E973052A-4118-4E04-81F8-A44EC172FE46}"/>
              </a:ext>
            </a:extLst>
          </p:cNvPr>
          <p:cNvSpPr>
            <a:spLocks noGrp="1"/>
          </p:cNvSpPr>
          <p:nvPr>
            <p:ph idx="1"/>
          </p:nvPr>
        </p:nvSpPr>
        <p:spPr>
          <a:xfrm>
            <a:off x="841247" y="3190875"/>
            <a:ext cx="6156052" cy="2986087"/>
          </a:xfrm>
        </p:spPr>
        <p:txBody>
          <a:bodyPr>
            <a:normAutofit/>
          </a:bodyPr>
          <a:lstStyle>
            <a:lvl1pPr marL="0" indent="0">
              <a:buNone/>
              <a:defRPr sz="2200"/>
            </a:lvl1pPr>
          </a:lstStyle>
          <a:p>
            <a:pPr marL="228600" indent="-228600"/>
            <a:endParaRPr lang="en-US" sz="2000" dirty="0">
              <a:solidFill>
                <a:schemeClr val="tx2">
                  <a:alpha val="60000"/>
                </a:schemeClr>
              </a:solidFill>
            </a:endParaRPr>
          </a:p>
        </p:txBody>
      </p:sp>
      <p:sp>
        <p:nvSpPr>
          <p:cNvPr id="10" name="Date Placeholder 3">
            <a:extLst>
              <a:ext uri="{FF2B5EF4-FFF2-40B4-BE49-F238E27FC236}">
                <a16:creationId xmlns:a16="http://schemas.microsoft.com/office/drawing/2014/main" id="{8988D1E1-6064-4D6A-9EB1-578E20A2A0ED}"/>
              </a:ext>
            </a:extLst>
          </p:cNvPr>
          <p:cNvSpPr txBox="1">
            <a:spLocks/>
          </p:cNvSpPr>
          <p:nvPr userDrawn="1"/>
        </p:nvSpPr>
        <p:spPr>
          <a:xfrm>
            <a:off x="841248" y="6429375"/>
            <a:ext cx="2646725" cy="365125"/>
          </a:xfrm>
          <a:prstGeom prst="rect">
            <a:avLst/>
          </a:prstGeom>
        </p:spPr>
        <p:txBody>
          <a:bodyPr vert="horz" lIns="91440" tIns="45720" rIns="91440" bIns="45720" rtlCol="0" anchor="ctr"/>
          <a:lstStyle>
            <a:defPPr>
              <a:defRPr lang="en-US"/>
            </a:defPPr>
            <a:lvl1pPr marL="0" algn="l" defTabSz="914400" rtl="0" eaLnBrk="1" latinLnBrk="0" hangingPunct="1">
              <a:defRPr sz="900" kern="1200" cap="all" spc="150" baseline="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B23B9F-B223-42FC-B961-B8BFC75D2259}" type="datetime1">
              <a:rPr lang="en-US" smtClean="0">
                <a:solidFill>
                  <a:schemeClr val="tx2">
                    <a:alpha val="60000"/>
                  </a:schemeClr>
                </a:solidFill>
              </a:rPr>
              <a:pPr/>
              <a:t>9/27/2025</a:t>
            </a:fld>
            <a:endParaRPr lang="en-US" dirty="0">
              <a:solidFill>
                <a:schemeClr val="tx2">
                  <a:alpha val="60000"/>
                </a:schemeClr>
              </a:solidFill>
            </a:endParaRPr>
          </a:p>
        </p:txBody>
      </p:sp>
      <p:sp>
        <p:nvSpPr>
          <p:cNvPr id="11" name="Footer Placeholder 4">
            <a:extLst>
              <a:ext uri="{FF2B5EF4-FFF2-40B4-BE49-F238E27FC236}">
                <a16:creationId xmlns:a16="http://schemas.microsoft.com/office/drawing/2014/main" id="{BD47C5CB-0317-4DC6-A76F-38A5BB1FD1C2}"/>
              </a:ext>
            </a:extLst>
          </p:cNvPr>
          <p:cNvSpPr txBox="1">
            <a:spLocks/>
          </p:cNvSpPr>
          <p:nvPr userDrawn="1"/>
        </p:nvSpPr>
        <p:spPr>
          <a:xfrm>
            <a:off x="4044696" y="64293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900" kern="1200" cap="all" spc="150" baseline="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2">
                    <a:alpha val="60000"/>
                  </a:schemeClr>
                </a:solidFill>
              </a:rPr>
              <a:t>Sample footer text</a:t>
            </a:r>
            <a:endParaRPr lang="en-US" dirty="0">
              <a:solidFill>
                <a:schemeClr val="tx2">
                  <a:alpha val="60000"/>
                </a:schemeClr>
              </a:solidFill>
            </a:endParaRPr>
          </a:p>
        </p:txBody>
      </p:sp>
      <p:sp>
        <p:nvSpPr>
          <p:cNvPr id="12" name="Slide Number Placeholder 5">
            <a:extLst>
              <a:ext uri="{FF2B5EF4-FFF2-40B4-BE49-F238E27FC236}">
                <a16:creationId xmlns:a16="http://schemas.microsoft.com/office/drawing/2014/main" id="{8CCF6E15-0BE7-453B-BBD4-B379C390AD22}"/>
              </a:ext>
            </a:extLst>
          </p:cNvPr>
          <p:cNvSpPr txBox="1">
            <a:spLocks/>
          </p:cNvSpPr>
          <p:nvPr userDrawn="1"/>
        </p:nvSpPr>
        <p:spPr>
          <a:xfrm>
            <a:off x="8613648" y="64293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cap="all" spc="150" baseline="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8844951-7827-47D4-8276-7DDE1FA7D85A}" type="slidenum">
              <a:rPr lang="en-US" smtClean="0">
                <a:solidFill>
                  <a:schemeClr val="tx2">
                    <a:alpha val="60000"/>
                  </a:schemeClr>
                </a:solidFill>
              </a:rPr>
              <a:pPr/>
              <a:t>‹#›</a:t>
            </a:fld>
            <a:endParaRPr lang="en-US" dirty="0">
              <a:solidFill>
                <a:schemeClr val="tx2">
                  <a:alpha val="60000"/>
                </a:schemeClr>
              </a:solidFill>
            </a:endParaRPr>
          </a:p>
        </p:txBody>
      </p:sp>
      <p:sp>
        <p:nvSpPr>
          <p:cNvPr id="14" name="Picture Placeholder 13">
            <a:extLst>
              <a:ext uri="{FF2B5EF4-FFF2-40B4-BE49-F238E27FC236}">
                <a16:creationId xmlns:a16="http://schemas.microsoft.com/office/drawing/2014/main" id="{0E092228-4487-4E3A-AEE3-12DC34A061E2}"/>
              </a:ext>
            </a:extLst>
          </p:cNvPr>
          <p:cNvSpPr>
            <a:spLocks noGrp="1"/>
          </p:cNvSpPr>
          <p:nvPr>
            <p:ph type="pic" sz="quarter" idx="13"/>
          </p:nvPr>
        </p:nvSpPr>
        <p:spPr>
          <a:xfrm>
            <a:off x="7424928" y="484632"/>
            <a:ext cx="4279392" cy="2862072"/>
          </a:xfrm>
          <a:solidFill>
            <a:schemeClr val="accent6"/>
          </a:solidFill>
        </p:spPr>
        <p:txBody>
          <a:bodyPr/>
          <a:lstStyle/>
          <a:p>
            <a:endParaRPr lang="en-US"/>
          </a:p>
        </p:txBody>
      </p:sp>
      <p:sp>
        <p:nvSpPr>
          <p:cNvPr id="15" name="Picture Placeholder 13">
            <a:extLst>
              <a:ext uri="{FF2B5EF4-FFF2-40B4-BE49-F238E27FC236}">
                <a16:creationId xmlns:a16="http://schemas.microsoft.com/office/drawing/2014/main" id="{6AB20921-6E7F-4BD8-9399-D18CABB64B9A}"/>
              </a:ext>
            </a:extLst>
          </p:cNvPr>
          <p:cNvSpPr>
            <a:spLocks noGrp="1"/>
          </p:cNvSpPr>
          <p:nvPr>
            <p:ph type="pic" sz="quarter" idx="14"/>
          </p:nvPr>
        </p:nvSpPr>
        <p:spPr>
          <a:xfrm>
            <a:off x="7424928" y="3511296"/>
            <a:ext cx="4279392" cy="2862072"/>
          </a:xfrm>
          <a:solidFill>
            <a:schemeClr val="accent6"/>
          </a:solidFill>
        </p:spPr>
        <p:txBody>
          <a:bodyPr/>
          <a:lstStyle/>
          <a:p>
            <a:endParaRPr lang="en-US"/>
          </a:p>
        </p:txBody>
      </p:sp>
    </p:spTree>
    <p:extLst>
      <p:ext uri="{BB962C8B-B14F-4D97-AF65-F5344CB8AC3E}">
        <p14:creationId xmlns:p14="http://schemas.microsoft.com/office/powerpoint/2010/main" val="42304300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022B425-A1C3-4DFE-BF49-1B9F96D46B2A}"/>
              </a:ext>
            </a:extLst>
          </p:cNvPr>
          <p:cNvSpPr>
            <a:spLocks noGrp="1"/>
          </p:cNvSpPr>
          <p:nvPr>
            <p:ph type="title"/>
          </p:nvPr>
        </p:nvSpPr>
        <p:spPr>
          <a:xfrm>
            <a:off x="841248" y="3893769"/>
            <a:ext cx="5992550" cy="2319306"/>
          </a:xfrm>
        </p:spPr>
        <p:txBody>
          <a:bodyPr anchor="t">
            <a:normAutofit/>
          </a:bodyPr>
          <a:lstStyle/>
          <a:p>
            <a:endParaRPr lang="en-US" sz="4400" dirty="0">
              <a:gradFill flip="none" rotWithShape="1">
                <a:gsLst>
                  <a:gs pos="0">
                    <a:schemeClr val="accent5">
                      <a:alpha val="70000"/>
                    </a:schemeClr>
                  </a:gs>
                  <a:gs pos="100000">
                    <a:schemeClr val="accent1">
                      <a:alpha val="70000"/>
                    </a:schemeClr>
                  </a:gs>
                </a:gsLst>
                <a:lin ang="0" scaled="1"/>
                <a:tileRect/>
              </a:gradFill>
            </a:endParaRPr>
          </a:p>
        </p:txBody>
      </p:sp>
      <p:sp>
        <p:nvSpPr>
          <p:cNvPr id="14" name="Picture Placeholder 13">
            <a:extLst>
              <a:ext uri="{FF2B5EF4-FFF2-40B4-BE49-F238E27FC236}">
                <a16:creationId xmlns:a16="http://schemas.microsoft.com/office/drawing/2014/main" id="{2AEC60F9-EA79-4A18-B040-024AFB62FD5E}"/>
              </a:ext>
            </a:extLst>
          </p:cNvPr>
          <p:cNvSpPr>
            <a:spLocks noGrp="1"/>
          </p:cNvSpPr>
          <p:nvPr>
            <p:ph type="pic" sz="quarter" idx="13"/>
          </p:nvPr>
        </p:nvSpPr>
        <p:spPr>
          <a:xfrm>
            <a:off x="493776" y="484632"/>
            <a:ext cx="11210544" cy="3191256"/>
          </a:xfrm>
          <a:solidFill>
            <a:schemeClr val="accent6"/>
          </a:solidFill>
        </p:spPr>
        <p:txBody>
          <a:bodyPr/>
          <a:lstStyle/>
          <a:p>
            <a:endParaRPr lang="en-US" dirty="0"/>
          </a:p>
        </p:txBody>
      </p:sp>
      <p:sp>
        <p:nvSpPr>
          <p:cNvPr id="9" name="Content Placeholder 2">
            <a:extLst>
              <a:ext uri="{FF2B5EF4-FFF2-40B4-BE49-F238E27FC236}">
                <a16:creationId xmlns:a16="http://schemas.microsoft.com/office/drawing/2014/main" id="{83B88B7B-A749-40EA-A140-38D1E04EFF4F}"/>
              </a:ext>
            </a:extLst>
          </p:cNvPr>
          <p:cNvSpPr>
            <a:spLocks noGrp="1"/>
          </p:cNvSpPr>
          <p:nvPr>
            <p:ph idx="1"/>
          </p:nvPr>
        </p:nvSpPr>
        <p:spPr>
          <a:xfrm>
            <a:off x="6979133" y="3893770"/>
            <a:ext cx="4377714" cy="2319306"/>
          </a:xfrm>
        </p:spPr>
        <p:txBody>
          <a:bodyPr anchor="t">
            <a:normAutofit/>
          </a:bodyPr>
          <a:lstStyle>
            <a:lvl1pPr marL="0" indent="0">
              <a:buNone/>
              <a:defRPr sz="2800"/>
            </a:lvl1pPr>
          </a:lstStyle>
          <a:p>
            <a:pPr marL="228600" indent="-228600"/>
            <a:endParaRPr lang="en-US" sz="1800" dirty="0">
              <a:solidFill>
                <a:schemeClr val="tx2">
                  <a:alpha val="60000"/>
                </a:schemeClr>
              </a:solidFill>
            </a:endParaRPr>
          </a:p>
        </p:txBody>
      </p:sp>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a:xfrm>
            <a:off x="838200" y="6418489"/>
            <a:ext cx="2743200" cy="365125"/>
          </a:xfrm>
        </p:spPr>
        <p:txBody>
          <a:bodyPr/>
          <a:lstStyle/>
          <a:p>
            <a:r>
              <a:rPr lang="en-US"/>
              <a:t>20xx</a:t>
            </a:r>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7613200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3B052-A59B-4AE3-A89A-E7748630C15B}"/>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BDA9EC4-FEA9-41D2-BE8D-F709F01D37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E155CF-52F5-4879-B7F3-D05812AC4A6D}"/>
              </a:ext>
            </a:extLst>
          </p:cNvPr>
          <p:cNvSpPr>
            <a:spLocks noGrp="1"/>
          </p:cNvSpPr>
          <p:nvPr>
            <p:ph type="dt" sz="half" idx="10"/>
          </p:nvPr>
        </p:nvSpPr>
        <p:spPr/>
        <p:txBody>
          <a:bodyPr/>
          <a:lstStyle/>
          <a:p>
            <a:r>
              <a:rPr lang="en-US"/>
              <a:t>20xx</a:t>
            </a:r>
          </a:p>
        </p:txBody>
      </p:sp>
      <p:sp>
        <p:nvSpPr>
          <p:cNvPr id="5" name="Footer Placeholder 4">
            <a:extLst>
              <a:ext uri="{FF2B5EF4-FFF2-40B4-BE49-F238E27FC236}">
                <a16:creationId xmlns:a16="http://schemas.microsoft.com/office/drawing/2014/main" id="{80D053AC-61ED-4C2F-90BF-D4A9165451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138B2ED7-A198-4613-B8C9-EE02BAE24FA4}"/>
              </a:ext>
            </a:extLst>
          </p:cNvPr>
          <p:cNvSpPr>
            <a:spLocks noGrp="1"/>
          </p:cNvSpPr>
          <p:nvPr>
            <p:ph type="sldNum" sz="quarter" idx="12"/>
          </p:nvPr>
        </p:nvSpPr>
        <p:spPr/>
        <p:txBody>
          <a:bodyPr/>
          <a:lstStyle/>
          <a:p>
            <a:fld id="{28844951-7827-47D4-8276-7DDE1FA7D85A}" type="slidenum">
              <a:rPr lang="en-US" smtClean="0"/>
              <a:t>‹#›</a:t>
            </a:fld>
            <a:endParaRPr lang="en-US"/>
          </a:p>
        </p:txBody>
      </p:sp>
    </p:spTree>
    <p:extLst>
      <p:ext uri="{BB962C8B-B14F-4D97-AF65-F5344CB8AC3E}">
        <p14:creationId xmlns:p14="http://schemas.microsoft.com/office/powerpoint/2010/main" val="2939876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Frame 7">
            <a:extLst>
              <a:ext uri="{FF2B5EF4-FFF2-40B4-BE49-F238E27FC236}">
                <a16:creationId xmlns:a16="http://schemas.microsoft.com/office/drawing/2014/main" id="{DD7EAFE6-2BB9-41FB-9CF4-588CFC708774}"/>
              </a:ext>
            </a:extLst>
          </p:cNvPr>
          <p:cNvSpPr/>
          <p:nvPr/>
        </p:nvSpPr>
        <p:spPr>
          <a:xfrm>
            <a:off x="1524" y="0"/>
            <a:ext cx="12188952" cy="6858000"/>
          </a:xfrm>
          <a:prstGeom prst="frame">
            <a:avLst>
              <a:gd name="adj1" fmla="val 7164"/>
            </a:avLst>
          </a:prstGeom>
          <a:gradFill flip="none" rotWithShape="1">
            <a:gsLst>
              <a:gs pos="0">
                <a:schemeClr val="accent2">
                  <a:alpha val="40000"/>
                </a:schemeClr>
              </a:gs>
              <a:gs pos="100000">
                <a:schemeClr val="accent1">
                  <a:alpha val="4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41447F1F-BFA8-4A56-894B-40120132EE48}"/>
              </a:ext>
            </a:extLst>
          </p:cNvPr>
          <p:cNvSpPr>
            <a:spLocks noGrp="1"/>
          </p:cNvSpPr>
          <p:nvPr>
            <p:ph type="title"/>
          </p:nvPr>
        </p:nvSpPr>
        <p:spPr>
          <a:xfrm>
            <a:off x="838200" y="68103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658FB99-0FA3-49F4-99A1-61919F942794}"/>
              </a:ext>
            </a:extLst>
          </p:cNvPr>
          <p:cNvSpPr>
            <a:spLocks noGrp="1"/>
          </p:cNvSpPr>
          <p:nvPr>
            <p:ph type="body" idx="1"/>
          </p:nvPr>
        </p:nvSpPr>
        <p:spPr>
          <a:xfrm>
            <a:off x="838200" y="2178657"/>
            <a:ext cx="10515600" cy="39983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DCCAE5-4EB0-4174-BD15-4943899B0A29}"/>
              </a:ext>
            </a:extLst>
          </p:cNvPr>
          <p:cNvSpPr>
            <a:spLocks noGrp="1"/>
          </p:cNvSpPr>
          <p:nvPr>
            <p:ph type="dt" sz="half" idx="2"/>
          </p:nvPr>
        </p:nvSpPr>
        <p:spPr>
          <a:xfrm>
            <a:off x="838200" y="6429375"/>
            <a:ext cx="2743200" cy="365125"/>
          </a:xfrm>
          <a:prstGeom prst="rect">
            <a:avLst/>
          </a:prstGeom>
        </p:spPr>
        <p:txBody>
          <a:bodyPr vert="horz" lIns="91440" tIns="45720" rIns="91440" bIns="45720" rtlCol="0" anchor="ctr"/>
          <a:lstStyle>
            <a:lvl1pPr algn="l">
              <a:defRPr sz="900" cap="all" spc="150" baseline="0">
                <a:solidFill>
                  <a:srgbClr val="FFFFFF"/>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26A4189E-43B2-4CEE-B13E-61A1FBBBD25D}"/>
              </a:ext>
            </a:extLst>
          </p:cNvPr>
          <p:cNvSpPr>
            <a:spLocks noGrp="1"/>
          </p:cNvSpPr>
          <p:nvPr>
            <p:ph type="ftr" sz="quarter" idx="3"/>
          </p:nvPr>
        </p:nvSpPr>
        <p:spPr>
          <a:xfrm>
            <a:off x="4038600" y="6429375"/>
            <a:ext cx="4114800" cy="365125"/>
          </a:xfrm>
          <a:prstGeom prst="rect">
            <a:avLst/>
          </a:prstGeom>
        </p:spPr>
        <p:txBody>
          <a:bodyPr vert="horz" lIns="91440" tIns="45720" rIns="91440" bIns="45720" rtlCol="0" anchor="ctr"/>
          <a:lstStyle>
            <a:lvl1pPr algn="ctr">
              <a:defRPr sz="900" cap="all" spc="150" baseline="0">
                <a:solidFill>
                  <a:srgbClr val="FFFFFF"/>
                </a:solidFill>
              </a:defRPr>
            </a:lvl1pPr>
          </a:lstStyle>
          <a:p>
            <a:r>
              <a:rPr lang="en-US">
                <a:solidFill>
                  <a:srgbClr val="FFFFFF"/>
                </a:solidFill>
              </a:rPr>
              <a:t>SAMPLE FOOTER TEXT</a:t>
            </a:r>
          </a:p>
        </p:txBody>
      </p:sp>
      <p:sp>
        <p:nvSpPr>
          <p:cNvPr id="6" name="Slide Number Placeholder 5">
            <a:extLst>
              <a:ext uri="{FF2B5EF4-FFF2-40B4-BE49-F238E27FC236}">
                <a16:creationId xmlns:a16="http://schemas.microsoft.com/office/drawing/2014/main" id="{EAA0530F-0BC8-46EF-A765-DD58B5367528}"/>
              </a:ext>
            </a:extLst>
          </p:cNvPr>
          <p:cNvSpPr>
            <a:spLocks noGrp="1"/>
          </p:cNvSpPr>
          <p:nvPr>
            <p:ph type="sldNum" sz="quarter" idx="4"/>
          </p:nvPr>
        </p:nvSpPr>
        <p:spPr>
          <a:xfrm>
            <a:off x="8610600" y="6429375"/>
            <a:ext cx="2743200" cy="365125"/>
          </a:xfrm>
          <a:prstGeom prst="rect">
            <a:avLst/>
          </a:prstGeom>
        </p:spPr>
        <p:txBody>
          <a:bodyPr vert="horz" lIns="91440" tIns="45720" rIns="91440" bIns="45720" rtlCol="0" anchor="ctr"/>
          <a:lstStyle>
            <a:lvl1pPr algn="r">
              <a:defRPr sz="900" cap="all" spc="150" baseline="0">
                <a:solidFill>
                  <a:srgbClr val="FFFFFF"/>
                </a:solidFill>
              </a:defRPr>
            </a:lvl1pPr>
          </a:lstStyle>
          <a:p>
            <a:fld id="{28844951-7827-47D4-8276-7DDE1FA7D85A}" type="slidenum">
              <a:rPr lang="en-US" smtClean="0"/>
              <a:pPr/>
              <a:t>‹#›</a:t>
            </a:fld>
            <a:endParaRPr lang="en-US"/>
          </a:p>
        </p:txBody>
      </p:sp>
    </p:spTree>
    <p:extLst>
      <p:ext uri="{BB962C8B-B14F-4D97-AF65-F5344CB8AC3E}">
        <p14:creationId xmlns:p14="http://schemas.microsoft.com/office/powerpoint/2010/main" val="2314514164"/>
      </p:ext>
    </p:extLst>
  </p:cSld>
  <p:clrMap bg1="lt1" tx1="dk1" bg2="lt2" tx2="dk2" accent1="accent1" accent2="accent2" accent3="accent3" accent4="accent4" accent5="accent5" accent6="accent6" hlink="hlink" folHlink="folHlink"/>
  <p:sldLayoutIdLst>
    <p:sldLayoutId id="2147483697" r:id="rId1"/>
    <p:sldLayoutId id="2147483686" r:id="rId2"/>
    <p:sldLayoutId id="2147483687" r:id="rId3"/>
    <p:sldLayoutId id="2147483688" r:id="rId4"/>
    <p:sldLayoutId id="2147483689" r:id="rId5"/>
    <p:sldLayoutId id="2147483690" r:id="rId6"/>
    <p:sldLayoutId id="2147483703" r:id="rId7"/>
    <p:sldLayoutId id="2147483692" r:id="rId8"/>
    <p:sldLayoutId id="2147483693" r:id="rId9"/>
    <p:sldLayoutId id="2147483696" r:id="rId10"/>
    <p:sldLayoutId id="2147483699" r:id="rId11"/>
    <p:sldLayoutId id="2147483698" r:id="rId12"/>
    <p:sldLayoutId id="2147483700" r:id="rId13"/>
    <p:sldLayoutId id="2147483705" r:id="rId14"/>
    <p:sldLayoutId id="2147483704" r:id="rId15"/>
    <p:sldLayoutId id="2147483702" r:id="rId16"/>
    <p:sldLayoutId id="2147483701" r:id="rId17"/>
    <p:sldLayoutId id="2147483685" r:id="rId18"/>
  </p:sldLayoutIdLst>
  <p:hf hdr="0" dt="0"/>
  <p:txStyles>
    <p:titleStyle>
      <a:lvl1pPr marL="0" algn="l" defTabSz="914400" rtl="0" eaLnBrk="1" latinLnBrk="0" hangingPunct="1">
        <a:lnSpc>
          <a:spcPct val="90000"/>
        </a:lnSpc>
        <a:spcBef>
          <a:spcPct val="0"/>
        </a:spcBef>
        <a:buNone/>
        <a:defRPr lang="en-US" sz="5200" kern="1200" dirty="0">
          <a:gradFill flip="none" rotWithShape="1">
            <a:gsLst>
              <a:gs pos="0">
                <a:schemeClr val="accent5"/>
              </a:gs>
              <a:gs pos="100000">
                <a:schemeClr val="accent1">
                  <a:alpha val="70000"/>
                </a:schemeClr>
              </a:gs>
            </a:gsLst>
            <a:lin ang="0" scaled="1"/>
            <a:tileRect/>
          </a:gradFill>
          <a:latin typeface="+mj-lt"/>
          <a:ea typeface="+mn-ea"/>
          <a:cs typeface="Angsana New" panose="02020603050405020304" pitchFamily="18" charset="-34"/>
        </a:defRPr>
      </a:lvl1pPr>
    </p:titleStyle>
    <p:bodyStyle>
      <a:lvl1pPr marL="457200" indent="-228600" algn="l" defTabSz="914400" rtl="0" eaLnBrk="1" latinLnBrk="0" hangingPunct="1">
        <a:lnSpc>
          <a:spcPct val="110000"/>
        </a:lnSpc>
        <a:spcBef>
          <a:spcPts val="1000"/>
        </a:spcBef>
        <a:buClr>
          <a:schemeClr val="tx2">
            <a:lumMod val="10000"/>
            <a:lumOff val="90000"/>
          </a:schemeClr>
        </a:buClr>
        <a:buSzPct val="80000"/>
        <a:buFont typeface="Wingdings" panose="05000000000000000000" pitchFamily="2" charset="2"/>
        <a:buChar char="§"/>
        <a:defRPr sz="3200" kern="1200">
          <a:solidFill>
            <a:schemeClr val="tx2">
              <a:alpha val="70000"/>
            </a:schemeClr>
          </a:solidFill>
          <a:latin typeface="+mn-lt"/>
          <a:ea typeface="+mn-ea"/>
          <a:cs typeface="+mn-cs"/>
        </a:defRPr>
      </a:lvl1pPr>
      <a:lvl2pPr marL="8001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800" kern="1200">
          <a:solidFill>
            <a:schemeClr val="tx2">
              <a:alpha val="70000"/>
            </a:schemeClr>
          </a:solidFill>
          <a:latin typeface="+mn-lt"/>
          <a:ea typeface="+mn-ea"/>
          <a:cs typeface="+mn-cs"/>
        </a:defRPr>
      </a:lvl2pPr>
      <a:lvl3pPr marL="125730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400" kern="1200">
          <a:solidFill>
            <a:schemeClr val="tx2">
              <a:alpha val="70000"/>
            </a:schemeClr>
          </a:solidFill>
          <a:latin typeface="+mn-lt"/>
          <a:ea typeface="+mn-ea"/>
          <a:cs typeface="+mn-cs"/>
        </a:defRPr>
      </a:lvl3pPr>
      <a:lvl4pPr marL="16573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000" kern="1200">
          <a:solidFill>
            <a:schemeClr val="tx2">
              <a:alpha val="70000"/>
            </a:schemeClr>
          </a:solidFill>
          <a:latin typeface="+mn-lt"/>
          <a:ea typeface="+mn-ea"/>
          <a:cs typeface="+mn-cs"/>
        </a:defRPr>
      </a:lvl4pPr>
      <a:lvl5pPr marL="2114550" indent="-228600" algn="l" defTabSz="914400" rtl="0" eaLnBrk="1" latinLnBrk="0" hangingPunct="1">
        <a:lnSpc>
          <a:spcPct val="110000"/>
        </a:lnSpc>
        <a:spcBef>
          <a:spcPts val="500"/>
        </a:spcBef>
        <a:buClr>
          <a:schemeClr val="tx2">
            <a:lumMod val="10000"/>
            <a:lumOff val="90000"/>
          </a:schemeClr>
        </a:buClr>
        <a:buSzPct val="80000"/>
        <a:buFont typeface="Wingdings" panose="05000000000000000000" pitchFamily="2" charset="2"/>
        <a:buChar char="§"/>
        <a:defRPr sz="2000" kern="1200">
          <a:solidFill>
            <a:schemeClr val="tx2">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entrenandoconcabeza.blogspot.com/2015/07/" TargetMode="External"/><Relationship Id="rId2" Type="http://schemas.openxmlformats.org/officeDocument/2006/relationships/image" Target="../media/image5.jpg"/><Relationship Id="rId1" Type="http://schemas.openxmlformats.org/officeDocument/2006/relationships/slideLayout" Target="../slideLayouts/slideLayout9.xml"/><Relationship Id="rId4" Type="http://schemas.openxmlformats.org/officeDocument/2006/relationships/hyperlink" Target="https://creativecommons.org/licenses/by-nc-sa/3.0/"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defRPr sz="3000"/>
            </a:pPr>
            <a:r>
              <a:t>BIOMAROMLAR VA TIRIK ORGANIZMLARNING HAYOTIY SHAKLLARI. VAQT EKOLOGIK OMILI.</a:t>
            </a:r>
          </a:p>
        </p:txBody>
      </p:sp>
      <p:sp>
        <p:nvSpPr>
          <p:cNvPr id="3" name="Subtitle 2"/>
          <p:cNvSpPr>
            <a:spLocks noGrp="1"/>
          </p:cNvSpPr>
          <p:nvPr>
            <p:ph type="subTitle" idx="1"/>
          </p:nvPr>
        </p:nvSpPr>
        <p:spPr/>
        <p:txBody>
          <a:bodyPr/>
          <a:lstStyle/>
          <a:p>
            <a:r>
              <a:t>Tillayeva Muhayyoxon EKOLOGIK MADANIYAT VA BARQAROR TARAQQIYOT ASOSLARI FANIDAN TAYYORLAGAN TAQDIMOTI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2500"/>
            </a:pPr>
            <a:r>
              <a:t>Reja:</a:t>
            </a:r>
          </a:p>
        </p:txBody>
      </p:sp>
      <p:sp>
        <p:nvSpPr>
          <p:cNvPr id="3" name="Content Placeholder 2"/>
          <p:cNvSpPr>
            <a:spLocks noGrp="1"/>
          </p:cNvSpPr>
          <p:nvPr>
            <p:ph idx="1"/>
          </p:nvPr>
        </p:nvSpPr>
        <p:spPr/>
        <p:txBody>
          <a:bodyPr/>
          <a:lstStyle/>
          <a:p>
            <a:r>
              <a:rPr sz="1500"/>
              <a:t>1.Biomaromlar tirik organizmlar hayotiy shakllarini shakllantiruvchi muhim omillardir </a:t>
            </a:r>
          </a:p>
          <a:p>
            <a:r>
              <a:rPr sz="1500"/>
              <a:t>2.Vaqt ekologik omil sifatida organizmlar rivojlanishiga ta'sir qiladi </a:t>
            </a:r>
          </a:p>
          <a:p>
            <a:r>
              <a:rPr sz="1500"/>
              <a:t>3.Har bir biom o'ziga xos hayotiy shakllar va sharoitlarni taqdim etadi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2500"/>
            </a:pPr>
            <a:r>
              <a:t>Biomaromlar tirik organizmlar hayotiy shakllarini shakllantiruvchi muhim omillardir </a:t>
            </a:r>
          </a:p>
        </p:txBody>
      </p:sp>
      <p:sp>
        <p:nvSpPr>
          <p:cNvPr id="3" name="Content Placeholder 2"/>
          <p:cNvSpPr>
            <a:spLocks noGrp="1"/>
          </p:cNvSpPr>
          <p:nvPr>
            <p:ph idx="1"/>
          </p:nvPr>
        </p:nvSpPr>
        <p:spPr/>
        <p:txBody>
          <a:bodyPr/>
          <a:lstStyle/>
          <a:p>
            <a:r>
              <a:rPr sz="1500"/>
              <a:t>• Biomarom nima - Biomarom turli tabiiy muhitlarning organizmlar hayotiga ta'sir ko'rsatgan asosiy ekologik omillar birikmasi hisoblanadi, unda harorat, yorug'lik va namlik muhim rol o'ynaydi.</a:t>
            </a:r>
          </a:p>
          <a:p>
            <a:r>
              <a:rPr sz="1500"/>
              <a:t>• Biomaromlarning turlari - O'rmon biomaromi, cho'l biomaromi va suvli biomarom singari turli biomaromlar mavjud, bular muhitning o'ziga xosligi bilan ajralib turadi.</a:t>
            </a:r>
          </a:p>
          <a:p>
            <a:r>
              <a:rPr sz="1500"/>
              <a:t>• Biomaromlarning hayotiy roli - Biomaromlar ekologik tizimlar hosil qilgan ixtisoslashgan sharoitlar orqali turli xil hayvon va o'simlik turlarining tarqalishini aniqlaydi.</a:t>
            </a:r>
          </a:p>
          <a:p>
            <a:r>
              <a:rPr sz="1500"/>
              <a:t>• Biomaromlarning himoya qilish - Biomaromlarni muhofaza qilish tabiiy boyliklarning davomiyligini saqlashda muhim ahamiyatga ega bo'lib, global iqlim o'zgarishiga qarshi kurashga yordam beradi.</a:t>
            </a:r>
          </a:p>
          <a:p>
            <a:endParaRPr sz="15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685800"/>
            <a:ext cx="3364659" cy="1371600"/>
          </a:xfrm>
        </p:spPr>
        <p:txBody>
          <a:bodyPr/>
          <a:lstStyle/>
          <a:p>
            <a:pPr>
              <a:defRPr sz="2200"/>
            </a:pPr>
            <a:r>
              <a:rPr dirty="0" err="1"/>
              <a:t>Vaqt</a:t>
            </a:r>
            <a:r>
              <a:rPr dirty="0"/>
              <a:t> </a:t>
            </a:r>
            <a:r>
              <a:rPr dirty="0" err="1"/>
              <a:t>ekologik</a:t>
            </a:r>
            <a:r>
              <a:rPr dirty="0"/>
              <a:t> </a:t>
            </a:r>
            <a:r>
              <a:rPr dirty="0" err="1"/>
              <a:t>omil</a:t>
            </a:r>
            <a:r>
              <a:rPr dirty="0"/>
              <a:t> </a:t>
            </a:r>
            <a:r>
              <a:rPr dirty="0" err="1"/>
              <a:t>sifatida</a:t>
            </a:r>
            <a:r>
              <a:rPr dirty="0"/>
              <a:t> </a:t>
            </a:r>
            <a:r>
              <a:rPr dirty="0" err="1"/>
              <a:t>organizmlar</a:t>
            </a:r>
            <a:r>
              <a:rPr dirty="0"/>
              <a:t> </a:t>
            </a:r>
            <a:r>
              <a:rPr dirty="0" err="1"/>
              <a:t>rivojlanishiga</a:t>
            </a:r>
            <a:r>
              <a:rPr dirty="0"/>
              <a:t> </a:t>
            </a:r>
            <a:r>
              <a:rPr dirty="0" err="1"/>
              <a:t>ta'sir</a:t>
            </a:r>
            <a:r>
              <a:rPr dirty="0"/>
              <a:t> </a:t>
            </a:r>
            <a:r>
              <a:rPr dirty="0" err="1"/>
              <a:t>qiladi</a:t>
            </a:r>
            <a:r>
              <a:rPr dirty="0"/>
              <a:t> </a:t>
            </a:r>
          </a:p>
        </p:txBody>
      </p:sp>
      <p:sp>
        <p:nvSpPr>
          <p:cNvPr id="4" name="Text Placeholder 3"/>
          <p:cNvSpPr>
            <a:spLocks noGrp="1"/>
          </p:cNvSpPr>
          <p:nvPr>
            <p:ph type="body" sz="half" idx="2"/>
          </p:nvPr>
        </p:nvSpPr>
        <p:spPr>
          <a:xfrm>
            <a:off x="839789" y="2057400"/>
            <a:ext cx="3481200" cy="4013200"/>
          </a:xfrm>
        </p:spPr>
        <p:txBody>
          <a:bodyPr/>
          <a:lstStyle/>
          <a:p>
            <a:pPr>
              <a:defRPr sz="1500"/>
            </a:pPr>
            <a:r>
              <a:rPr dirty="0"/>
              <a:t>• </a:t>
            </a:r>
            <a:r>
              <a:rPr dirty="0" err="1"/>
              <a:t>Organizmlarning</a:t>
            </a:r>
            <a:r>
              <a:rPr dirty="0"/>
              <a:t> </a:t>
            </a:r>
            <a:r>
              <a:rPr dirty="0" err="1"/>
              <a:t>adaptsiyasi</a:t>
            </a:r>
            <a:r>
              <a:rPr dirty="0"/>
              <a:t> - </a:t>
            </a:r>
            <a:r>
              <a:rPr dirty="0" err="1"/>
              <a:t>Organizmlar</a:t>
            </a:r>
            <a:r>
              <a:rPr dirty="0"/>
              <a:t> </a:t>
            </a:r>
            <a:r>
              <a:rPr dirty="0" err="1"/>
              <a:t>vaqtga</a:t>
            </a:r>
            <a:r>
              <a:rPr dirty="0"/>
              <a:t> </a:t>
            </a:r>
            <a:r>
              <a:rPr dirty="0" err="1"/>
              <a:t>binoan</a:t>
            </a:r>
            <a:r>
              <a:rPr dirty="0"/>
              <a:t> </a:t>
            </a:r>
            <a:r>
              <a:rPr dirty="0" err="1"/>
              <a:t>o'zaviylashadi</a:t>
            </a:r>
            <a:r>
              <a:rPr dirty="0"/>
              <a:t>, </a:t>
            </a:r>
            <a:r>
              <a:rPr dirty="0" err="1"/>
              <a:t>masalan</a:t>
            </a:r>
            <a:r>
              <a:rPr dirty="0"/>
              <a:t>, </a:t>
            </a:r>
            <a:r>
              <a:rPr dirty="0" err="1"/>
              <a:t>qushlarning</a:t>
            </a:r>
            <a:r>
              <a:rPr dirty="0"/>
              <a:t> </a:t>
            </a:r>
            <a:r>
              <a:rPr dirty="0" err="1"/>
              <a:t>turli</a:t>
            </a:r>
            <a:r>
              <a:rPr dirty="0"/>
              <a:t> </a:t>
            </a:r>
            <a:r>
              <a:rPr dirty="0" err="1"/>
              <a:t>fasllarda</a:t>
            </a:r>
            <a:r>
              <a:rPr dirty="0"/>
              <a:t> </a:t>
            </a:r>
            <a:r>
              <a:rPr dirty="0" err="1"/>
              <a:t>ko'chib</a:t>
            </a:r>
            <a:r>
              <a:rPr dirty="0"/>
              <a:t> </a:t>
            </a:r>
            <a:r>
              <a:rPr dirty="0" err="1"/>
              <a:t>yurishi</a:t>
            </a:r>
            <a:r>
              <a:rPr dirty="0"/>
              <a:t>. Bu </a:t>
            </a:r>
            <a:r>
              <a:rPr dirty="0" err="1"/>
              <a:t>ularning</a:t>
            </a:r>
            <a:r>
              <a:rPr dirty="0"/>
              <a:t> </a:t>
            </a:r>
            <a:r>
              <a:rPr dirty="0" err="1"/>
              <a:t>moslashuvchanligini</a:t>
            </a:r>
            <a:r>
              <a:rPr dirty="0"/>
              <a:t> </a:t>
            </a:r>
            <a:r>
              <a:rPr dirty="0" err="1"/>
              <a:t>oshiradi</a:t>
            </a:r>
            <a:r>
              <a:rPr dirty="0"/>
              <a:t>.</a:t>
            </a:r>
          </a:p>
          <a:p>
            <a:pPr>
              <a:defRPr sz="1500"/>
            </a:pPr>
            <a:r>
              <a:rPr dirty="0"/>
              <a:t>• </a:t>
            </a:r>
            <a:r>
              <a:rPr dirty="0" err="1"/>
              <a:t>Fasl</a:t>
            </a:r>
            <a:r>
              <a:rPr dirty="0"/>
              <a:t> </a:t>
            </a:r>
            <a:r>
              <a:rPr dirty="0" err="1"/>
              <a:t>o'zgarishi</a:t>
            </a:r>
            <a:r>
              <a:rPr dirty="0"/>
              <a:t> </a:t>
            </a:r>
            <a:r>
              <a:rPr dirty="0" err="1"/>
              <a:t>va</a:t>
            </a:r>
            <a:r>
              <a:rPr dirty="0"/>
              <a:t> </a:t>
            </a:r>
            <a:r>
              <a:rPr dirty="0" err="1"/>
              <a:t>hayotiy</a:t>
            </a:r>
            <a:r>
              <a:rPr dirty="0"/>
              <a:t> </a:t>
            </a:r>
            <a:r>
              <a:rPr dirty="0" err="1"/>
              <a:t>faoliyat</a:t>
            </a:r>
            <a:r>
              <a:rPr dirty="0"/>
              <a:t> - </a:t>
            </a:r>
            <a:r>
              <a:rPr dirty="0" err="1"/>
              <a:t>Bahor</a:t>
            </a:r>
            <a:r>
              <a:rPr dirty="0"/>
              <a:t>, </a:t>
            </a:r>
            <a:r>
              <a:rPr dirty="0" err="1"/>
              <a:t>yoz</a:t>
            </a:r>
            <a:r>
              <a:rPr dirty="0"/>
              <a:t> </a:t>
            </a:r>
            <a:r>
              <a:rPr dirty="0" err="1"/>
              <a:t>va</a:t>
            </a:r>
            <a:r>
              <a:rPr dirty="0"/>
              <a:t> </a:t>
            </a:r>
            <a:r>
              <a:rPr dirty="0" err="1"/>
              <a:t>qish</a:t>
            </a:r>
            <a:r>
              <a:rPr dirty="0"/>
              <a:t> </a:t>
            </a:r>
            <a:r>
              <a:rPr dirty="0" err="1"/>
              <a:t>fasllaridagi</a:t>
            </a:r>
            <a:r>
              <a:rPr dirty="0"/>
              <a:t> </a:t>
            </a:r>
            <a:r>
              <a:rPr dirty="0" err="1"/>
              <a:t>o'zgarishlar</a:t>
            </a:r>
            <a:r>
              <a:rPr dirty="0"/>
              <a:t> </a:t>
            </a:r>
            <a:r>
              <a:rPr dirty="0" err="1"/>
              <a:t>organizmlarning</a:t>
            </a:r>
            <a:r>
              <a:rPr dirty="0"/>
              <a:t> </a:t>
            </a:r>
            <a:r>
              <a:rPr dirty="0" err="1"/>
              <a:t>oziqlanish</a:t>
            </a:r>
            <a:r>
              <a:rPr dirty="0"/>
              <a:t> </a:t>
            </a:r>
            <a:r>
              <a:rPr dirty="0" err="1"/>
              <a:t>hamda</a:t>
            </a:r>
            <a:r>
              <a:rPr dirty="0"/>
              <a:t> </a:t>
            </a:r>
            <a:r>
              <a:rPr dirty="0" err="1"/>
              <a:t>ko'payish</a:t>
            </a:r>
            <a:r>
              <a:rPr dirty="0"/>
              <a:t> </a:t>
            </a:r>
            <a:r>
              <a:rPr dirty="0" err="1"/>
              <a:t>jarayonlarini</a:t>
            </a:r>
            <a:r>
              <a:rPr dirty="0"/>
              <a:t> </a:t>
            </a:r>
            <a:r>
              <a:rPr dirty="0" err="1"/>
              <a:t>shakllantiradi</a:t>
            </a:r>
            <a:r>
              <a:rPr dirty="0"/>
              <a:t>.</a:t>
            </a:r>
          </a:p>
          <a:p>
            <a:endParaRPr dirty="0"/>
          </a:p>
        </p:txBody>
      </p:sp>
      <p:pic>
        <p:nvPicPr>
          <p:cNvPr id="1026" name="Picture 2" descr="Ekologiya va ekotizim nima?">
            <a:extLst>
              <a:ext uri="{FF2B5EF4-FFF2-40B4-BE49-F238E27FC236}">
                <a16:creationId xmlns:a16="http://schemas.microsoft.com/office/drawing/2014/main" id="{BFB57927-F61C-4BBC-AA8C-A9EB32BB4DD4}"/>
              </a:ext>
            </a:extLst>
          </p:cNvPr>
          <p:cNvPicPr>
            <a:picLocks noGrp="1" noChangeAspect="1" noChangeArrowheads="1"/>
          </p:cNvPicPr>
          <p:nvPr>
            <p:ph type="pic" idx="1"/>
          </p:nvPr>
        </p:nvPicPr>
        <p:blipFill>
          <a:blip r:embed="rId2">
            <a:extLst>
              <a:ext uri="{28A0092B-C50C-407E-A947-70E740481C1C}">
                <a14:useLocalDpi xmlns:a14="http://schemas.microsoft.com/office/drawing/2010/main" val="0"/>
              </a:ext>
            </a:extLst>
          </a:blip>
          <a:srcRect t="5012" b="5012"/>
          <a:stretch>
            <a:fillRect/>
          </a:stretch>
        </p:blipFill>
        <p:spPr bwMode="auto">
          <a:xfrm>
            <a:off x="4293853" y="1371600"/>
            <a:ext cx="7154319" cy="40923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2500"/>
            </a:pPr>
            <a:r>
              <a:t>Har bir biom o'ziga xos hayotiy shakllar va sharoitlarni taqdim etadi </a:t>
            </a:r>
          </a:p>
        </p:txBody>
      </p:sp>
      <p:sp>
        <p:nvSpPr>
          <p:cNvPr id="3" name="Content Placeholder 2"/>
          <p:cNvSpPr>
            <a:spLocks noGrp="1"/>
          </p:cNvSpPr>
          <p:nvPr>
            <p:ph idx="1"/>
          </p:nvPr>
        </p:nvSpPr>
        <p:spPr/>
        <p:txBody>
          <a:bodyPr/>
          <a:lstStyle/>
          <a:p>
            <a:r>
              <a:rPr sz="1500"/>
              <a:t>• Biomlarning xilma-xilligi - Biomlar o'ziga xos hayvonlar, o'simliklar va iqlim sharoitlari bilan ajralib turadi. Masalan, tropik o'rmonlar turli qush va daraxt turlari bilan boy.</a:t>
            </a:r>
          </a:p>
          <a:p>
            <a:r>
              <a:rPr sz="1500"/>
              <a:t>• Tundra biomining o'ziga xosligi - Tundrada sovuq va qattiq sharoitga moslashgan hayot shakllari rivojlangan. Bu mintaqa muz ostidagi tuproqlar bilan tanilgan.</a:t>
            </a:r>
          </a:p>
          <a:p>
            <a:r>
              <a:rPr sz="1500"/>
              <a:t>• Cho'l biomining biologiyasi - Cho'llarda qurg'oqchilikka chidamli o'simliklar, jumladan kaktuslar, va hayvonlar yashaydi. Iqlim sharoiti ekstremal issiqlikka moslashishni talab qiladi.</a:t>
            </a:r>
          </a:p>
          <a:p>
            <a:r>
              <a:rPr sz="1500"/>
              <a:t>• Dengiz biomining xususiyatlari - Dengiz biomlari suv ostidagi hayvonlar va o'simliklar bilan gavjum. Bu hududlar katta ekologik ahamiyatga ega.</a:t>
            </a:r>
          </a:p>
          <a:p>
            <a:endParaRPr sz="15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2200"/>
            </a:pPr>
            <a:r>
              <a:rPr dirty="0" err="1"/>
              <a:t>Tirik</a:t>
            </a:r>
            <a:r>
              <a:rPr dirty="0"/>
              <a:t> </a:t>
            </a:r>
            <a:r>
              <a:rPr dirty="0" err="1"/>
              <a:t>organizmlar</a:t>
            </a:r>
            <a:r>
              <a:rPr dirty="0"/>
              <a:t> </a:t>
            </a:r>
            <a:r>
              <a:rPr dirty="0" err="1"/>
              <a:t>moslashuvchanlik</a:t>
            </a:r>
            <a:r>
              <a:rPr dirty="0"/>
              <a:t> </a:t>
            </a:r>
            <a:r>
              <a:rPr dirty="0" err="1"/>
              <a:t>orqali</a:t>
            </a:r>
            <a:r>
              <a:rPr dirty="0"/>
              <a:t> </a:t>
            </a:r>
            <a:r>
              <a:rPr dirty="0" err="1"/>
              <a:t>ekologik</a:t>
            </a:r>
            <a:r>
              <a:rPr dirty="0"/>
              <a:t> </a:t>
            </a:r>
            <a:r>
              <a:rPr dirty="0" err="1"/>
              <a:t>omillarga</a:t>
            </a:r>
            <a:r>
              <a:rPr dirty="0"/>
              <a:t> </a:t>
            </a:r>
            <a:r>
              <a:rPr dirty="0" err="1"/>
              <a:t>moslashadi</a:t>
            </a:r>
            <a:r>
              <a:rPr dirty="0"/>
              <a:t> </a:t>
            </a:r>
          </a:p>
        </p:txBody>
      </p:sp>
      <p:sp>
        <p:nvSpPr>
          <p:cNvPr id="4" name="Text Placeholder 3"/>
          <p:cNvSpPr>
            <a:spLocks noGrp="1"/>
          </p:cNvSpPr>
          <p:nvPr>
            <p:ph type="body" sz="half" idx="2"/>
          </p:nvPr>
        </p:nvSpPr>
        <p:spPr/>
        <p:txBody>
          <a:bodyPr/>
          <a:lstStyle/>
          <a:p>
            <a:pPr>
              <a:defRPr sz="1500"/>
            </a:pPr>
            <a:r>
              <a:t>• Moslashuvchanlikning asosiy tamoyillari - Tirik organizmlarning ekologik omillarga moslashishi biologik xilma-xillikka asoslanadi. Iqlim, oziq-ovqat va yashash muhitiga qarab ularning xulq-atvori, tuzilishi va jarayonlari o'zgarishi mumkin.</a:t>
            </a:r>
          </a:p>
          <a:p>
            <a:pPr>
              <a:defRPr sz="1500"/>
            </a:pPr>
            <a:r>
              <a:t>• Genetik o'zgarishlarning roli - Moslashuvchanlik genetik xilma-xillik orqali yuzaga keladi. Organizm avlodlar bo'yi o'z xususiyatlarini ekologiyaga moslashtirishga harakat qiladi.</a:t>
            </a:r>
          </a:p>
          <a:p>
            <a:endParaRPr/>
          </a:p>
        </p:txBody>
      </p:sp>
      <p:pic>
        <p:nvPicPr>
          <p:cNvPr id="2052" name="Picture 4" descr="Ekologiya tamoyillari">
            <a:extLst>
              <a:ext uri="{FF2B5EF4-FFF2-40B4-BE49-F238E27FC236}">
                <a16:creationId xmlns:a16="http://schemas.microsoft.com/office/drawing/2014/main" id="{C8BD7819-3BD4-48A2-ACBE-EBFDF0E3F95E}"/>
              </a:ext>
            </a:extLst>
          </p:cNvPr>
          <p:cNvPicPr>
            <a:picLocks noGrp="1" noChangeAspect="1" noChangeArrowheads="1"/>
          </p:cNvPicPr>
          <p:nvPr>
            <p:ph type="pic" idx="1"/>
          </p:nvPr>
        </p:nvPicPr>
        <p:blipFill>
          <a:blip r:embed="rId2">
            <a:extLst>
              <a:ext uri="{28A0092B-C50C-407E-A947-70E740481C1C}">
                <a14:useLocalDpi xmlns:a14="http://schemas.microsoft.com/office/drawing/2010/main" val="0"/>
              </a:ext>
            </a:extLst>
          </a:blip>
          <a:srcRect l="6295" r="6295"/>
          <a:stretch>
            <a:fillRect/>
          </a:stretch>
        </p:blipFill>
        <p:spPr bwMode="auto">
          <a:xfrm>
            <a:off x="4732051" y="1663699"/>
            <a:ext cx="6620161" cy="37868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2500"/>
            </a:pPr>
            <a:r>
              <a:t>Iqlim va vaqt biomlarning shakllanishida asosiy rol o'ynaydi </a:t>
            </a:r>
          </a:p>
        </p:txBody>
      </p:sp>
      <p:sp>
        <p:nvSpPr>
          <p:cNvPr id="3" name="Content Placeholder 2"/>
          <p:cNvSpPr>
            <a:spLocks noGrp="1"/>
          </p:cNvSpPr>
          <p:nvPr>
            <p:ph idx="1"/>
          </p:nvPr>
        </p:nvSpPr>
        <p:spPr/>
        <p:txBody>
          <a:bodyPr/>
          <a:lstStyle/>
          <a:p>
            <a:r>
              <a:rPr sz="1500"/>
              <a:t>• Iqlim biomlarni boshqaruvchi omil - Iqlim biomlarning o'ziga xos o'simlik va hayvon turlari bilan shakllanishida muhimdir. Harorat va yog'ingarchilik sharoitga mos ekotizim yaratadi.</a:t>
            </a:r>
          </a:p>
          <a:p>
            <a:r>
              <a:rPr sz="1500"/>
              <a:t>• Vaqtning roli ekotizimda - Vaqt biomlarning takomillashuviga ta'sir qiladi. Bu jarayonda iqlim o'zgarishlari va ekotizimga moslashuvlar muhim ahamiyat kasb etadi.</a:t>
            </a:r>
          </a:p>
          <a:p>
            <a:r>
              <a:rPr sz="1500"/>
              <a:t>• Misol sifatida cho'llar - Cho'llar qurg'oqchil iqlimda shakllanib, o'ziga xos turlarga ega. Undagi hayot suv va issiqlikka asoslangan.</a:t>
            </a:r>
          </a:p>
          <a:p>
            <a:r>
              <a:rPr sz="1500"/>
              <a:t>• Muvozanatli ekotizimning ahamiyati - Iqlim va vaqt uyg'unligi barqaror biom yaratadi. Bu biosfera barqarorligi uchun zarurdir.</a:t>
            </a:r>
          </a:p>
          <a:p>
            <a:endParaRPr sz="15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2200"/>
            </a:pPr>
            <a:r>
              <a:rPr dirty="0" err="1"/>
              <a:t>Ekologik</a:t>
            </a:r>
            <a:r>
              <a:rPr dirty="0"/>
              <a:t> </a:t>
            </a:r>
            <a:r>
              <a:rPr dirty="0" err="1"/>
              <a:t>omillar</a:t>
            </a:r>
            <a:r>
              <a:rPr dirty="0"/>
              <a:t> </a:t>
            </a:r>
            <a:r>
              <a:rPr dirty="0" err="1"/>
              <a:t>tirik</a:t>
            </a:r>
            <a:r>
              <a:rPr dirty="0"/>
              <a:t> </a:t>
            </a:r>
            <a:r>
              <a:rPr dirty="0" err="1"/>
              <a:t>organizmlarning</a:t>
            </a:r>
            <a:r>
              <a:rPr dirty="0"/>
              <a:t> </a:t>
            </a:r>
            <a:r>
              <a:rPr dirty="0" err="1"/>
              <a:t>yashash</a:t>
            </a:r>
            <a:r>
              <a:rPr dirty="0"/>
              <a:t> </a:t>
            </a:r>
            <a:r>
              <a:rPr dirty="0" err="1"/>
              <a:t>joylarini</a:t>
            </a:r>
            <a:r>
              <a:rPr dirty="0"/>
              <a:t> </a:t>
            </a:r>
            <a:r>
              <a:rPr dirty="0" err="1"/>
              <a:t>belgilaydi</a:t>
            </a:r>
            <a:r>
              <a:rPr dirty="0"/>
              <a:t> </a:t>
            </a:r>
          </a:p>
        </p:txBody>
      </p:sp>
      <p:sp>
        <p:nvSpPr>
          <p:cNvPr id="4" name="Text Placeholder 3"/>
          <p:cNvSpPr>
            <a:spLocks noGrp="1"/>
          </p:cNvSpPr>
          <p:nvPr>
            <p:ph type="body" sz="half" idx="2"/>
          </p:nvPr>
        </p:nvSpPr>
        <p:spPr/>
        <p:txBody>
          <a:bodyPr/>
          <a:lstStyle/>
          <a:p>
            <a:pPr>
              <a:defRPr sz="1500"/>
            </a:pPr>
            <a:r>
              <a:t>• Ekologik omillarning ahamiyati - Ekologik omillar tirik organizmlarning tarqalishi va yashash joylarini belgilaydi. Bular tabiiy (iqlim, tuproq) yoki antropogen (inson faoliyati) omillar bo‘lishi mumkin.</a:t>
            </a:r>
          </a:p>
          <a:p>
            <a:pPr>
              <a:defRPr sz="1500"/>
            </a:pPr>
            <a:r>
              <a:t>• Abiotik omillar ta'siri - Iqlim, namlik, yorug‘lik, va harorat kabi abiotik omillar ko‘plab tirik organizmlar uchun muhim sharoit yaratadi. Bu omillar hayot davomiyligini belgilaydi.</a:t>
            </a:r>
          </a:p>
          <a:p>
            <a:endParaRPr/>
          </a:p>
        </p:txBody>
      </p:sp>
      <p:pic>
        <p:nvPicPr>
          <p:cNvPr id="8" name="Рисунок 7">
            <a:extLst>
              <a:ext uri="{FF2B5EF4-FFF2-40B4-BE49-F238E27FC236}">
                <a16:creationId xmlns:a16="http://schemas.microsoft.com/office/drawing/2014/main" id="{31FE3930-195D-4581-891E-DD9EDA135E89}"/>
              </a:ext>
            </a:extLst>
          </p:cNvPr>
          <p:cNvPicPr>
            <a:picLocks noGrp="1" noChangeAspect="1"/>
          </p:cNvPicPr>
          <p:nvPr>
            <p:ph type="pic" idx="1"/>
          </p:nvPr>
        </p:nvPicPr>
        <p:blipFill rotWithShape="1">
          <a:blip r:embed="rId2"/>
          <a:srcRect t="6667" b="6667"/>
          <a:stretch/>
        </p:blip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2500"/>
            </a:pPr>
            <a:r>
              <a:t>Biomlarning xilma-xilligi hayotning barqarorligini ta'minlaydi </a:t>
            </a:r>
          </a:p>
        </p:txBody>
      </p:sp>
      <p:sp>
        <p:nvSpPr>
          <p:cNvPr id="3" name="Content Placeholder 2"/>
          <p:cNvSpPr>
            <a:spLocks noGrp="1"/>
          </p:cNvSpPr>
          <p:nvPr>
            <p:ph idx="1"/>
          </p:nvPr>
        </p:nvSpPr>
        <p:spPr/>
        <p:txBody>
          <a:bodyPr/>
          <a:lstStyle/>
          <a:p>
            <a:r>
              <a:rPr sz="1500"/>
              <a:t>• Biomlarning xilma-xilligi haqida - Biomlar bu butun dunyo bo'ylab turli ekologik zonalar sifatida tanilgan. Ular flora va fauna bilan boy bo'lgan xududlardir. Turli biomlarning xilma-xilligi yirik ekotizimlarning asosidir.</a:t>
            </a:r>
          </a:p>
          <a:p>
            <a:r>
              <a:rPr sz="1500"/>
              <a:t>• Hayot barqarorligi uchun ahamiyati - Biom xilma-xilligi iqlim muvozanatini saqlash, oziq-ovqat zanjiri, suv aylanishi va jinslarning hayoti uchun zarurdir. Ular ekotizimlar orasida hamkorlikni ta'minlaydi.</a:t>
            </a:r>
          </a:p>
          <a:p>
            <a:r>
              <a:rPr sz="1500"/>
              <a:t>• Misollar va muhimlik - Amazon o'rmonlari, mo'tadil dashtlar, quruq cho'llar, va qutb hududlari biomlar xilma-xilligining jonli misollaridir. Ularning har biri o'ziga xos hayot turlariga uydir.</a:t>
            </a:r>
          </a:p>
          <a:p>
            <a:r>
              <a:rPr sz="1500"/>
              <a:t>• Xulosa - Biomlarning xilma-xilligi barqaror ekologiyani shakllantiradi. Bu xilma-xillik ekologik xavfsizlik va global barqarorlik uchun asosiy omil hisoblanadi.</a:t>
            </a:r>
          </a:p>
          <a:p>
            <a:endParaRPr sz="15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2200"/>
            </a:pPr>
            <a:r>
              <a:rPr dirty="0" err="1"/>
              <a:t>Vaqt</a:t>
            </a:r>
            <a:r>
              <a:rPr dirty="0"/>
              <a:t> </a:t>
            </a:r>
            <a:r>
              <a:rPr dirty="0" err="1"/>
              <a:t>omili</a:t>
            </a:r>
            <a:r>
              <a:rPr dirty="0"/>
              <a:t> </a:t>
            </a:r>
            <a:r>
              <a:rPr dirty="0" err="1"/>
              <a:t>tirik</a:t>
            </a:r>
            <a:r>
              <a:rPr dirty="0"/>
              <a:t> </a:t>
            </a:r>
            <a:r>
              <a:rPr dirty="0" err="1"/>
              <a:t>organizmlarning</a:t>
            </a:r>
            <a:r>
              <a:rPr dirty="0"/>
              <a:t> </a:t>
            </a:r>
            <a:r>
              <a:rPr dirty="0" err="1"/>
              <a:t>biologik</a:t>
            </a:r>
            <a:r>
              <a:rPr dirty="0"/>
              <a:t> </a:t>
            </a:r>
            <a:r>
              <a:rPr dirty="0" err="1"/>
              <a:t>ritmlarini</a:t>
            </a:r>
            <a:r>
              <a:rPr dirty="0"/>
              <a:t> </a:t>
            </a:r>
            <a:r>
              <a:rPr dirty="0" err="1"/>
              <a:t>boshqaradi</a:t>
            </a:r>
            <a:r>
              <a:rPr dirty="0"/>
              <a:t> </a:t>
            </a:r>
          </a:p>
        </p:txBody>
      </p:sp>
      <p:pic>
        <p:nvPicPr>
          <p:cNvPr id="3" name="Picture Placeholder 2"/>
          <p:cNvPicPr>
            <a:picLocks noGrp="1" noChangeAspect="1"/>
          </p:cNvPicPr>
          <p:nvPr>
            <p:ph type="pic" idx="1"/>
          </p:nvPr>
        </p:nvPicPr>
        <p:blipFill>
          <a:blip r:embed="rId2">
            <a:extLst>
              <a:ext uri="{837473B0-CC2E-450A-ABE3-18F120FF3D39}">
                <a1611:picAttrSrcUrl xmlns:a1611="http://schemas.microsoft.com/office/drawing/2016/11/main" r:id="rId3"/>
              </a:ext>
            </a:extLst>
          </a:blip>
          <a:srcRect t="5075" b="5075"/>
          <a:stretch/>
        </p:blipFill>
        <p:spPr>
          <a:xfrm>
            <a:off x="5180012" y="1663700"/>
            <a:ext cx="6172200" cy="3530600"/>
          </a:xfrm>
        </p:spPr>
      </p:pic>
      <p:sp>
        <p:nvSpPr>
          <p:cNvPr id="4" name="Text Placeholder 3"/>
          <p:cNvSpPr>
            <a:spLocks noGrp="1"/>
          </p:cNvSpPr>
          <p:nvPr>
            <p:ph type="body" sz="half" idx="2"/>
          </p:nvPr>
        </p:nvSpPr>
        <p:spPr/>
        <p:txBody>
          <a:bodyPr/>
          <a:lstStyle/>
          <a:p>
            <a:pPr>
              <a:defRPr sz="1500"/>
            </a:pPr>
            <a:r>
              <a:rPr dirty="0"/>
              <a:t>• </a:t>
            </a:r>
            <a:r>
              <a:rPr dirty="0" err="1"/>
              <a:t>Biologik</a:t>
            </a:r>
            <a:r>
              <a:rPr dirty="0"/>
              <a:t> </a:t>
            </a:r>
            <a:r>
              <a:rPr dirty="0" err="1"/>
              <a:t>ritmlar</a:t>
            </a:r>
            <a:r>
              <a:rPr dirty="0"/>
              <a:t> </a:t>
            </a:r>
            <a:r>
              <a:rPr dirty="0" err="1"/>
              <a:t>ahamiyati</a:t>
            </a:r>
            <a:r>
              <a:rPr dirty="0"/>
              <a:t> - </a:t>
            </a:r>
            <a:r>
              <a:rPr dirty="0" err="1"/>
              <a:t>Tirik</a:t>
            </a:r>
            <a:r>
              <a:rPr dirty="0"/>
              <a:t> </a:t>
            </a:r>
            <a:r>
              <a:rPr dirty="0" err="1"/>
              <a:t>organizmlar</a:t>
            </a:r>
            <a:r>
              <a:rPr dirty="0"/>
              <a:t> </a:t>
            </a:r>
            <a:r>
              <a:rPr dirty="0" err="1"/>
              <a:t>biologik</a:t>
            </a:r>
            <a:r>
              <a:rPr dirty="0"/>
              <a:t> </a:t>
            </a:r>
            <a:r>
              <a:rPr dirty="0" err="1"/>
              <a:t>ritmlarni</a:t>
            </a:r>
            <a:r>
              <a:rPr dirty="0"/>
              <a:t> </a:t>
            </a:r>
            <a:r>
              <a:rPr dirty="0" err="1"/>
              <a:t>vaqt</a:t>
            </a:r>
            <a:r>
              <a:rPr dirty="0"/>
              <a:t> </a:t>
            </a:r>
            <a:r>
              <a:rPr dirty="0" err="1"/>
              <a:t>omiliga</a:t>
            </a:r>
            <a:r>
              <a:rPr dirty="0"/>
              <a:t> </a:t>
            </a:r>
            <a:r>
              <a:rPr dirty="0" err="1"/>
              <a:t>moslashtiradi</a:t>
            </a:r>
            <a:r>
              <a:rPr dirty="0"/>
              <a:t>. </a:t>
            </a:r>
            <a:r>
              <a:rPr dirty="0" err="1"/>
              <a:t>Ular</a:t>
            </a:r>
            <a:r>
              <a:rPr dirty="0"/>
              <a:t> </a:t>
            </a:r>
            <a:r>
              <a:rPr dirty="0" err="1"/>
              <a:t>kun</a:t>
            </a:r>
            <a:r>
              <a:rPr dirty="0"/>
              <a:t>-tun </a:t>
            </a:r>
            <a:r>
              <a:rPr dirty="0" err="1"/>
              <a:t>sikli</a:t>
            </a:r>
            <a:r>
              <a:rPr dirty="0"/>
              <a:t>, </a:t>
            </a:r>
            <a:r>
              <a:rPr dirty="0" err="1"/>
              <a:t>mavsumiy</a:t>
            </a:r>
            <a:r>
              <a:rPr dirty="0"/>
              <a:t> </a:t>
            </a:r>
            <a:r>
              <a:rPr dirty="0" err="1"/>
              <a:t>o'zgarishlar</a:t>
            </a:r>
            <a:r>
              <a:rPr dirty="0"/>
              <a:t> </a:t>
            </a:r>
            <a:r>
              <a:rPr dirty="0" err="1"/>
              <a:t>va</a:t>
            </a:r>
            <a:r>
              <a:rPr dirty="0"/>
              <a:t> </a:t>
            </a:r>
            <a:r>
              <a:rPr dirty="0" err="1"/>
              <a:t>boshqa</a:t>
            </a:r>
            <a:r>
              <a:rPr dirty="0"/>
              <a:t> </a:t>
            </a:r>
            <a:r>
              <a:rPr dirty="0" err="1"/>
              <a:t>tashqi</a:t>
            </a:r>
            <a:r>
              <a:rPr dirty="0"/>
              <a:t> </a:t>
            </a:r>
            <a:r>
              <a:rPr dirty="0" err="1"/>
              <a:t>faktorlarga</a:t>
            </a:r>
            <a:r>
              <a:rPr dirty="0"/>
              <a:t> </a:t>
            </a:r>
            <a:r>
              <a:rPr dirty="0" err="1"/>
              <a:t>uyg'unlashadi</a:t>
            </a:r>
            <a:r>
              <a:rPr dirty="0"/>
              <a:t>. Bu </a:t>
            </a:r>
            <a:r>
              <a:rPr dirty="0" err="1"/>
              <a:t>hayotiy</a:t>
            </a:r>
            <a:r>
              <a:rPr dirty="0"/>
              <a:t> </a:t>
            </a:r>
            <a:r>
              <a:rPr dirty="0" err="1"/>
              <a:t>jarayonlarni</a:t>
            </a:r>
            <a:r>
              <a:rPr dirty="0"/>
              <a:t> </a:t>
            </a:r>
            <a:r>
              <a:rPr dirty="0" err="1"/>
              <a:t>muvozanatga</a:t>
            </a:r>
            <a:r>
              <a:rPr dirty="0"/>
              <a:t> </a:t>
            </a:r>
            <a:r>
              <a:rPr dirty="0" err="1"/>
              <a:t>keltiradi</a:t>
            </a:r>
            <a:r>
              <a:rPr dirty="0"/>
              <a:t>.</a:t>
            </a:r>
          </a:p>
          <a:p>
            <a:pPr>
              <a:defRPr sz="1500"/>
            </a:pPr>
            <a:r>
              <a:rPr dirty="0"/>
              <a:t>• </a:t>
            </a:r>
            <a:r>
              <a:rPr dirty="0" err="1"/>
              <a:t>Sirkadian</a:t>
            </a:r>
            <a:r>
              <a:rPr dirty="0"/>
              <a:t> </a:t>
            </a:r>
            <a:r>
              <a:rPr dirty="0" err="1"/>
              <a:t>ritmlar</a:t>
            </a:r>
            <a:r>
              <a:rPr dirty="0"/>
              <a:t> </a:t>
            </a:r>
            <a:r>
              <a:rPr dirty="0" err="1"/>
              <a:t>tushunchasi</a:t>
            </a:r>
            <a:r>
              <a:rPr dirty="0"/>
              <a:t> - </a:t>
            </a:r>
            <a:r>
              <a:rPr dirty="0" err="1"/>
              <a:t>Sirkadian</a:t>
            </a:r>
            <a:r>
              <a:rPr dirty="0"/>
              <a:t> </a:t>
            </a:r>
            <a:r>
              <a:rPr dirty="0" err="1"/>
              <a:t>ritmlar</a:t>
            </a:r>
            <a:r>
              <a:rPr dirty="0"/>
              <a:t> </a:t>
            </a:r>
            <a:r>
              <a:rPr dirty="0" err="1"/>
              <a:t>kunlik</a:t>
            </a:r>
            <a:r>
              <a:rPr dirty="0"/>
              <a:t> </a:t>
            </a:r>
            <a:r>
              <a:rPr dirty="0" err="1"/>
              <a:t>sikllar</a:t>
            </a:r>
            <a:r>
              <a:rPr dirty="0"/>
              <a:t> </a:t>
            </a:r>
            <a:r>
              <a:rPr dirty="0" err="1"/>
              <a:t>asosida</a:t>
            </a:r>
            <a:r>
              <a:rPr dirty="0"/>
              <a:t> </a:t>
            </a:r>
            <a:r>
              <a:rPr dirty="0" err="1"/>
              <a:t>ishlaydi</a:t>
            </a:r>
            <a:r>
              <a:rPr dirty="0"/>
              <a:t>. </a:t>
            </a:r>
            <a:r>
              <a:rPr dirty="0" err="1"/>
              <a:t>Ular</a:t>
            </a:r>
            <a:r>
              <a:rPr dirty="0"/>
              <a:t> </a:t>
            </a:r>
            <a:r>
              <a:rPr dirty="0" err="1"/>
              <a:t>uyqu</a:t>
            </a:r>
            <a:r>
              <a:rPr dirty="0"/>
              <a:t>, </a:t>
            </a:r>
            <a:r>
              <a:rPr dirty="0" err="1"/>
              <a:t>ozuqa</a:t>
            </a:r>
            <a:r>
              <a:rPr dirty="0"/>
              <a:t> </a:t>
            </a:r>
            <a:r>
              <a:rPr dirty="0" err="1"/>
              <a:t>qabul</a:t>
            </a:r>
            <a:r>
              <a:rPr dirty="0"/>
              <a:t> </a:t>
            </a:r>
            <a:r>
              <a:rPr dirty="0" err="1"/>
              <a:t>qilish</a:t>
            </a:r>
            <a:r>
              <a:rPr dirty="0"/>
              <a:t> </a:t>
            </a:r>
            <a:r>
              <a:rPr dirty="0" err="1"/>
              <a:t>va</a:t>
            </a:r>
            <a:r>
              <a:rPr dirty="0"/>
              <a:t> </a:t>
            </a:r>
            <a:r>
              <a:rPr dirty="0" err="1"/>
              <a:t>faoliyatni</a:t>
            </a:r>
            <a:r>
              <a:rPr dirty="0"/>
              <a:t> </a:t>
            </a:r>
            <a:r>
              <a:rPr dirty="0" err="1"/>
              <a:t>nazorat</a:t>
            </a:r>
            <a:r>
              <a:rPr dirty="0"/>
              <a:t> </a:t>
            </a:r>
            <a:r>
              <a:rPr dirty="0" err="1"/>
              <a:t>qiladi</a:t>
            </a:r>
            <a:r>
              <a:rPr dirty="0"/>
              <a:t>. </a:t>
            </a:r>
            <a:r>
              <a:rPr dirty="0" err="1"/>
              <a:t>Masalan</a:t>
            </a:r>
            <a:r>
              <a:rPr dirty="0"/>
              <a:t>, </a:t>
            </a:r>
            <a:r>
              <a:rPr dirty="0" err="1"/>
              <a:t>insonda</a:t>
            </a:r>
            <a:r>
              <a:rPr dirty="0"/>
              <a:t> u </a:t>
            </a:r>
            <a:r>
              <a:rPr dirty="0" err="1"/>
              <a:t>kun</a:t>
            </a:r>
            <a:r>
              <a:rPr dirty="0"/>
              <a:t> </a:t>
            </a:r>
            <a:r>
              <a:rPr dirty="0" err="1"/>
              <a:t>davomida</a:t>
            </a:r>
            <a:r>
              <a:rPr dirty="0"/>
              <a:t> </a:t>
            </a:r>
            <a:r>
              <a:rPr dirty="0" err="1"/>
              <a:t>energiya</a:t>
            </a:r>
            <a:r>
              <a:rPr dirty="0"/>
              <a:t> </a:t>
            </a:r>
            <a:r>
              <a:rPr dirty="0" err="1"/>
              <a:t>darajasini</a:t>
            </a:r>
            <a:r>
              <a:rPr dirty="0"/>
              <a:t> </a:t>
            </a:r>
            <a:r>
              <a:rPr dirty="0" err="1"/>
              <a:t>boshqaradi</a:t>
            </a:r>
            <a:r>
              <a:rPr dirty="0"/>
              <a:t>.</a:t>
            </a:r>
          </a:p>
          <a:p>
            <a:endParaRPr dirty="0"/>
          </a:p>
        </p:txBody>
      </p:sp>
      <p:sp>
        <p:nvSpPr>
          <p:cNvPr id="5" name="TextBox 4">
            <a:extLst>
              <a:ext uri="{FF2B5EF4-FFF2-40B4-BE49-F238E27FC236}">
                <a16:creationId xmlns:a16="http://schemas.microsoft.com/office/drawing/2014/main" id="{1B415051-EF96-4D84-B6C9-0EFC1FC114B9}"/>
              </a:ext>
            </a:extLst>
          </p:cNvPr>
          <p:cNvSpPr txBox="1"/>
          <p:nvPr/>
        </p:nvSpPr>
        <p:spPr>
          <a:xfrm>
            <a:off x="5180012" y="5194300"/>
            <a:ext cx="6172200" cy="230832"/>
          </a:xfrm>
          <a:prstGeom prst="rect">
            <a:avLst/>
          </a:prstGeom>
          <a:noFill/>
        </p:spPr>
        <p:txBody>
          <a:bodyPr wrap="square" rtlCol="0">
            <a:spAutoFit/>
          </a:bodyPr>
          <a:lstStyle/>
          <a:p>
            <a:r>
              <a:rPr lang="en-US" sz="900">
                <a:hlinkClick r:id="rId3" tooltip="https://entrenandoconcabeza.blogspot.com/2015/07/"/>
              </a:rPr>
              <a:t>Это изображение</a:t>
            </a:r>
            <a:r>
              <a:rPr lang="en-US" sz="900"/>
              <a:t>, автор: Неизвестный автор, лицензия: </a:t>
            </a:r>
            <a:r>
              <a:rPr lang="en-US" sz="900">
                <a:hlinkClick r:id="rId4" tooltip="https://creativecommons.org/licenses/by-nc-sa/3.0/"/>
              </a:rPr>
              <a:t>CC BY-SA-NC</a:t>
            </a:r>
            <a:endParaRPr lang="en-US" sz="9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2500"/>
            </a:pPr>
            <a:r>
              <a:t>Xulosa</a:t>
            </a:r>
          </a:p>
        </p:txBody>
      </p:sp>
      <p:sp>
        <p:nvSpPr>
          <p:cNvPr id="3" name="Content Placeholder 2"/>
          <p:cNvSpPr>
            <a:spLocks noGrp="1"/>
          </p:cNvSpPr>
          <p:nvPr>
            <p:ph idx="1"/>
          </p:nvPr>
        </p:nvSpPr>
        <p:spPr/>
        <p:txBody>
          <a:bodyPr/>
          <a:lstStyle/>
          <a:p>
            <a:r>
              <a:rPr sz="1500"/>
              <a:t>• Biomaromlar va tirik organizmlarning hayotiy shakllari Vaqt ekologik omili - Biomaromlar tirik mavjudotlarning hayotiy jarayonlarini ta'minlovchi kimyoviy va biologik moddalar to'plamidir. Ular tirik organizmlarning o'sishi, rivojlanishi va moslashuvchanligini ta'minlaydi. Tirik organizmlar turli hayotiy shakllarda mavjud bo'lib, ularga o'simliklar, hayvonlar, bakteriyalar va zamburug'lar misol bo'ladi. Hayotiy shakllarning xilma-xilligi ekologik omillar, jumladan vaqt omiliga bog'liqdir. Vaqt ekologik omili organizmlarning rivojlanish bosqichlari va ularning mavsumiy moslashuvi uchun muhim rol o'ynaydi. Tirik mavjudotlarning uzoq muddatli o'zgarishlari evolyutsion jarayonlar asosida amalga oshadi. Ekologiya va biogeokimyoviy jarayonlar tirik organizmlar bilan biomaromlarning chambarchas bog'liqligini ta'kidlaydi.</a:t>
            </a:r>
          </a:p>
          <a:p>
            <a:endParaRPr sz="15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578970"/>
            <a:ext cx="8017341" cy="416859"/>
          </a:xfrm>
        </p:spPr>
        <p:txBody>
          <a:bodyPr/>
          <a:lstStyle/>
          <a:p>
            <a:pPr>
              <a:defRPr sz="2200"/>
            </a:pPr>
            <a:r>
              <a:rPr dirty="0" err="1"/>
              <a:t>Foydalanilgan</a:t>
            </a:r>
            <a:r>
              <a:rPr dirty="0"/>
              <a:t> </a:t>
            </a:r>
            <a:r>
              <a:rPr dirty="0" err="1"/>
              <a:t>adabiyotlar</a:t>
            </a:r>
            <a:endParaRPr dirty="0"/>
          </a:p>
        </p:txBody>
      </p:sp>
      <p:sp>
        <p:nvSpPr>
          <p:cNvPr id="4" name="Text Placeholder 3"/>
          <p:cNvSpPr>
            <a:spLocks noGrp="1"/>
          </p:cNvSpPr>
          <p:nvPr>
            <p:ph type="body" sz="half" idx="2"/>
          </p:nvPr>
        </p:nvSpPr>
        <p:spPr>
          <a:xfrm>
            <a:off x="839788" y="995829"/>
            <a:ext cx="10321271" cy="5118100"/>
          </a:xfrm>
        </p:spPr>
        <p:txBody>
          <a:bodyPr/>
          <a:lstStyle/>
          <a:p>
            <a:pPr>
              <a:defRPr sz="1500"/>
            </a:pPr>
            <a:r>
              <a:rPr dirty="0"/>
              <a:t>•  - 1. </a:t>
            </a:r>
            <a:r>
              <a:rPr dirty="0" err="1"/>
              <a:t>Abdullaev</a:t>
            </a:r>
            <a:r>
              <a:rPr dirty="0"/>
              <a:t> O.. (2018). *</a:t>
            </a:r>
            <a:r>
              <a:rPr dirty="0" err="1"/>
              <a:t>Biologik</a:t>
            </a:r>
            <a:r>
              <a:rPr dirty="0"/>
              <a:t> </a:t>
            </a:r>
            <a:r>
              <a:rPr dirty="0" err="1"/>
              <a:t>xilma-xillik</a:t>
            </a:r>
            <a:r>
              <a:rPr dirty="0"/>
              <a:t> </a:t>
            </a:r>
            <a:r>
              <a:rPr dirty="0" err="1"/>
              <a:t>va</a:t>
            </a:r>
            <a:r>
              <a:rPr dirty="0"/>
              <a:t> </a:t>
            </a:r>
            <a:r>
              <a:rPr dirty="0" err="1"/>
              <a:t>ekologik</a:t>
            </a:r>
            <a:r>
              <a:rPr dirty="0"/>
              <a:t> </a:t>
            </a:r>
            <a:r>
              <a:rPr dirty="0" err="1"/>
              <a:t>omillar</a:t>
            </a:r>
            <a:r>
              <a:rPr dirty="0"/>
              <a:t>*. Toshkent: </a:t>
            </a:r>
            <a:r>
              <a:rPr dirty="0" err="1"/>
              <a:t>O'zbekiston</a:t>
            </a:r>
            <a:r>
              <a:rPr dirty="0"/>
              <a:t> </a:t>
            </a:r>
            <a:r>
              <a:rPr dirty="0" err="1"/>
              <a:t>Milliy</a:t>
            </a:r>
            <a:r>
              <a:rPr dirty="0"/>
              <a:t> </a:t>
            </a:r>
            <a:r>
              <a:rPr dirty="0" err="1"/>
              <a:t>Universiteti</a:t>
            </a:r>
            <a:r>
              <a:rPr dirty="0"/>
              <a:t> </a:t>
            </a:r>
            <a:r>
              <a:rPr dirty="0" err="1"/>
              <a:t>Nashriyoti</a:t>
            </a:r>
            <a:r>
              <a:rPr dirty="0"/>
              <a:t>.</a:t>
            </a:r>
          </a:p>
          <a:p>
            <a:r>
              <a:rPr dirty="0"/>
              <a:t>2. Karimov N., </a:t>
            </a:r>
            <a:r>
              <a:rPr dirty="0" err="1"/>
              <a:t>Rashidov</a:t>
            </a:r>
            <a:r>
              <a:rPr dirty="0"/>
              <a:t> A.. (2021). *</a:t>
            </a:r>
            <a:r>
              <a:rPr dirty="0" err="1"/>
              <a:t>Ekosistemalarda</a:t>
            </a:r>
            <a:r>
              <a:rPr dirty="0"/>
              <a:t> </a:t>
            </a:r>
            <a:r>
              <a:rPr dirty="0" err="1"/>
              <a:t>vaqt</a:t>
            </a:r>
            <a:r>
              <a:rPr dirty="0"/>
              <a:t> </a:t>
            </a:r>
            <a:r>
              <a:rPr dirty="0" err="1"/>
              <a:t>o'zgarishining</a:t>
            </a:r>
            <a:r>
              <a:rPr dirty="0"/>
              <a:t> </a:t>
            </a:r>
            <a:r>
              <a:rPr dirty="0" err="1"/>
              <a:t>biologik</a:t>
            </a:r>
            <a:r>
              <a:rPr dirty="0"/>
              <a:t> </a:t>
            </a:r>
            <a:r>
              <a:rPr dirty="0" err="1"/>
              <a:t>ta'sirlari</a:t>
            </a:r>
            <a:r>
              <a:rPr dirty="0"/>
              <a:t>*. </a:t>
            </a:r>
            <a:r>
              <a:rPr dirty="0" err="1"/>
              <a:t>Ekologiya</a:t>
            </a:r>
            <a:r>
              <a:rPr dirty="0"/>
              <a:t> </a:t>
            </a:r>
            <a:r>
              <a:rPr dirty="0" err="1"/>
              <a:t>va</a:t>
            </a:r>
            <a:r>
              <a:rPr dirty="0"/>
              <a:t> </a:t>
            </a:r>
            <a:r>
              <a:rPr dirty="0" err="1"/>
              <a:t>Biologiya</a:t>
            </a:r>
            <a:r>
              <a:rPr dirty="0"/>
              <a:t> </a:t>
            </a:r>
            <a:r>
              <a:rPr dirty="0" err="1"/>
              <a:t>Ilmiy</a:t>
            </a:r>
            <a:r>
              <a:rPr dirty="0"/>
              <a:t> </a:t>
            </a:r>
            <a:r>
              <a:rPr dirty="0" err="1"/>
              <a:t>Jurnali</a:t>
            </a:r>
            <a:r>
              <a:rPr dirty="0"/>
              <a:t>.</a:t>
            </a:r>
          </a:p>
          <a:p>
            <a:r>
              <a:rPr dirty="0"/>
              <a:t>3. </a:t>
            </a:r>
            <a:r>
              <a:rPr dirty="0" err="1"/>
              <a:t>Muminov</a:t>
            </a:r>
            <a:r>
              <a:rPr dirty="0"/>
              <a:t> U.. (2017). *</a:t>
            </a:r>
            <a:r>
              <a:rPr dirty="0" err="1"/>
              <a:t>Tirik</a:t>
            </a:r>
            <a:r>
              <a:rPr dirty="0"/>
              <a:t> </a:t>
            </a:r>
            <a:r>
              <a:rPr dirty="0" err="1"/>
              <a:t>organizmlarning</a:t>
            </a:r>
            <a:r>
              <a:rPr dirty="0"/>
              <a:t> </a:t>
            </a:r>
            <a:r>
              <a:rPr dirty="0" err="1"/>
              <a:t>moslashuvchanlik</a:t>
            </a:r>
            <a:r>
              <a:rPr dirty="0"/>
              <a:t> </a:t>
            </a:r>
            <a:r>
              <a:rPr dirty="0" err="1"/>
              <a:t>shakllari</a:t>
            </a:r>
            <a:r>
              <a:rPr dirty="0"/>
              <a:t>*. Toshkent: Fan </a:t>
            </a:r>
            <a:r>
              <a:rPr dirty="0" err="1"/>
              <a:t>Va</a:t>
            </a:r>
            <a:r>
              <a:rPr dirty="0"/>
              <a:t> </a:t>
            </a:r>
            <a:r>
              <a:rPr dirty="0" err="1"/>
              <a:t>Texnologiya</a:t>
            </a:r>
            <a:r>
              <a:rPr dirty="0"/>
              <a:t> </a:t>
            </a:r>
            <a:r>
              <a:rPr dirty="0" err="1"/>
              <a:t>Nashriyoti</a:t>
            </a:r>
            <a:r>
              <a:rPr dirty="0"/>
              <a:t>.</a:t>
            </a:r>
          </a:p>
          <a:p>
            <a:r>
              <a:rPr lang="en-US" dirty="0"/>
              <a:t>4. </a:t>
            </a:r>
            <a:r>
              <a:rPr lang="en-US" dirty="0" err="1"/>
              <a:t>Nurmatova</a:t>
            </a:r>
            <a:r>
              <a:rPr lang="en-US" dirty="0"/>
              <a:t> G.. (2019). *</a:t>
            </a:r>
            <a:r>
              <a:rPr lang="en-US" dirty="0" err="1"/>
              <a:t>Vaqt</a:t>
            </a:r>
            <a:r>
              <a:rPr lang="en-US" dirty="0"/>
              <a:t> </a:t>
            </a:r>
            <a:r>
              <a:rPr lang="en-US" dirty="0" err="1"/>
              <a:t>ekologik</a:t>
            </a:r>
            <a:r>
              <a:rPr lang="en-US" dirty="0"/>
              <a:t> </a:t>
            </a:r>
            <a:r>
              <a:rPr lang="en-US" dirty="0" err="1"/>
              <a:t>omili</a:t>
            </a:r>
            <a:r>
              <a:rPr lang="en-US" dirty="0"/>
              <a:t> </a:t>
            </a:r>
            <a:r>
              <a:rPr lang="en-US" dirty="0" err="1"/>
              <a:t>va</a:t>
            </a:r>
            <a:r>
              <a:rPr lang="en-US" dirty="0"/>
              <a:t> </a:t>
            </a:r>
            <a:r>
              <a:rPr lang="en-US" dirty="0" err="1"/>
              <a:t>unda</a:t>
            </a:r>
            <a:r>
              <a:rPr lang="en-US" dirty="0"/>
              <a:t> </a:t>
            </a:r>
            <a:r>
              <a:rPr lang="en-US" dirty="0" err="1"/>
              <a:t>tirik</a:t>
            </a:r>
            <a:r>
              <a:rPr lang="en-US" dirty="0"/>
              <a:t> </a:t>
            </a:r>
            <a:r>
              <a:rPr lang="en-US" dirty="0" err="1"/>
              <a:t>tizimlarning</a:t>
            </a:r>
            <a:r>
              <a:rPr lang="en-US" dirty="0"/>
              <a:t> </a:t>
            </a:r>
            <a:r>
              <a:rPr lang="en-US" dirty="0" err="1"/>
              <a:t>reaksiyalari</a:t>
            </a:r>
            <a:r>
              <a:rPr lang="en-US" dirty="0"/>
              <a:t>*. </a:t>
            </a:r>
            <a:r>
              <a:rPr lang="en-US" dirty="0" err="1"/>
              <a:t>O'zbekiston</a:t>
            </a:r>
            <a:r>
              <a:rPr lang="en-US" dirty="0"/>
              <a:t> </a:t>
            </a:r>
            <a:r>
              <a:rPr lang="en-US" dirty="0" err="1"/>
              <a:t>Biologiya</a:t>
            </a:r>
            <a:r>
              <a:rPr lang="en-US" dirty="0"/>
              <a:t> </a:t>
            </a:r>
            <a:r>
              <a:rPr lang="en-US" dirty="0" err="1"/>
              <a:t>Jurnali</a:t>
            </a:r>
            <a:r>
              <a:rPr lang="en-US" dirty="0"/>
              <a:t>.</a:t>
            </a:r>
          </a:p>
          <a:p>
            <a:r>
              <a:rPr lang="en-US" dirty="0"/>
              <a:t>5. </a:t>
            </a:r>
            <a:r>
              <a:rPr lang="en-US" dirty="0" err="1"/>
              <a:t>Qodirov</a:t>
            </a:r>
            <a:r>
              <a:rPr lang="en-US" dirty="0"/>
              <a:t> A.. (2020). *</a:t>
            </a:r>
            <a:r>
              <a:rPr lang="en-US" dirty="0" err="1"/>
              <a:t>Hayotiy</a:t>
            </a:r>
            <a:r>
              <a:rPr lang="en-US" dirty="0"/>
              <a:t> </a:t>
            </a:r>
            <a:r>
              <a:rPr lang="en-US" dirty="0" err="1"/>
              <a:t>shakllar</a:t>
            </a:r>
            <a:r>
              <a:rPr lang="en-US" dirty="0"/>
              <a:t> </a:t>
            </a:r>
            <a:r>
              <a:rPr lang="en-US" dirty="0" err="1"/>
              <a:t>va</a:t>
            </a:r>
            <a:r>
              <a:rPr lang="en-US" dirty="0"/>
              <a:t> </a:t>
            </a:r>
            <a:r>
              <a:rPr lang="en-US" dirty="0" err="1"/>
              <a:t>ekologik</a:t>
            </a:r>
            <a:r>
              <a:rPr lang="en-US" dirty="0"/>
              <a:t> stress </a:t>
            </a:r>
            <a:r>
              <a:rPr lang="en-US" dirty="0" err="1"/>
              <a:t>faktorlari</a:t>
            </a:r>
            <a:r>
              <a:rPr lang="en-US" dirty="0"/>
              <a:t>*. Toshkent </a:t>
            </a:r>
            <a:r>
              <a:rPr lang="en-US" dirty="0" err="1"/>
              <a:t>Davlat</a:t>
            </a:r>
            <a:r>
              <a:rPr lang="en-US" dirty="0"/>
              <a:t> </a:t>
            </a:r>
            <a:r>
              <a:rPr lang="en-US" dirty="0" err="1"/>
              <a:t>Universiteti</a:t>
            </a:r>
            <a:r>
              <a:rPr lang="en-US" dirty="0"/>
              <a:t> </a:t>
            </a:r>
            <a:r>
              <a:rPr lang="en-US" dirty="0" err="1"/>
              <a:t>Nashriyoti</a:t>
            </a:r>
            <a:endParaRPr lang="en-US" dirty="0"/>
          </a:p>
          <a:p>
            <a:r>
              <a:rPr lang="en-US" dirty="0"/>
              <a:t>6. </a:t>
            </a:r>
            <a:r>
              <a:rPr lang="en-US" dirty="0" err="1"/>
              <a:t>Rakhmatullayev</a:t>
            </a:r>
            <a:r>
              <a:rPr lang="en-US" dirty="0"/>
              <a:t> E.. (2022). *</a:t>
            </a:r>
            <a:r>
              <a:rPr lang="en-US" dirty="0" err="1"/>
              <a:t>Tirik</a:t>
            </a:r>
            <a:r>
              <a:rPr lang="en-US" dirty="0"/>
              <a:t> </a:t>
            </a:r>
            <a:r>
              <a:rPr lang="en-US" dirty="0" err="1"/>
              <a:t>tizimlar</a:t>
            </a:r>
            <a:r>
              <a:rPr lang="en-US" dirty="0"/>
              <a:t> </a:t>
            </a:r>
            <a:r>
              <a:rPr lang="en-US" dirty="0" err="1"/>
              <a:t>uchun</a:t>
            </a:r>
            <a:r>
              <a:rPr lang="en-US" dirty="0"/>
              <a:t> </a:t>
            </a:r>
            <a:r>
              <a:rPr lang="en-US" dirty="0" err="1"/>
              <a:t>barqarorlik</a:t>
            </a:r>
            <a:r>
              <a:rPr lang="en-US" dirty="0"/>
              <a:t> </a:t>
            </a:r>
            <a:r>
              <a:rPr lang="en-US" dirty="0" err="1"/>
              <a:t>va</a:t>
            </a:r>
            <a:r>
              <a:rPr lang="en-US" dirty="0"/>
              <a:t> </a:t>
            </a:r>
            <a:r>
              <a:rPr lang="en-US" dirty="0" err="1"/>
              <a:t>vaqt</a:t>
            </a:r>
            <a:r>
              <a:rPr lang="en-US" dirty="0"/>
              <a:t> </a:t>
            </a:r>
            <a:r>
              <a:rPr lang="en-US" dirty="0" err="1"/>
              <a:t>omillarining</a:t>
            </a:r>
            <a:r>
              <a:rPr lang="en-US" dirty="0"/>
              <a:t> </a:t>
            </a:r>
            <a:r>
              <a:rPr lang="en-US" dirty="0" err="1"/>
              <a:t>ahamiyati</a:t>
            </a:r>
            <a:r>
              <a:rPr lang="en-US" dirty="0"/>
              <a:t>*. </a:t>
            </a:r>
            <a:r>
              <a:rPr lang="en-US" dirty="0" err="1"/>
              <a:t>Ekologik</a:t>
            </a:r>
            <a:r>
              <a:rPr lang="en-US" dirty="0"/>
              <a:t> </a:t>
            </a:r>
            <a:r>
              <a:rPr lang="en-US" dirty="0" err="1"/>
              <a:t>Tadqiqotlar</a:t>
            </a:r>
            <a:r>
              <a:rPr lang="en-US" dirty="0"/>
              <a:t> </a:t>
            </a:r>
            <a:r>
              <a:rPr lang="en-US" dirty="0" err="1"/>
              <a:t>Markazi</a:t>
            </a:r>
            <a:r>
              <a:rPr lang="en-US" dirty="0"/>
              <a:t> </a:t>
            </a:r>
            <a:r>
              <a:rPr lang="en-US" dirty="0" err="1"/>
              <a:t>Noshiri</a:t>
            </a:r>
            <a:r>
              <a:rPr lang="en-US" dirty="0"/>
              <a:t>.</a:t>
            </a:r>
          </a:p>
          <a:p>
            <a:endParaRPr lang="en-US" dirty="0"/>
          </a:p>
          <a:p>
            <a:endParaRPr lang="en-US" dirty="0"/>
          </a:p>
          <a:p>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2500"/>
            </a:pPr>
            <a:r>
              <a:rPr dirty="0" err="1"/>
              <a:t>Etiboringiz</a:t>
            </a:r>
            <a:r>
              <a:rPr dirty="0"/>
              <a:t> </a:t>
            </a:r>
            <a:r>
              <a:rPr dirty="0" err="1"/>
              <a:t>uchun</a:t>
            </a:r>
            <a:r>
              <a:rPr dirty="0"/>
              <a:t> </a:t>
            </a:r>
            <a:r>
              <a:rPr dirty="0" err="1"/>
              <a:t>rahmat</a:t>
            </a:r>
            <a:endParaRPr dirty="0"/>
          </a:p>
        </p:txBody>
      </p:sp>
      <p:sp>
        <p:nvSpPr>
          <p:cNvPr id="3" name="Text Placeholder 2"/>
          <p:cNvSpPr>
            <a:spLocks noGrp="1"/>
          </p:cNvSpPr>
          <p:nvPr>
            <p:ph type="body" idx="1"/>
          </p:nvPr>
        </p:nvSpPr>
        <p:spPr/>
        <p:txBody>
          <a:bodyPr/>
          <a:lstStyle/>
          <a:p>
            <a:endParaRPr/>
          </a:p>
        </p:txBody>
      </p:sp>
    </p:spTree>
  </p:cSld>
  <p:clrMapOvr>
    <a:masterClrMapping/>
  </p:clrMapOvr>
</p:sld>
</file>

<file path=ppt/theme/theme1.xml><?xml version="1.0" encoding="utf-8"?>
<a:theme xmlns:a="http://schemas.openxmlformats.org/drawingml/2006/main" name="LuminousVTI">
  <a:themeElements>
    <a:clrScheme name="Custom 54">
      <a:dk1>
        <a:sysClr val="windowText" lastClr="000000"/>
      </a:dk1>
      <a:lt1>
        <a:sysClr val="window" lastClr="FFFFFF"/>
      </a:lt1>
      <a:dk2>
        <a:srgbClr val="201449"/>
      </a:dk2>
      <a:lt2>
        <a:srgbClr val="EEEEEE"/>
      </a:lt2>
      <a:accent1>
        <a:srgbClr val="F900A0"/>
      </a:accent1>
      <a:accent2>
        <a:srgbClr val="4D4EE6"/>
      </a:accent2>
      <a:accent3>
        <a:srgbClr val="454B78"/>
      </a:accent3>
      <a:accent4>
        <a:srgbClr val="A3A3C1"/>
      </a:accent4>
      <a:accent5>
        <a:srgbClr val="7162FE"/>
      </a:accent5>
      <a:accent6>
        <a:srgbClr val="1EBE9B"/>
      </a:accent6>
      <a:hlink>
        <a:srgbClr val="F900A0"/>
      </a:hlink>
      <a:folHlink>
        <a:srgbClr val="8477FE"/>
      </a:folHlink>
    </a:clrScheme>
    <a:fontScheme name="Custom 51">
      <a:majorFont>
        <a:latin typeface="Sabon Next L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uminousVTI" id="{3EBF12FF-FD44-415B-AB75-5B4F7E5C3AC4}" vid="{521B7FAE-6A8D-4468-B79A-0706294A0D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A22E404-1C8D-48DE-80FC-4CA5DFE37C32}">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1F887BEC-12B5-41C3-87A8-94840B217273}">
  <ds:schemaRefs>
    <ds:schemaRef ds:uri="http://schemas.microsoft.com/sharepoint/v3/contenttype/forms"/>
  </ds:schemaRefs>
</ds:datastoreItem>
</file>

<file path=customXml/itemProps3.xml><?xml version="1.0" encoding="utf-8"?>
<ds:datastoreItem xmlns:ds="http://schemas.openxmlformats.org/officeDocument/2006/customXml" ds:itemID="{C4F9A873-407D-42B0-99B8-A577ED76CAD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_LuminousVTI</Template>
  <TotalTime>0</TotalTime>
  <Words>1001</Words>
  <Application>Microsoft Office PowerPoint</Application>
  <PresentationFormat>Широкоэкранный</PresentationFormat>
  <Paragraphs>50</Paragraphs>
  <Slides>13</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13</vt:i4>
      </vt:variant>
    </vt:vector>
  </HeadingPairs>
  <TitlesOfParts>
    <vt:vector size="19" baseType="lpstr">
      <vt:lpstr>Arial</vt:lpstr>
      <vt:lpstr>Avenir Next LT Pro</vt:lpstr>
      <vt:lpstr>Calibri</vt:lpstr>
      <vt:lpstr>Sabon Next LT</vt:lpstr>
      <vt:lpstr>Wingdings</vt:lpstr>
      <vt:lpstr>LuminousVTI</vt:lpstr>
      <vt:lpstr>BIOMAROMLAR VA TIRIK ORGANIZMLARNING HAYOTIY SHAKLLARI. VAQT EKOLOGIK OMILI.</vt:lpstr>
      <vt:lpstr>Reja:</vt:lpstr>
      <vt:lpstr>Biomaromlar tirik organizmlar hayotiy shakllarini shakllantiruvchi muhim omillardir </vt:lpstr>
      <vt:lpstr>Vaqt ekologik omil sifatida organizmlar rivojlanishiga ta'sir qiladi </vt:lpstr>
      <vt:lpstr>Har bir biom o'ziga xos hayotiy shakllar va sharoitlarni taqdim etadi </vt:lpstr>
      <vt:lpstr>Tirik organizmlar moslashuvchanlik orqali ekologik omillarga moslashadi </vt:lpstr>
      <vt:lpstr>Iqlim va vaqt biomlarning shakllanishida asosiy rol o'ynaydi </vt:lpstr>
      <vt:lpstr>Ekologik omillar tirik organizmlarning yashash joylarini belgilaydi </vt:lpstr>
      <vt:lpstr>Biomlarning xilma-xilligi hayotning barqarorligini ta'minlaydi </vt:lpstr>
      <vt:lpstr>Vaqt omili tirik organizmlarning biologik ritmlarini boshqaradi </vt:lpstr>
      <vt:lpstr>Xulosa</vt:lpstr>
      <vt:lpstr>Foydalanilgan adabiyotlar</vt:lpstr>
      <vt:lpstr>Etiboringiz uchun rahmat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2021-02-25T19:22:25Z</dcterms:created>
  <dcterms:modified xsi:type="dcterms:W3CDTF">2025-09-27T08:43:05Z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