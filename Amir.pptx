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5" r:id="rId1"/>
  </p:sldMasterIdLst>
  <p:notesMasterIdLst>
    <p:notesMasterId r:id="rId2"/>
  </p:notesMasterIdLst>
  <p:handoutMasterIdLst>
    <p:handoutMasterId r:id="rId3"/>
  </p:handoutMasterIdLst>
  <p:sldIdLst>
    <p:sldId id="256" r:id="rId11"/>
    <p:sldId id="257" r:id="rId12"/>
    <p:sldId id="258" r:id="rId13"/>
    <p:sldId id="259" r:id="rId14"/>
    <p:sldId id="260" r:id="rId15"/>
    <p:sldId id="261" r:id="rId16"/>
    <p:sldId id="262" r:id="rId17"/>
    <p:sldId id="263" r:id="rId18"/>
    <p:sldId id="264" r:id="rId19"/>
    <p:sldId id="265" r:id="rId20"/>
    <p:sldId id="266" r:id="rId21"/>
  </p:sldIdLst>
  <p:sldSz cx="18288000" cy="10287000"/>
  <p:notesSz cx="6858000" cy="9144000"/>
  <p:embeddedFontLst>
    <p:embeddedFont>
      <p:font typeface="Algerian" panose="04020705040A02060702" pitchFamily="82" charset="0"/>
      <p:regular r:id="rId4"/>
    </p:embeddedFont>
    <p:embeddedFont>
      <p:font typeface="Marck Script" panose="020B0604020202020204" charset="-52"/>
      <p:regular r:id="rId5"/>
    </p:embeddedFont>
    <p:embeddedFont>
      <p:font typeface="Pangolin" panose="020B0604020202020204" charset="-52"/>
      <p:regular r:id="rId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74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74" y="84"/>
      </p:cViewPr>
      <p:guideLst>
        <p:guide orient="horz" pos="2160"/>
        <p:guide pos="2880"/>
      </p:guideLst>
    </p:cSldViewPr>
  </p:slideViewPr>
  <p:notesTextViewPr>
    <p:cViewPr>
      <p:scale>
        <a:sx n="1" d="1"/>
        <a:sy n="1" d="1"/>
      </p:scale>
      <p:origin x="0" y="0"/>
    </p:cViewPr>
  </p:notesText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 Type="http://schemas.openxmlformats.org/officeDocument/2006/relationships/notesMaster" Target="notesMasters/notesMaster1.xml"/><Relationship Id="rId20" Type="http://schemas.openxmlformats.org/officeDocument/2006/relationships/slide" Target="slides/slide10.xml"/><Relationship Id="rId21" Type="http://schemas.openxmlformats.org/officeDocument/2006/relationships/slide" Target="slides/slide11.xml"/><Relationship Id="rId3" Type="http://schemas.openxmlformats.org/officeDocument/2006/relationships/handoutMaster" Target="handoutMasters/handout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4213AC-7795-4F2C-ABA3-86443787D8AA}"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US"/>
        </a:p>
      </dgm:t>
    </dgm:pt>
    <dgm:pt modelId="{991F4770-5EAF-4036-BFCF-A03543C10F76}">
      <dgm:prSet phldrT="[Text]"/>
      <dgm:spPr>
        <a:solidFill>
          <a:srgbClr val="917450"/>
        </a:solidFill>
      </dgm:spPr>
      <dgm:t>
        <a:bodyPr/>
        <a:lstStyle/>
        <a:p>
          <a:r>
            <a:rPr lang="en-US" dirty="0"/>
            <a:t> 1</a:t>
          </a:r>
        </a:p>
      </dgm:t>
    </dgm:pt>
    <dgm:pt modelId="{D6C64568-D07F-4691-9708-72E2C2D4BA62}" type="parTrans" cxnId="{39A81224-DE55-401F-BDCA-4FC3E1D876CC}">
      <dgm:prSet/>
      <dgm:spPr/>
      <dgm:t>
        <a:bodyPr/>
        <a:lstStyle/>
        <a:p>
          <a:endParaRPr lang="en-US"/>
        </a:p>
      </dgm:t>
    </dgm:pt>
    <dgm:pt modelId="{EB0DD6AD-D3D0-49AC-ADAC-764A5A4F656C}" type="sibTrans" cxnId="{39A81224-DE55-401F-BDCA-4FC3E1D876CC}">
      <dgm:prSet/>
      <dgm:spPr/>
      <dgm:t>
        <a:bodyPr/>
        <a:lstStyle/>
        <a:p>
          <a:endParaRPr lang="en-US"/>
        </a:p>
      </dgm:t>
    </dgm:pt>
    <dgm:pt modelId="{268285A9-C748-4FC1-9603-96C38577EC10}">
      <dgm:prSet phldrT="[Text]"/>
      <dgm:spPr/>
      <dgm:t>
        <a:bodyPr/>
        <a:lstStyle/>
        <a:p>
          <a:pPr>
            <a:buNone/>
          </a:pPr>
          <a:r>
            <a:rPr lang="en-US" dirty="0"/>
            <a:t> </a:t>
          </a:r>
        </a:p>
      </dgm:t>
    </dgm:pt>
    <dgm:pt modelId="{36DDD532-95A1-4A33-8896-3FBB800AC5F1}" type="parTrans" cxnId="{73152603-EF64-4653-8E84-BCA54B258F6A}">
      <dgm:prSet/>
      <dgm:spPr/>
      <dgm:t>
        <a:bodyPr/>
        <a:lstStyle/>
        <a:p>
          <a:endParaRPr lang="en-US"/>
        </a:p>
      </dgm:t>
    </dgm:pt>
    <dgm:pt modelId="{8BF7DB53-EDAA-49FD-BB8A-45D09E5CF75B}" type="sibTrans" cxnId="{73152603-EF64-4653-8E84-BCA54B258F6A}">
      <dgm:prSet/>
      <dgm:spPr/>
      <dgm:t>
        <a:bodyPr/>
        <a:lstStyle/>
        <a:p>
          <a:endParaRPr lang="en-US"/>
        </a:p>
      </dgm:t>
    </dgm:pt>
    <dgm:pt modelId="{528B2EF4-5EE3-436D-B3B5-529DA840B13F}">
      <dgm:prSet phldrT="[Text]"/>
      <dgm:spPr>
        <a:solidFill>
          <a:srgbClr val="917450"/>
        </a:solidFill>
      </dgm:spPr>
      <dgm:t>
        <a:bodyPr/>
        <a:lstStyle/>
        <a:p>
          <a:r>
            <a:rPr lang="en-US" dirty="0"/>
            <a:t> 2</a:t>
          </a:r>
        </a:p>
      </dgm:t>
    </dgm:pt>
    <dgm:pt modelId="{24DE6D55-9A59-46BA-B6A4-0D0F96C4A3C4}" type="parTrans" cxnId="{9CAEF028-4F4B-4E13-81F5-43796FF2D707}">
      <dgm:prSet/>
      <dgm:spPr/>
      <dgm:t>
        <a:bodyPr/>
        <a:lstStyle/>
        <a:p>
          <a:endParaRPr lang="en-US"/>
        </a:p>
      </dgm:t>
    </dgm:pt>
    <dgm:pt modelId="{E86F38C9-8F22-40F1-9831-AC7976714C3E}" type="sibTrans" cxnId="{9CAEF028-4F4B-4E13-81F5-43796FF2D707}">
      <dgm:prSet/>
      <dgm:spPr/>
      <dgm:t>
        <a:bodyPr/>
        <a:lstStyle/>
        <a:p>
          <a:endParaRPr lang="en-US"/>
        </a:p>
      </dgm:t>
    </dgm:pt>
    <dgm:pt modelId="{6BAA17C1-1A6A-456D-B729-6DB327801975}">
      <dgm:prSet phldrT="[Text]"/>
      <dgm:spPr/>
      <dgm:t>
        <a:bodyPr/>
        <a:lstStyle/>
        <a:p>
          <a:pPr>
            <a:buNone/>
          </a:pPr>
          <a:r>
            <a:rPr lang="en-US" dirty="0"/>
            <a:t>    </a:t>
          </a:r>
        </a:p>
      </dgm:t>
    </dgm:pt>
    <dgm:pt modelId="{6BFE9EB8-C4C0-4F06-9A77-EF634EC06C65}" type="parTrans" cxnId="{7A189745-0415-4A3C-96E6-EB0D117CA86C}">
      <dgm:prSet/>
      <dgm:spPr/>
      <dgm:t>
        <a:bodyPr/>
        <a:lstStyle/>
        <a:p>
          <a:endParaRPr lang="en-US"/>
        </a:p>
      </dgm:t>
    </dgm:pt>
    <dgm:pt modelId="{71F25D69-E5C2-44A7-A552-03544509B52D}" type="sibTrans" cxnId="{7A189745-0415-4A3C-96E6-EB0D117CA86C}">
      <dgm:prSet/>
      <dgm:spPr/>
      <dgm:t>
        <a:bodyPr/>
        <a:lstStyle/>
        <a:p>
          <a:endParaRPr lang="en-US"/>
        </a:p>
      </dgm:t>
    </dgm:pt>
    <dgm:pt modelId="{B4DBC32A-4F5E-48FC-B664-23F2A388B58B}">
      <dgm:prSet phldrT="[Text]"/>
      <dgm:spPr>
        <a:solidFill>
          <a:srgbClr val="917450"/>
        </a:solidFill>
      </dgm:spPr>
      <dgm:t>
        <a:bodyPr/>
        <a:lstStyle/>
        <a:p>
          <a:r>
            <a:rPr lang="en-US" dirty="0"/>
            <a:t> 3</a:t>
          </a:r>
        </a:p>
      </dgm:t>
    </dgm:pt>
    <dgm:pt modelId="{AECAC5C1-588B-4201-A5EB-6AC60C0538D0}" type="parTrans" cxnId="{969BC86A-2EE8-43DC-A957-28BE07B412B3}">
      <dgm:prSet/>
      <dgm:spPr/>
      <dgm:t>
        <a:bodyPr/>
        <a:lstStyle/>
        <a:p>
          <a:endParaRPr lang="en-US"/>
        </a:p>
      </dgm:t>
    </dgm:pt>
    <dgm:pt modelId="{1B1C9865-1E2D-4D45-84D8-58D5BA711260}" type="sibTrans" cxnId="{969BC86A-2EE8-43DC-A957-28BE07B412B3}">
      <dgm:prSet/>
      <dgm:spPr/>
      <dgm:t>
        <a:bodyPr/>
        <a:lstStyle/>
        <a:p>
          <a:endParaRPr lang="en-US"/>
        </a:p>
      </dgm:t>
    </dgm:pt>
    <dgm:pt modelId="{23A848B7-2E39-4257-9C74-AEE2A25848C8}">
      <dgm:prSet phldrT="[Text]"/>
      <dgm:spPr/>
      <dgm:t>
        <a:bodyPr/>
        <a:lstStyle/>
        <a:p>
          <a:pPr>
            <a:buNone/>
          </a:pPr>
          <a:r>
            <a:rPr lang="en-US" dirty="0"/>
            <a:t> </a:t>
          </a:r>
        </a:p>
      </dgm:t>
    </dgm:pt>
    <dgm:pt modelId="{EB07704D-799D-4C01-ADD2-EC5327E9CE99}" type="parTrans" cxnId="{7043804C-71B2-4098-ACF3-FB5EB458C3E6}">
      <dgm:prSet/>
      <dgm:spPr/>
      <dgm:t>
        <a:bodyPr/>
        <a:lstStyle/>
        <a:p>
          <a:endParaRPr lang="en-US"/>
        </a:p>
      </dgm:t>
    </dgm:pt>
    <dgm:pt modelId="{E08B9F0B-70F6-41F8-B05F-3FC7EF407428}" type="sibTrans" cxnId="{7043804C-71B2-4098-ACF3-FB5EB458C3E6}">
      <dgm:prSet/>
      <dgm:spPr/>
      <dgm:t>
        <a:bodyPr/>
        <a:lstStyle/>
        <a:p>
          <a:endParaRPr lang="en-US"/>
        </a:p>
      </dgm:t>
    </dgm:pt>
    <dgm:pt modelId="{3AAFCAC8-8E47-4AEE-82C8-DAD03D14304C}" type="pres">
      <dgm:prSet presAssocID="{514213AC-7795-4F2C-ABA3-86443787D8AA}" presName="linearFlow" presStyleCnt="0">
        <dgm:presLayoutVars>
          <dgm:dir/>
          <dgm:animLvl val="lvl"/>
          <dgm:resizeHandles val="exact"/>
        </dgm:presLayoutVars>
      </dgm:prSet>
      <dgm:spPr/>
    </dgm:pt>
    <dgm:pt modelId="{1526E3B1-8D4A-46DE-99CD-DEEC36A8CFAD}" type="pres">
      <dgm:prSet presAssocID="{991F4770-5EAF-4036-BFCF-A03543C10F76}" presName="composite" presStyleCnt="0"/>
      <dgm:spPr/>
    </dgm:pt>
    <dgm:pt modelId="{CE06D512-98FD-4358-BAAA-03603FB4DB1C}" type="pres">
      <dgm:prSet presAssocID="{991F4770-5EAF-4036-BFCF-A03543C10F76}" presName="parentText" presStyleLbl="alignNode1" presStyleIdx="0" presStyleCnt="3">
        <dgm:presLayoutVars>
          <dgm:chMax val="1"/>
          <dgm:bulletEnabled val="1"/>
        </dgm:presLayoutVars>
      </dgm:prSet>
      <dgm:spPr/>
    </dgm:pt>
    <dgm:pt modelId="{F07BA46A-8652-4AB1-A943-83DD9043CBA9}" type="pres">
      <dgm:prSet presAssocID="{991F4770-5EAF-4036-BFCF-A03543C10F76}" presName="descendantText" presStyleLbl="alignAcc1" presStyleIdx="0" presStyleCnt="3">
        <dgm:presLayoutVars>
          <dgm:bulletEnabled val="1"/>
        </dgm:presLayoutVars>
      </dgm:prSet>
      <dgm:spPr/>
    </dgm:pt>
    <dgm:pt modelId="{73C95C24-2749-4672-8DDF-FB7FA1307A14}" type="pres">
      <dgm:prSet presAssocID="{EB0DD6AD-D3D0-49AC-ADAC-764A5A4F656C}" presName="sp" presStyleCnt="0"/>
      <dgm:spPr/>
    </dgm:pt>
    <dgm:pt modelId="{31F00892-4AAC-41E9-BBE8-C41CE6298A49}" type="pres">
      <dgm:prSet presAssocID="{528B2EF4-5EE3-436D-B3B5-529DA840B13F}" presName="composite" presStyleCnt="0"/>
      <dgm:spPr/>
    </dgm:pt>
    <dgm:pt modelId="{DE2464DF-823A-469A-A24C-C815EAFC628C}" type="pres">
      <dgm:prSet presAssocID="{528B2EF4-5EE3-436D-B3B5-529DA840B13F}" presName="parentText" presStyleLbl="alignNode1" presStyleIdx="1" presStyleCnt="3">
        <dgm:presLayoutVars>
          <dgm:chMax val="1"/>
          <dgm:bulletEnabled val="1"/>
        </dgm:presLayoutVars>
      </dgm:prSet>
      <dgm:spPr/>
    </dgm:pt>
    <dgm:pt modelId="{AC87CD5A-6F24-4C09-B10F-B5A4C4A043E4}" type="pres">
      <dgm:prSet presAssocID="{528B2EF4-5EE3-436D-B3B5-529DA840B13F}" presName="descendantText" presStyleLbl="alignAcc1" presStyleIdx="1" presStyleCnt="3">
        <dgm:presLayoutVars>
          <dgm:bulletEnabled val="1"/>
        </dgm:presLayoutVars>
      </dgm:prSet>
      <dgm:spPr/>
    </dgm:pt>
    <dgm:pt modelId="{C05B9713-42FE-40D1-91B5-819DEB535198}" type="pres">
      <dgm:prSet presAssocID="{E86F38C9-8F22-40F1-9831-AC7976714C3E}" presName="sp" presStyleCnt="0"/>
      <dgm:spPr/>
    </dgm:pt>
    <dgm:pt modelId="{2CC30A23-B74C-467D-930D-82BC6D2C5E23}" type="pres">
      <dgm:prSet presAssocID="{B4DBC32A-4F5E-48FC-B664-23F2A388B58B}" presName="composite" presStyleCnt="0"/>
      <dgm:spPr/>
    </dgm:pt>
    <dgm:pt modelId="{06B136E1-FFBA-4FBB-B718-C4BAFEBC06BD}" type="pres">
      <dgm:prSet presAssocID="{B4DBC32A-4F5E-48FC-B664-23F2A388B58B}" presName="parentText" presStyleLbl="alignNode1" presStyleIdx="2" presStyleCnt="3">
        <dgm:presLayoutVars>
          <dgm:chMax val="1"/>
          <dgm:bulletEnabled val="1"/>
        </dgm:presLayoutVars>
      </dgm:prSet>
      <dgm:spPr/>
    </dgm:pt>
    <dgm:pt modelId="{7FFEB09E-6896-4B40-9736-C8A1C406AD7B}" type="pres">
      <dgm:prSet presAssocID="{B4DBC32A-4F5E-48FC-B664-23F2A388B58B}" presName="descendantText" presStyleLbl="alignAcc1" presStyleIdx="2" presStyleCnt="3">
        <dgm:presLayoutVars>
          <dgm:bulletEnabled val="1"/>
        </dgm:presLayoutVars>
      </dgm:prSet>
      <dgm:spPr/>
    </dgm:pt>
  </dgm:ptLst>
  <dgm:cxnLst>
    <dgm:cxn modelId="{73152603-EF64-4653-8E84-BCA54B258F6A}" srcId="{991F4770-5EAF-4036-BFCF-A03543C10F76}" destId="{268285A9-C748-4FC1-9603-96C38577EC10}" srcOrd="0" destOrd="0" parTransId="{36DDD532-95A1-4A33-8896-3FBB800AC5F1}" sibTransId="{8BF7DB53-EDAA-49FD-BB8A-45D09E5CF75B}"/>
    <dgm:cxn modelId="{39A81224-DE55-401F-BDCA-4FC3E1D876CC}" srcId="{514213AC-7795-4F2C-ABA3-86443787D8AA}" destId="{991F4770-5EAF-4036-BFCF-A03543C10F76}" srcOrd="0" destOrd="0" parTransId="{D6C64568-D07F-4691-9708-72E2C2D4BA62}" sibTransId="{EB0DD6AD-D3D0-49AC-ADAC-764A5A4F656C}"/>
    <dgm:cxn modelId="{9CAEF028-4F4B-4E13-81F5-43796FF2D707}" srcId="{514213AC-7795-4F2C-ABA3-86443787D8AA}" destId="{528B2EF4-5EE3-436D-B3B5-529DA840B13F}" srcOrd="1" destOrd="0" parTransId="{24DE6D55-9A59-46BA-B6A4-0D0F96C4A3C4}" sibTransId="{E86F38C9-8F22-40F1-9831-AC7976714C3E}"/>
    <dgm:cxn modelId="{A8AB9F39-8AE2-41A6-B821-A65A8ECBECCE}" type="presOf" srcId="{6BAA17C1-1A6A-456D-B729-6DB327801975}" destId="{AC87CD5A-6F24-4C09-B10F-B5A4C4A043E4}" srcOrd="0" destOrd="0" presId="urn:microsoft.com/office/officeart/2005/8/layout/chevron2"/>
    <dgm:cxn modelId="{7A189745-0415-4A3C-96E6-EB0D117CA86C}" srcId="{528B2EF4-5EE3-436D-B3B5-529DA840B13F}" destId="{6BAA17C1-1A6A-456D-B729-6DB327801975}" srcOrd="0" destOrd="0" parTransId="{6BFE9EB8-C4C0-4F06-9A77-EF634EC06C65}" sibTransId="{71F25D69-E5C2-44A7-A552-03544509B52D}"/>
    <dgm:cxn modelId="{9656A269-2FDC-491A-A1EC-A94FAA27314F}" type="presOf" srcId="{528B2EF4-5EE3-436D-B3B5-529DA840B13F}" destId="{DE2464DF-823A-469A-A24C-C815EAFC628C}" srcOrd="0" destOrd="0" presId="urn:microsoft.com/office/officeart/2005/8/layout/chevron2"/>
    <dgm:cxn modelId="{969BC86A-2EE8-43DC-A957-28BE07B412B3}" srcId="{514213AC-7795-4F2C-ABA3-86443787D8AA}" destId="{B4DBC32A-4F5E-48FC-B664-23F2A388B58B}" srcOrd="2" destOrd="0" parTransId="{AECAC5C1-588B-4201-A5EB-6AC60C0538D0}" sibTransId="{1B1C9865-1E2D-4D45-84D8-58D5BA711260}"/>
    <dgm:cxn modelId="{7043804C-71B2-4098-ACF3-FB5EB458C3E6}" srcId="{B4DBC32A-4F5E-48FC-B664-23F2A388B58B}" destId="{23A848B7-2E39-4257-9C74-AEE2A25848C8}" srcOrd="0" destOrd="0" parTransId="{EB07704D-799D-4C01-ADD2-EC5327E9CE99}" sibTransId="{E08B9F0B-70F6-41F8-B05F-3FC7EF407428}"/>
    <dgm:cxn modelId="{1623C570-0F20-45DF-954D-34038AAEF899}" type="presOf" srcId="{514213AC-7795-4F2C-ABA3-86443787D8AA}" destId="{3AAFCAC8-8E47-4AEE-82C8-DAD03D14304C}" srcOrd="0" destOrd="0" presId="urn:microsoft.com/office/officeart/2005/8/layout/chevron2"/>
    <dgm:cxn modelId="{79240C93-983F-41C4-A68C-ECD2FC09692F}" type="presOf" srcId="{268285A9-C748-4FC1-9603-96C38577EC10}" destId="{F07BA46A-8652-4AB1-A943-83DD9043CBA9}" srcOrd="0" destOrd="0" presId="urn:microsoft.com/office/officeart/2005/8/layout/chevron2"/>
    <dgm:cxn modelId="{560534B9-2B1D-4A42-B655-F1D7CE3FBC4D}" type="presOf" srcId="{991F4770-5EAF-4036-BFCF-A03543C10F76}" destId="{CE06D512-98FD-4358-BAAA-03603FB4DB1C}" srcOrd="0" destOrd="0" presId="urn:microsoft.com/office/officeart/2005/8/layout/chevron2"/>
    <dgm:cxn modelId="{68F018BE-6261-4DBC-AADA-4870F91D33B7}" type="presOf" srcId="{B4DBC32A-4F5E-48FC-B664-23F2A388B58B}" destId="{06B136E1-FFBA-4FBB-B718-C4BAFEBC06BD}" srcOrd="0" destOrd="0" presId="urn:microsoft.com/office/officeart/2005/8/layout/chevron2"/>
    <dgm:cxn modelId="{B26617FA-59A3-4599-A447-573EDDF7F231}" type="presOf" srcId="{23A848B7-2E39-4257-9C74-AEE2A25848C8}" destId="{7FFEB09E-6896-4B40-9736-C8A1C406AD7B}" srcOrd="0" destOrd="0" presId="urn:microsoft.com/office/officeart/2005/8/layout/chevron2"/>
    <dgm:cxn modelId="{D3BD9FD0-8615-4E2E-A0D2-E53C69738F98}" type="presParOf" srcId="{3AAFCAC8-8E47-4AEE-82C8-DAD03D14304C}" destId="{1526E3B1-8D4A-46DE-99CD-DEEC36A8CFAD}" srcOrd="0" destOrd="0" presId="urn:microsoft.com/office/officeart/2005/8/layout/chevron2"/>
    <dgm:cxn modelId="{971A6B70-194B-4B5C-9788-7A5B68995201}" type="presParOf" srcId="{1526E3B1-8D4A-46DE-99CD-DEEC36A8CFAD}" destId="{CE06D512-98FD-4358-BAAA-03603FB4DB1C}" srcOrd="0" destOrd="0" presId="urn:microsoft.com/office/officeart/2005/8/layout/chevron2"/>
    <dgm:cxn modelId="{6E8DF020-D02E-4583-8B39-F2DF6FD7F087}" type="presParOf" srcId="{1526E3B1-8D4A-46DE-99CD-DEEC36A8CFAD}" destId="{F07BA46A-8652-4AB1-A943-83DD9043CBA9}" srcOrd="1" destOrd="0" presId="urn:microsoft.com/office/officeart/2005/8/layout/chevron2"/>
    <dgm:cxn modelId="{CD84280E-B009-409C-B4D8-46009130F5C0}" type="presParOf" srcId="{3AAFCAC8-8E47-4AEE-82C8-DAD03D14304C}" destId="{73C95C24-2749-4672-8DDF-FB7FA1307A14}" srcOrd="1" destOrd="0" presId="urn:microsoft.com/office/officeart/2005/8/layout/chevron2"/>
    <dgm:cxn modelId="{68B2D6C9-7475-4215-86B4-43699D5AE733}" type="presParOf" srcId="{3AAFCAC8-8E47-4AEE-82C8-DAD03D14304C}" destId="{31F00892-4AAC-41E9-BBE8-C41CE6298A49}" srcOrd="2" destOrd="0" presId="urn:microsoft.com/office/officeart/2005/8/layout/chevron2"/>
    <dgm:cxn modelId="{86049CCE-044E-43A3-8D41-AEB24923EA96}" type="presParOf" srcId="{31F00892-4AAC-41E9-BBE8-C41CE6298A49}" destId="{DE2464DF-823A-469A-A24C-C815EAFC628C}" srcOrd="0" destOrd="0" presId="urn:microsoft.com/office/officeart/2005/8/layout/chevron2"/>
    <dgm:cxn modelId="{A17C01C9-27A8-4102-8C32-E26E60260453}" type="presParOf" srcId="{31F00892-4AAC-41E9-BBE8-C41CE6298A49}" destId="{AC87CD5A-6F24-4C09-B10F-B5A4C4A043E4}" srcOrd="1" destOrd="0" presId="urn:microsoft.com/office/officeart/2005/8/layout/chevron2"/>
    <dgm:cxn modelId="{DC6B2935-F794-4296-93F1-EF77BA410C26}" type="presParOf" srcId="{3AAFCAC8-8E47-4AEE-82C8-DAD03D14304C}" destId="{C05B9713-42FE-40D1-91B5-819DEB535198}" srcOrd="3" destOrd="0" presId="urn:microsoft.com/office/officeart/2005/8/layout/chevron2"/>
    <dgm:cxn modelId="{455A1137-364C-4E93-A97C-3E40A41C29CE}" type="presParOf" srcId="{3AAFCAC8-8E47-4AEE-82C8-DAD03D14304C}" destId="{2CC30A23-B74C-467D-930D-82BC6D2C5E23}" srcOrd="4" destOrd="0" presId="urn:microsoft.com/office/officeart/2005/8/layout/chevron2"/>
    <dgm:cxn modelId="{09186736-3388-4778-8B04-F57510262B5B}" type="presParOf" srcId="{2CC30A23-B74C-467D-930D-82BC6D2C5E23}" destId="{06B136E1-FFBA-4FBB-B718-C4BAFEBC06BD}" srcOrd="0" destOrd="0" presId="urn:microsoft.com/office/officeart/2005/8/layout/chevron2"/>
    <dgm:cxn modelId="{B14036A6-194D-4A6E-BAF4-2E7BA073B494}" type="presParOf" srcId="{2CC30A23-B74C-467D-930D-82BC6D2C5E23}" destId="{7FFEB09E-6896-4B40-9736-C8A1C406AD7B}"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8188B9F-CEBC-4E22-99D2-57A81692D18A}"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206B50CD-FC11-4CC9-966B-7ED1912296C1}">
      <dgm:prSet phldrT="[Text]" custT="1"/>
      <dgm:spPr>
        <a:solidFill>
          <a:srgbClr val="917450"/>
        </a:solidFill>
      </dgm:spPr>
      <dgm:t>
        <a:bodyPr/>
        <a:lstStyle/>
        <a:p>
          <a:r>
            <a:rPr lang="en-US" sz="8000" dirty="0">
              <a:latin typeface="Algerian" panose="04020705040A02060702" pitchFamily="82" charset="0"/>
            </a:rPr>
            <a:t>1</a:t>
          </a:r>
        </a:p>
      </dgm:t>
    </dgm:pt>
    <dgm:pt modelId="{7B1313AB-D322-4215-AEF8-F530F435C263}" type="parTrans" cxnId="{A11E9450-8EFD-4B7C-8586-D59714200EE5}">
      <dgm:prSet/>
      <dgm:spPr/>
      <dgm:t>
        <a:bodyPr/>
        <a:lstStyle/>
        <a:p>
          <a:endParaRPr lang="en-US"/>
        </a:p>
      </dgm:t>
    </dgm:pt>
    <dgm:pt modelId="{9E7E4669-79F0-4380-9F51-3025EE1FB1BA}" type="sibTrans" cxnId="{A11E9450-8EFD-4B7C-8586-D59714200EE5}">
      <dgm:prSet/>
      <dgm:spPr/>
      <dgm:t>
        <a:bodyPr/>
        <a:lstStyle/>
        <a:p>
          <a:endParaRPr lang="en-US"/>
        </a:p>
      </dgm:t>
    </dgm:pt>
    <dgm:pt modelId="{2FC81B18-C258-4F11-88DF-037C5AFE7DD5}">
      <dgm:prSet phldrT="[Text]"/>
      <dgm:spPr/>
      <dgm:t>
        <a:bodyPr/>
        <a:lstStyle/>
        <a:p>
          <a:pPr>
            <a:buNone/>
          </a:pPr>
          <a:r>
            <a:rPr lang="en-US" dirty="0"/>
            <a:t> </a:t>
          </a:r>
        </a:p>
      </dgm:t>
    </dgm:pt>
    <dgm:pt modelId="{55A0F051-C843-47BE-B957-2FC9154553FA}" type="parTrans" cxnId="{457F9C37-C1A7-4621-93EC-A94A64EB8618}">
      <dgm:prSet/>
      <dgm:spPr/>
      <dgm:t>
        <a:bodyPr/>
        <a:lstStyle/>
        <a:p>
          <a:endParaRPr lang="en-US"/>
        </a:p>
      </dgm:t>
    </dgm:pt>
    <dgm:pt modelId="{F53CC379-D516-4763-BB13-C72F3E124E26}" type="sibTrans" cxnId="{457F9C37-C1A7-4621-93EC-A94A64EB8618}">
      <dgm:prSet/>
      <dgm:spPr/>
      <dgm:t>
        <a:bodyPr/>
        <a:lstStyle/>
        <a:p>
          <a:endParaRPr lang="en-US"/>
        </a:p>
      </dgm:t>
    </dgm:pt>
    <dgm:pt modelId="{01894A8D-A49A-4478-A125-9490DF3439EA}">
      <dgm:prSet phldrT="[Text]" custT="1"/>
      <dgm:spPr>
        <a:solidFill>
          <a:srgbClr val="917450"/>
        </a:solidFill>
      </dgm:spPr>
      <dgm:t>
        <a:bodyPr/>
        <a:lstStyle/>
        <a:p>
          <a:r>
            <a:rPr lang="en-US" sz="8000" dirty="0">
              <a:latin typeface="Algerian" panose="04020705040A02060702" pitchFamily="82" charset="0"/>
            </a:rPr>
            <a:t>2</a:t>
          </a:r>
        </a:p>
      </dgm:t>
    </dgm:pt>
    <dgm:pt modelId="{99061D46-5AB5-4205-9C2A-769B8A5DA61F}" type="parTrans" cxnId="{36759C9E-BD7E-4BF7-BFB0-DC817983A513}">
      <dgm:prSet/>
      <dgm:spPr/>
      <dgm:t>
        <a:bodyPr/>
        <a:lstStyle/>
        <a:p>
          <a:endParaRPr lang="en-US"/>
        </a:p>
      </dgm:t>
    </dgm:pt>
    <dgm:pt modelId="{F1FF4BD8-1D41-4B0B-8C90-A88AAD101536}" type="sibTrans" cxnId="{36759C9E-BD7E-4BF7-BFB0-DC817983A513}">
      <dgm:prSet/>
      <dgm:spPr/>
      <dgm:t>
        <a:bodyPr/>
        <a:lstStyle/>
        <a:p>
          <a:endParaRPr lang="en-US"/>
        </a:p>
      </dgm:t>
    </dgm:pt>
    <dgm:pt modelId="{7363C385-07E9-4972-8018-31B5BD0186E9}">
      <dgm:prSet phldrT="[Text]"/>
      <dgm:spPr/>
      <dgm:t>
        <a:bodyPr/>
        <a:lstStyle/>
        <a:p>
          <a:pPr>
            <a:buNone/>
          </a:pPr>
          <a:r>
            <a:rPr lang="en-US" dirty="0"/>
            <a:t> </a:t>
          </a:r>
        </a:p>
      </dgm:t>
    </dgm:pt>
    <dgm:pt modelId="{26ED3B0C-12EA-466A-BBBD-642DDA45989D}" type="parTrans" cxnId="{809FA1A3-999C-4DE3-8B8E-DA805E7E9800}">
      <dgm:prSet/>
      <dgm:spPr/>
      <dgm:t>
        <a:bodyPr/>
        <a:lstStyle/>
        <a:p>
          <a:endParaRPr lang="en-US"/>
        </a:p>
      </dgm:t>
    </dgm:pt>
    <dgm:pt modelId="{116877E1-AC3B-43FE-9318-BDE4B4BC0EA4}" type="sibTrans" cxnId="{809FA1A3-999C-4DE3-8B8E-DA805E7E9800}">
      <dgm:prSet/>
      <dgm:spPr/>
      <dgm:t>
        <a:bodyPr/>
        <a:lstStyle/>
        <a:p>
          <a:endParaRPr lang="en-US"/>
        </a:p>
      </dgm:t>
    </dgm:pt>
    <dgm:pt modelId="{3AEE2ABE-0E5E-46DD-8169-3A81734CF1BC}">
      <dgm:prSet phldrT="[Text]" custT="1"/>
      <dgm:spPr>
        <a:solidFill>
          <a:srgbClr val="917450"/>
        </a:solidFill>
      </dgm:spPr>
      <dgm:t>
        <a:bodyPr/>
        <a:lstStyle/>
        <a:p>
          <a:r>
            <a:rPr lang="en-US" sz="8000" dirty="0">
              <a:latin typeface="Algerian" panose="04020705040A02060702" pitchFamily="82" charset="0"/>
            </a:rPr>
            <a:t>3</a:t>
          </a:r>
        </a:p>
      </dgm:t>
    </dgm:pt>
    <dgm:pt modelId="{B3D7DF21-29B4-429A-AF52-484D7CBD6154}" type="parTrans" cxnId="{3710FA2E-FE3C-4695-A6B4-A2103F6EF3ED}">
      <dgm:prSet/>
      <dgm:spPr/>
      <dgm:t>
        <a:bodyPr/>
        <a:lstStyle/>
        <a:p>
          <a:endParaRPr lang="en-US"/>
        </a:p>
      </dgm:t>
    </dgm:pt>
    <dgm:pt modelId="{C10B70A2-F485-4850-B976-F0D64071C866}" type="sibTrans" cxnId="{3710FA2E-FE3C-4695-A6B4-A2103F6EF3ED}">
      <dgm:prSet/>
      <dgm:spPr/>
      <dgm:t>
        <a:bodyPr/>
        <a:lstStyle/>
        <a:p>
          <a:endParaRPr lang="en-US"/>
        </a:p>
      </dgm:t>
    </dgm:pt>
    <dgm:pt modelId="{AC2245B3-A217-4D87-91EC-A9BE9C3B2AE6}">
      <dgm:prSet phldrT="[Text]"/>
      <dgm:spPr/>
      <dgm:t>
        <a:bodyPr/>
        <a:lstStyle/>
        <a:p>
          <a:pPr>
            <a:buNone/>
          </a:pPr>
          <a:r>
            <a:rPr lang="en-US" dirty="0"/>
            <a:t> </a:t>
          </a:r>
        </a:p>
      </dgm:t>
    </dgm:pt>
    <dgm:pt modelId="{08FB0BEC-8B08-4951-925E-FBAE699C5BCC}" type="parTrans" cxnId="{D2875924-61AF-47F5-8186-8BC325AB0195}">
      <dgm:prSet/>
      <dgm:spPr/>
      <dgm:t>
        <a:bodyPr/>
        <a:lstStyle/>
        <a:p>
          <a:endParaRPr lang="en-US"/>
        </a:p>
      </dgm:t>
    </dgm:pt>
    <dgm:pt modelId="{CD650A2D-037E-4A61-B319-62FB4F3CC169}" type="sibTrans" cxnId="{D2875924-61AF-47F5-8186-8BC325AB0195}">
      <dgm:prSet/>
      <dgm:spPr/>
      <dgm:t>
        <a:bodyPr/>
        <a:lstStyle/>
        <a:p>
          <a:endParaRPr lang="en-US"/>
        </a:p>
      </dgm:t>
    </dgm:pt>
    <dgm:pt modelId="{94EA9A4A-F5F5-4731-8C53-60E28337FB08}" type="pres">
      <dgm:prSet presAssocID="{F8188B9F-CEBC-4E22-99D2-57A81692D18A}" presName="Name0" presStyleCnt="0">
        <dgm:presLayoutVars>
          <dgm:dir/>
          <dgm:animLvl val="lvl"/>
          <dgm:resizeHandles val="exact"/>
        </dgm:presLayoutVars>
      </dgm:prSet>
      <dgm:spPr/>
    </dgm:pt>
    <dgm:pt modelId="{4CE4D844-D062-402D-AB4F-6DE8648F7395}" type="pres">
      <dgm:prSet presAssocID="{206B50CD-FC11-4CC9-966B-7ED1912296C1}" presName="linNode" presStyleCnt="0"/>
      <dgm:spPr/>
    </dgm:pt>
    <dgm:pt modelId="{7DDFC7CB-31FA-4ACC-A8A1-CB0CF9875788}" type="pres">
      <dgm:prSet presAssocID="{206B50CD-FC11-4CC9-966B-7ED1912296C1}" presName="parentText" presStyleLbl="node1" presStyleIdx="0" presStyleCnt="3" custScaleX="38536">
        <dgm:presLayoutVars>
          <dgm:chMax val="1"/>
          <dgm:bulletEnabled val="1"/>
        </dgm:presLayoutVars>
      </dgm:prSet>
      <dgm:spPr/>
    </dgm:pt>
    <dgm:pt modelId="{455751B7-EA1D-4317-A4F9-E64848648F19}" type="pres">
      <dgm:prSet presAssocID="{206B50CD-FC11-4CC9-966B-7ED1912296C1}" presName="descendantText" presStyleLbl="alignAccFollowNode1" presStyleIdx="0" presStyleCnt="3" custScaleX="124634" custScaleY="112844">
        <dgm:presLayoutVars>
          <dgm:bulletEnabled val="1"/>
        </dgm:presLayoutVars>
      </dgm:prSet>
      <dgm:spPr/>
    </dgm:pt>
    <dgm:pt modelId="{86C7B14D-C862-42DD-946D-2A3A78692712}" type="pres">
      <dgm:prSet presAssocID="{9E7E4669-79F0-4380-9F51-3025EE1FB1BA}" presName="sp" presStyleCnt="0"/>
      <dgm:spPr/>
    </dgm:pt>
    <dgm:pt modelId="{B9EC8D17-343A-45D9-818A-4970AC5DDDCC}" type="pres">
      <dgm:prSet presAssocID="{01894A8D-A49A-4478-A125-9490DF3439EA}" presName="linNode" presStyleCnt="0"/>
      <dgm:spPr/>
    </dgm:pt>
    <dgm:pt modelId="{9817DD2B-9A3D-4326-B2C9-FB4B951C5632}" type="pres">
      <dgm:prSet presAssocID="{01894A8D-A49A-4478-A125-9490DF3439EA}" presName="parentText" presStyleLbl="node1" presStyleIdx="1" presStyleCnt="3" custScaleX="38536">
        <dgm:presLayoutVars>
          <dgm:chMax val="1"/>
          <dgm:bulletEnabled val="1"/>
        </dgm:presLayoutVars>
      </dgm:prSet>
      <dgm:spPr/>
    </dgm:pt>
    <dgm:pt modelId="{AC3222D2-4FCB-4CE0-8E91-8CCB8612F4C8}" type="pres">
      <dgm:prSet presAssocID="{01894A8D-A49A-4478-A125-9490DF3439EA}" presName="descendantText" presStyleLbl="alignAccFollowNode1" presStyleIdx="1" presStyleCnt="3" custScaleX="124634" custScaleY="112844">
        <dgm:presLayoutVars>
          <dgm:bulletEnabled val="1"/>
        </dgm:presLayoutVars>
      </dgm:prSet>
      <dgm:spPr/>
    </dgm:pt>
    <dgm:pt modelId="{E02D1591-AA9E-4EE0-A82E-582D2681DE91}" type="pres">
      <dgm:prSet presAssocID="{F1FF4BD8-1D41-4B0B-8C90-A88AAD101536}" presName="sp" presStyleCnt="0"/>
      <dgm:spPr/>
    </dgm:pt>
    <dgm:pt modelId="{B0329BCB-C873-4737-A8B6-666F08B8C03C}" type="pres">
      <dgm:prSet presAssocID="{3AEE2ABE-0E5E-46DD-8169-3A81734CF1BC}" presName="linNode" presStyleCnt="0"/>
      <dgm:spPr/>
    </dgm:pt>
    <dgm:pt modelId="{BACFAB28-2B9C-4DF2-8712-4A754DD0E505}" type="pres">
      <dgm:prSet presAssocID="{3AEE2ABE-0E5E-46DD-8169-3A81734CF1BC}" presName="parentText" presStyleLbl="node1" presStyleIdx="2" presStyleCnt="3" custScaleX="38536">
        <dgm:presLayoutVars>
          <dgm:chMax val="1"/>
          <dgm:bulletEnabled val="1"/>
        </dgm:presLayoutVars>
      </dgm:prSet>
      <dgm:spPr/>
    </dgm:pt>
    <dgm:pt modelId="{9C202FE9-4E06-48F9-911F-4348407BE535}" type="pres">
      <dgm:prSet presAssocID="{3AEE2ABE-0E5E-46DD-8169-3A81734CF1BC}" presName="descendantText" presStyleLbl="alignAccFollowNode1" presStyleIdx="2" presStyleCnt="3" custScaleX="124634" custScaleY="112844">
        <dgm:presLayoutVars>
          <dgm:bulletEnabled val="1"/>
        </dgm:presLayoutVars>
      </dgm:prSet>
      <dgm:spPr/>
    </dgm:pt>
  </dgm:ptLst>
  <dgm:cxnLst>
    <dgm:cxn modelId="{090D0715-D79F-4514-8C46-B6BCC794F2AF}" type="presOf" srcId="{AC2245B3-A217-4D87-91EC-A9BE9C3B2AE6}" destId="{9C202FE9-4E06-48F9-911F-4348407BE535}" srcOrd="0" destOrd="0" presId="urn:microsoft.com/office/officeart/2005/8/layout/vList5"/>
    <dgm:cxn modelId="{C66C7E1F-0DEF-4220-A4EF-0CD8C8CD00B5}" type="presOf" srcId="{3AEE2ABE-0E5E-46DD-8169-3A81734CF1BC}" destId="{BACFAB28-2B9C-4DF2-8712-4A754DD0E505}" srcOrd="0" destOrd="0" presId="urn:microsoft.com/office/officeart/2005/8/layout/vList5"/>
    <dgm:cxn modelId="{D2875924-61AF-47F5-8186-8BC325AB0195}" srcId="{3AEE2ABE-0E5E-46DD-8169-3A81734CF1BC}" destId="{AC2245B3-A217-4D87-91EC-A9BE9C3B2AE6}" srcOrd="0" destOrd="0" parTransId="{08FB0BEC-8B08-4951-925E-FBAE699C5BCC}" sibTransId="{CD650A2D-037E-4A61-B319-62FB4F3CC169}"/>
    <dgm:cxn modelId="{3710FA2E-FE3C-4695-A6B4-A2103F6EF3ED}" srcId="{F8188B9F-CEBC-4E22-99D2-57A81692D18A}" destId="{3AEE2ABE-0E5E-46DD-8169-3A81734CF1BC}" srcOrd="2" destOrd="0" parTransId="{B3D7DF21-29B4-429A-AF52-484D7CBD6154}" sibTransId="{C10B70A2-F485-4850-B976-F0D64071C866}"/>
    <dgm:cxn modelId="{457F9C37-C1A7-4621-93EC-A94A64EB8618}" srcId="{206B50CD-FC11-4CC9-966B-7ED1912296C1}" destId="{2FC81B18-C258-4F11-88DF-037C5AFE7DD5}" srcOrd="0" destOrd="0" parTransId="{55A0F051-C843-47BE-B957-2FC9154553FA}" sibTransId="{F53CC379-D516-4763-BB13-C72F3E124E26}"/>
    <dgm:cxn modelId="{56794C3C-B82B-460C-A1D6-7CEF7FFC4D02}" type="presOf" srcId="{01894A8D-A49A-4478-A125-9490DF3439EA}" destId="{9817DD2B-9A3D-4326-B2C9-FB4B951C5632}" srcOrd="0" destOrd="0" presId="urn:microsoft.com/office/officeart/2005/8/layout/vList5"/>
    <dgm:cxn modelId="{CB020C5B-EE27-4174-89BA-AECBBF13FE73}" type="presOf" srcId="{2FC81B18-C258-4F11-88DF-037C5AFE7DD5}" destId="{455751B7-EA1D-4317-A4F9-E64848648F19}" srcOrd="0" destOrd="0" presId="urn:microsoft.com/office/officeart/2005/8/layout/vList5"/>
    <dgm:cxn modelId="{A11E9450-8EFD-4B7C-8586-D59714200EE5}" srcId="{F8188B9F-CEBC-4E22-99D2-57A81692D18A}" destId="{206B50CD-FC11-4CC9-966B-7ED1912296C1}" srcOrd="0" destOrd="0" parTransId="{7B1313AB-D322-4215-AEF8-F530F435C263}" sibTransId="{9E7E4669-79F0-4380-9F51-3025EE1FB1BA}"/>
    <dgm:cxn modelId="{59B2477F-D6CC-478C-9722-B0FF31654E69}" type="presOf" srcId="{206B50CD-FC11-4CC9-966B-7ED1912296C1}" destId="{7DDFC7CB-31FA-4ACC-A8A1-CB0CF9875788}" srcOrd="0" destOrd="0" presId="urn:microsoft.com/office/officeart/2005/8/layout/vList5"/>
    <dgm:cxn modelId="{36759C9E-BD7E-4BF7-BFB0-DC817983A513}" srcId="{F8188B9F-CEBC-4E22-99D2-57A81692D18A}" destId="{01894A8D-A49A-4478-A125-9490DF3439EA}" srcOrd="1" destOrd="0" parTransId="{99061D46-5AB5-4205-9C2A-769B8A5DA61F}" sibTransId="{F1FF4BD8-1D41-4B0B-8C90-A88AAD101536}"/>
    <dgm:cxn modelId="{809FA1A3-999C-4DE3-8B8E-DA805E7E9800}" srcId="{01894A8D-A49A-4478-A125-9490DF3439EA}" destId="{7363C385-07E9-4972-8018-31B5BD0186E9}" srcOrd="0" destOrd="0" parTransId="{26ED3B0C-12EA-466A-BBBD-642DDA45989D}" sibTransId="{116877E1-AC3B-43FE-9318-BDE4B4BC0EA4}"/>
    <dgm:cxn modelId="{4F5E31C0-9182-4BEE-A487-C30EA9C4DF19}" type="presOf" srcId="{F8188B9F-CEBC-4E22-99D2-57A81692D18A}" destId="{94EA9A4A-F5F5-4731-8C53-60E28337FB08}" srcOrd="0" destOrd="0" presId="urn:microsoft.com/office/officeart/2005/8/layout/vList5"/>
    <dgm:cxn modelId="{125122FD-A238-4CE7-B4FD-97CA807C44D7}" type="presOf" srcId="{7363C385-07E9-4972-8018-31B5BD0186E9}" destId="{AC3222D2-4FCB-4CE0-8E91-8CCB8612F4C8}" srcOrd="0" destOrd="0" presId="urn:microsoft.com/office/officeart/2005/8/layout/vList5"/>
    <dgm:cxn modelId="{81252D41-428C-4B96-8AAF-40B825BF9A0F}" type="presParOf" srcId="{94EA9A4A-F5F5-4731-8C53-60E28337FB08}" destId="{4CE4D844-D062-402D-AB4F-6DE8648F7395}" srcOrd="0" destOrd="0" presId="urn:microsoft.com/office/officeart/2005/8/layout/vList5"/>
    <dgm:cxn modelId="{6BA8DFCA-05F2-48CC-B554-E2B7D0546475}" type="presParOf" srcId="{4CE4D844-D062-402D-AB4F-6DE8648F7395}" destId="{7DDFC7CB-31FA-4ACC-A8A1-CB0CF9875788}" srcOrd="0" destOrd="0" presId="urn:microsoft.com/office/officeart/2005/8/layout/vList5"/>
    <dgm:cxn modelId="{EBFF5CC1-D8C8-48DA-8768-20950356098E}" type="presParOf" srcId="{4CE4D844-D062-402D-AB4F-6DE8648F7395}" destId="{455751B7-EA1D-4317-A4F9-E64848648F19}" srcOrd="1" destOrd="0" presId="urn:microsoft.com/office/officeart/2005/8/layout/vList5"/>
    <dgm:cxn modelId="{01E9CAD1-70D0-4016-B848-EFCB97968B13}" type="presParOf" srcId="{94EA9A4A-F5F5-4731-8C53-60E28337FB08}" destId="{86C7B14D-C862-42DD-946D-2A3A78692712}" srcOrd="1" destOrd="0" presId="urn:microsoft.com/office/officeart/2005/8/layout/vList5"/>
    <dgm:cxn modelId="{D01A025D-34D8-45B0-8041-301DC5D761C0}" type="presParOf" srcId="{94EA9A4A-F5F5-4731-8C53-60E28337FB08}" destId="{B9EC8D17-343A-45D9-818A-4970AC5DDDCC}" srcOrd="2" destOrd="0" presId="urn:microsoft.com/office/officeart/2005/8/layout/vList5"/>
    <dgm:cxn modelId="{B2E06487-7D7B-4CFE-9FD6-79EE6417E01B}" type="presParOf" srcId="{B9EC8D17-343A-45D9-818A-4970AC5DDDCC}" destId="{9817DD2B-9A3D-4326-B2C9-FB4B951C5632}" srcOrd="0" destOrd="0" presId="urn:microsoft.com/office/officeart/2005/8/layout/vList5"/>
    <dgm:cxn modelId="{401B4101-7C14-46E3-9C0F-410C706B4083}" type="presParOf" srcId="{B9EC8D17-343A-45D9-818A-4970AC5DDDCC}" destId="{AC3222D2-4FCB-4CE0-8E91-8CCB8612F4C8}" srcOrd="1" destOrd="0" presId="urn:microsoft.com/office/officeart/2005/8/layout/vList5"/>
    <dgm:cxn modelId="{EF21B0CD-621B-4962-8DF2-6CDC9A39D53E}" type="presParOf" srcId="{94EA9A4A-F5F5-4731-8C53-60E28337FB08}" destId="{E02D1591-AA9E-4EE0-A82E-582D2681DE91}" srcOrd="3" destOrd="0" presId="urn:microsoft.com/office/officeart/2005/8/layout/vList5"/>
    <dgm:cxn modelId="{71908BEA-801B-4EE2-A360-5C408F427B96}" type="presParOf" srcId="{94EA9A4A-F5F5-4731-8C53-60E28337FB08}" destId="{B0329BCB-C873-4737-A8B6-666F08B8C03C}" srcOrd="4" destOrd="0" presId="urn:microsoft.com/office/officeart/2005/8/layout/vList5"/>
    <dgm:cxn modelId="{E0E745CA-5A42-486E-96D7-1F0BF1366808}" type="presParOf" srcId="{B0329BCB-C873-4737-A8B6-666F08B8C03C}" destId="{BACFAB28-2B9C-4DF2-8712-4A754DD0E505}" srcOrd="0" destOrd="0" presId="urn:microsoft.com/office/officeart/2005/8/layout/vList5"/>
    <dgm:cxn modelId="{3FF29F0E-BAC7-44EB-955A-097CE78B114B}" type="presParOf" srcId="{B0329BCB-C873-4737-A8B6-666F08B8C03C}" destId="{9C202FE9-4E06-48F9-911F-4348407BE535}"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3591AD7-B7F8-4673-B6E1-23CBEB00561A}" type="doc">
      <dgm:prSet loTypeId="urn:microsoft.com/office/officeart/2005/8/layout/pyramid2" loCatId="pyramid" qsTypeId="urn:microsoft.com/office/officeart/2005/8/quickstyle/simple1" qsCatId="simple" csTypeId="urn:microsoft.com/office/officeart/2005/8/colors/accent1_2" csCatId="accent1" phldr="1"/>
      <dgm:spPr/>
    </dgm:pt>
    <dgm:pt modelId="{AF9D8908-2D16-44D8-BF4A-993E0D400D02}">
      <dgm:prSet phldrT="[Text]"/>
      <dgm:spPr>
        <a:ln>
          <a:solidFill>
            <a:srgbClr val="917450"/>
          </a:solidFill>
        </a:ln>
      </dgm:spPr>
      <dgm:t>
        <a:bodyPr/>
        <a:lstStyle/>
        <a:p>
          <a:r>
            <a:rPr lang="en-US" dirty="0"/>
            <a:t> </a:t>
          </a:r>
        </a:p>
      </dgm:t>
    </dgm:pt>
    <dgm:pt modelId="{23F94BD1-D0D1-435C-AA2C-E6C462C2450E}" type="parTrans" cxnId="{7990B3E6-3CD6-44E0-96EB-22F74D0474F5}">
      <dgm:prSet/>
      <dgm:spPr/>
      <dgm:t>
        <a:bodyPr/>
        <a:lstStyle/>
        <a:p>
          <a:endParaRPr lang="en-US"/>
        </a:p>
      </dgm:t>
    </dgm:pt>
    <dgm:pt modelId="{E8F0796B-1223-4F2B-92D8-81A11F8E9E41}" type="sibTrans" cxnId="{7990B3E6-3CD6-44E0-96EB-22F74D0474F5}">
      <dgm:prSet/>
      <dgm:spPr/>
      <dgm:t>
        <a:bodyPr/>
        <a:lstStyle/>
        <a:p>
          <a:endParaRPr lang="en-US"/>
        </a:p>
      </dgm:t>
    </dgm:pt>
    <dgm:pt modelId="{6DEAF6E6-4F40-4A11-A543-11D3EA91BA10}">
      <dgm:prSet phldrT="[Text]"/>
      <dgm:spPr>
        <a:ln>
          <a:solidFill>
            <a:srgbClr val="917450"/>
          </a:solidFill>
        </a:ln>
      </dgm:spPr>
      <dgm:t>
        <a:bodyPr/>
        <a:lstStyle/>
        <a:p>
          <a:r>
            <a:rPr lang="en-US" dirty="0"/>
            <a:t> </a:t>
          </a:r>
        </a:p>
      </dgm:t>
    </dgm:pt>
    <dgm:pt modelId="{DD749A11-9C7A-4316-B957-C5160FC6D2AE}" type="parTrans" cxnId="{4B794756-449D-4F09-9403-54FBC97E835E}">
      <dgm:prSet/>
      <dgm:spPr/>
      <dgm:t>
        <a:bodyPr/>
        <a:lstStyle/>
        <a:p>
          <a:endParaRPr lang="en-US"/>
        </a:p>
      </dgm:t>
    </dgm:pt>
    <dgm:pt modelId="{1D4AA38F-7B81-4FC1-A562-77328D5431EA}" type="sibTrans" cxnId="{4B794756-449D-4F09-9403-54FBC97E835E}">
      <dgm:prSet/>
      <dgm:spPr/>
      <dgm:t>
        <a:bodyPr/>
        <a:lstStyle/>
        <a:p>
          <a:endParaRPr lang="en-US"/>
        </a:p>
      </dgm:t>
    </dgm:pt>
    <dgm:pt modelId="{1E3D19CC-4738-4B29-94F9-4A47D254C89D}">
      <dgm:prSet phldrT="[Text]"/>
      <dgm:spPr>
        <a:ln>
          <a:solidFill>
            <a:srgbClr val="917450"/>
          </a:solidFill>
        </a:ln>
      </dgm:spPr>
      <dgm:t>
        <a:bodyPr/>
        <a:lstStyle/>
        <a:p>
          <a:r>
            <a:rPr lang="en-US" dirty="0"/>
            <a:t> </a:t>
          </a:r>
        </a:p>
      </dgm:t>
    </dgm:pt>
    <dgm:pt modelId="{C7EFE94C-ECE7-4D15-9563-F258A68069CD}" type="parTrans" cxnId="{35BAC525-AC95-4BB9-BF69-6735A449AA3C}">
      <dgm:prSet/>
      <dgm:spPr/>
      <dgm:t>
        <a:bodyPr/>
        <a:lstStyle/>
        <a:p>
          <a:endParaRPr lang="en-US"/>
        </a:p>
      </dgm:t>
    </dgm:pt>
    <dgm:pt modelId="{8C89A892-F60D-4267-A275-F1B71EC9E1A2}" type="sibTrans" cxnId="{35BAC525-AC95-4BB9-BF69-6735A449AA3C}">
      <dgm:prSet/>
      <dgm:spPr/>
      <dgm:t>
        <a:bodyPr/>
        <a:lstStyle/>
        <a:p>
          <a:endParaRPr lang="en-US"/>
        </a:p>
      </dgm:t>
    </dgm:pt>
    <dgm:pt modelId="{4DFA5E09-F4E9-4A33-972B-E7EE4B7B25F8}" type="pres">
      <dgm:prSet presAssocID="{43591AD7-B7F8-4673-B6E1-23CBEB00561A}" presName="compositeShape" presStyleCnt="0">
        <dgm:presLayoutVars>
          <dgm:dir/>
          <dgm:resizeHandles/>
        </dgm:presLayoutVars>
      </dgm:prSet>
      <dgm:spPr/>
    </dgm:pt>
    <dgm:pt modelId="{88F82B2D-B788-4888-988A-D6C143D6ECD9}" type="pres">
      <dgm:prSet presAssocID="{43591AD7-B7F8-4673-B6E1-23CBEB00561A}" presName="pyramid" presStyleLbl="node1" presStyleIdx="0" presStyleCnt="1" custScaleX="132388" custLinFactNeighborX="6944"/>
      <dgm:spPr>
        <a:solidFill>
          <a:srgbClr val="917450"/>
        </a:solidFill>
      </dgm:spPr>
    </dgm:pt>
    <dgm:pt modelId="{2134AAAD-850A-4D62-B440-4ECC971D365E}" type="pres">
      <dgm:prSet presAssocID="{43591AD7-B7F8-4673-B6E1-23CBEB00561A}" presName="theList" presStyleCnt="0"/>
      <dgm:spPr/>
    </dgm:pt>
    <dgm:pt modelId="{AB0AD59A-A258-4EE1-9A2A-6D1AE54E82F1}" type="pres">
      <dgm:prSet presAssocID="{AF9D8908-2D16-44D8-BF4A-993E0D400D02}" presName="aNode" presStyleLbl="fgAcc1" presStyleIdx="0" presStyleCnt="3" custScaleX="267207" custLinFactY="4953" custLinFactNeighborX="68485" custLinFactNeighborY="100000">
        <dgm:presLayoutVars>
          <dgm:bulletEnabled val="1"/>
        </dgm:presLayoutVars>
      </dgm:prSet>
      <dgm:spPr/>
    </dgm:pt>
    <dgm:pt modelId="{BCD1FA29-CC7B-4DF6-B538-052EA7F513E2}" type="pres">
      <dgm:prSet presAssocID="{AF9D8908-2D16-44D8-BF4A-993E0D400D02}" presName="aSpace" presStyleCnt="0"/>
      <dgm:spPr/>
    </dgm:pt>
    <dgm:pt modelId="{2822244F-2C65-4AA5-954B-8F99E3F68121}" type="pres">
      <dgm:prSet presAssocID="{6DEAF6E6-4F40-4A11-A543-11D3EA91BA10}" presName="aNode" presStyleLbl="fgAcc1" presStyleIdx="1" presStyleCnt="3" custScaleX="267207" custLinFactY="4953" custLinFactNeighborX="74287" custLinFactNeighborY="100000">
        <dgm:presLayoutVars>
          <dgm:bulletEnabled val="1"/>
        </dgm:presLayoutVars>
      </dgm:prSet>
      <dgm:spPr/>
    </dgm:pt>
    <dgm:pt modelId="{A0B0F03A-CF3C-4AFB-8B27-D791CB0C600E}" type="pres">
      <dgm:prSet presAssocID="{6DEAF6E6-4F40-4A11-A543-11D3EA91BA10}" presName="aSpace" presStyleCnt="0"/>
      <dgm:spPr/>
    </dgm:pt>
    <dgm:pt modelId="{DB2CC279-AF69-421B-BB4F-9749D1F8B3BF}" type="pres">
      <dgm:prSet presAssocID="{1E3D19CC-4738-4B29-94F9-4A47D254C89D}" presName="aNode" presStyleLbl="fgAcc1" presStyleIdx="2" presStyleCnt="3" custScaleX="267207" custLinFactY="4953" custLinFactNeighborX="74287" custLinFactNeighborY="100000">
        <dgm:presLayoutVars>
          <dgm:bulletEnabled val="1"/>
        </dgm:presLayoutVars>
      </dgm:prSet>
      <dgm:spPr/>
    </dgm:pt>
    <dgm:pt modelId="{322502C0-E7AF-4639-860E-A493D54C3DEC}" type="pres">
      <dgm:prSet presAssocID="{1E3D19CC-4738-4B29-94F9-4A47D254C89D}" presName="aSpace" presStyleCnt="0"/>
      <dgm:spPr/>
    </dgm:pt>
  </dgm:ptLst>
  <dgm:cxnLst>
    <dgm:cxn modelId="{C520A707-A56C-4BAA-8F9C-B53D62280990}" type="presOf" srcId="{43591AD7-B7F8-4673-B6E1-23CBEB00561A}" destId="{4DFA5E09-F4E9-4A33-972B-E7EE4B7B25F8}" srcOrd="0" destOrd="0" presId="urn:microsoft.com/office/officeart/2005/8/layout/pyramid2"/>
    <dgm:cxn modelId="{35BAC525-AC95-4BB9-BF69-6735A449AA3C}" srcId="{43591AD7-B7F8-4673-B6E1-23CBEB00561A}" destId="{1E3D19CC-4738-4B29-94F9-4A47D254C89D}" srcOrd="2" destOrd="0" parTransId="{C7EFE94C-ECE7-4D15-9563-F258A68069CD}" sibTransId="{8C89A892-F60D-4267-A275-F1B71EC9E1A2}"/>
    <dgm:cxn modelId="{5A899252-BBDA-4703-85CB-C71AE54D37EC}" type="presOf" srcId="{AF9D8908-2D16-44D8-BF4A-993E0D400D02}" destId="{AB0AD59A-A258-4EE1-9A2A-6D1AE54E82F1}" srcOrd="0" destOrd="0" presId="urn:microsoft.com/office/officeart/2005/8/layout/pyramid2"/>
    <dgm:cxn modelId="{4B794756-449D-4F09-9403-54FBC97E835E}" srcId="{43591AD7-B7F8-4673-B6E1-23CBEB00561A}" destId="{6DEAF6E6-4F40-4A11-A543-11D3EA91BA10}" srcOrd="1" destOrd="0" parTransId="{DD749A11-9C7A-4316-B957-C5160FC6D2AE}" sibTransId="{1D4AA38F-7B81-4FC1-A562-77328D5431EA}"/>
    <dgm:cxn modelId="{211B25A5-8F2C-4E7C-8BF3-2A9D5A188D5A}" type="presOf" srcId="{1E3D19CC-4738-4B29-94F9-4A47D254C89D}" destId="{DB2CC279-AF69-421B-BB4F-9749D1F8B3BF}" srcOrd="0" destOrd="0" presId="urn:microsoft.com/office/officeart/2005/8/layout/pyramid2"/>
    <dgm:cxn modelId="{D18604C4-1AFA-4889-8159-5C943558513A}" type="presOf" srcId="{6DEAF6E6-4F40-4A11-A543-11D3EA91BA10}" destId="{2822244F-2C65-4AA5-954B-8F99E3F68121}" srcOrd="0" destOrd="0" presId="urn:microsoft.com/office/officeart/2005/8/layout/pyramid2"/>
    <dgm:cxn modelId="{7990B3E6-3CD6-44E0-96EB-22F74D0474F5}" srcId="{43591AD7-B7F8-4673-B6E1-23CBEB00561A}" destId="{AF9D8908-2D16-44D8-BF4A-993E0D400D02}" srcOrd="0" destOrd="0" parTransId="{23F94BD1-D0D1-435C-AA2C-E6C462C2450E}" sibTransId="{E8F0796B-1223-4F2B-92D8-81A11F8E9E41}"/>
    <dgm:cxn modelId="{8DF6C25A-A736-400E-A2EF-37209C6B4F60}" type="presParOf" srcId="{4DFA5E09-F4E9-4A33-972B-E7EE4B7B25F8}" destId="{88F82B2D-B788-4888-988A-D6C143D6ECD9}" srcOrd="0" destOrd="0" presId="urn:microsoft.com/office/officeart/2005/8/layout/pyramid2"/>
    <dgm:cxn modelId="{C2174E24-B260-47B0-BCA3-19B2F521109C}" type="presParOf" srcId="{4DFA5E09-F4E9-4A33-972B-E7EE4B7B25F8}" destId="{2134AAAD-850A-4D62-B440-4ECC971D365E}" srcOrd="1" destOrd="0" presId="urn:microsoft.com/office/officeart/2005/8/layout/pyramid2"/>
    <dgm:cxn modelId="{EDBCBC8B-50D4-4270-828D-4CC10185E087}" type="presParOf" srcId="{2134AAAD-850A-4D62-B440-4ECC971D365E}" destId="{AB0AD59A-A258-4EE1-9A2A-6D1AE54E82F1}" srcOrd="0" destOrd="0" presId="urn:microsoft.com/office/officeart/2005/8/layout/pyramid2"/>
    <dgm:cxn modelId="{2F8E6028-6B08-44AC-9238-8260167B17BB}" type="presParOf" srcId="{2134AAAD-850A-4D62-B440-4ECC971D365E}" destId="{BCD1FA29-CC7B-4DF6-B538-052EA7F513E2}" srcOrd="1" destOrd="0" presId="urn:microsoft.com/office/officeart/2005/8/layout/pyramid2"/>
    <dgm:cxn modelId="{9C2F9FC4-9918-4FDB-9643-16C015B14210}" type="presParOf" srcId="{2134AAAD-850A-4D62-B440-4ECC971D365E}" destId="{2822244F-2C65-4AA5-954B-8F99E3F68121}" srcOrd="2" destOrd="0" presId="urn:microsoft.com/office/officeart/2005/8/layout/pyramid2"/>
    <dgm:cxn modelId="{0A782A86-29CC-4FBA-99E0-8A890217786D}" type="presParOf" srcId="{2134AAAD-850A-4D62-B440-4ECC971D365E}" destId="{A0B0F03A-CF3C-4AFB-8B27-D791CB0C600E}" srcOrd="3" destOrd="0" presId="urn:microsoft.com/office/officeart/2005/8/layout/pyramid2"/>
    <dgm:cxn modelId="{0D465ED7-AD14-41F5-A1A2-33E7CAE61050}" type="presParOf" srcId="{2134AAAD-850A-4D62-B440-4ECC971D365E}" destId="{DB2CC279-AF69-421B-BB4F-9749D1F8B3BF}" srcOrd="4" destOrd="0" presId="urn:microsoft.com/office/officeart/2005/8/layout/pyramid2"/>
    <dgm:cxn modelId="{27BDE818-A675-4C26-84FE-9E752B432BA8}" type="presParOf" srcId="{2134AAAD-850A-4D62-B440-4ECC971D365E}" destId="{322502C0-E7AF-4639-860E-A493D54C3DEC}" srcOrd="5"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06D512-98FD-4358-BAAA-03603FB4DB1C}">
      <dsp:nvSpPr>
        <dsp:cNvPr id="0" name=""/>
        <dsp:cNvSpPr/>
      </dsp:nvSpPr>
      <dsp:spPr>
        <a:xfrm rot="5400000">
          <a:off x="-394560" y="398152"/>
          <a:ext cx="2630405" cy="1841283"/>
        </a:xfrm>
        <a:prstGeom prst="chevron">
          <a:avLst/>
        </a:prstGeom>
        <a:solidFill>
          <a:srgbClr val="917450"/>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2400300">
            <a:lnSpc>
              <a:spcPct val="90000"/>
            </a:lnSpc>
            <a:spcBef>
              <a:spcPct val="0"/>
            </a:spcBef>
            <a:spcAft>
              <a:spcPct val="35000"/>
            </a:spcAft>
            <a:buNone/>
          </a:pPr>
          <a:r>
            <a:rPr lang="en-US" sz="5400" kern="1200" dirty="0"/>
            <a:t> 1</a:t>
          </a:r>
        </a:p>
      </dsp:txBody>
      <dsp:txXfrm rot="-5400000">
        <a:off x="2" y="924233"/>
        <a:ext cx="1841283" cy="789122"/>
      </dsp:txXfrm>
    </dsp:sp>
    <dsp:sp modelId="{F07BA46A-8652-4AB1-A943-83DD9043CBA9}">
      <dsp:nvSpPr>
        <dsp:cNvPr id="0" name=""/>
        <dsp:cNvSpPr/>
      </dsp:nvSpPr>
      <dsp:spPr>
        <a:xfrm rot="5400000">
          <a:off x="6756846" y="-4911970"/>
          <a:ext cx="1709763" cy="1154088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62280" tIns="41275" rIns="41275" bIns="41275" numCol="1" spcCol="1270" anchor="ctr" anchorCtr="0">
          <a:noAutofit/>
        </a:bodyPr>
        <a:lstStyle/>
        <a:p>
          <a:pPr marL="285750" lvl="1" indent="-285750" algn="l" defTabSz="2889250">
            <a:lnSpc>
              <a:spcPct val="90000"/>
            </a:lnSpc>
            <a:spcBef>
              <a:spcPct val="0"/>
            </a:spcBef>
            <a:spcAft>
              <a:spcPct val="15000"/>
            </a:spcAft>
            <a:buNone/>
          </a:pPr>
          <a:r>
            <a:rPr lang="en-US" sz="6500" kern="1200" dirty="0"/>
            <a:t> </a:t>
          </a:r>
        </a:p>
      </dsp:txBody>
      <dsp:txXfrm rot="-5400000">
        <a:off x="1841284" y="87056"/>
        <a:ext cx="11457424" cy="1542835"/>
      </dsp:txXfrm>
    </dsp:sp>
    <dsp:sp modelId="{DE2464DF-823A-469A-A24C-C815EAFC628C}">
      <dsp:nvSpPr>
        <dsp:cNvPr id="0" name=""/>
        <dsp:cNvSpPr/>
      </dsp:nvSpPr>
      <dsp:spPr>
        <a:xfrm rot="5400000">
          <a:off x="-394560" y="2841279"/>
          <a:ext cx="2630405" cy="1841283"/>
        </a:xfrm>
        <a:prstGeom prst="chevron">
          <a:avLst/>
        </a:prstGeom>
        <a:solidFill>
          <a:srgbClr val="917450"/>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2400300">
            <a:lnSpc>
              <a:spcPct val="90000"/>
            </a:lnSpc>
            <a:spcBef>
              <a:spcPct val="0"/>
            </a:spcBef>
            <a:spcAft>
              <a:spcPct val="35000"/>
            </a:spcAft>
            <a:buNone/>
          </a:pPr>
          <a:r>
            <a:rPr lang="en-US" sz="5400" kern="1200" dirty="0"/>
            <a:t> 2</a:t>
          </a:r>
        </a:p>
      </dsp:txBody>
      <dsp:txXfrm rot="-5400000">
        <a:off x="2" y="3367360"/>
        <a:ext cx="1841283" cy="789122"/>
      </dsp:txXfrm>
    </dsp:sp>
    <dsp:sp modelId="{AC87CD5A-6F24-4C09-B10F-B5A4C4A043E4}">
      <dsp:nvSpPr>
        <dsp:cNvPr id="0" name=""/>
        <dsp:cNvSpPr/>
      </dsp:nvSpPr>
      <dsp:spPr>
        <a:xfrm rot="5400000">
          <a:off x="6756846" y="-2468844"/>
          <a:ext cx="1709763" cy="1154088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62280" tIns="41275" rIns="41275" bIns="41275" numCol="1" spcCol="1270" anchor="ctr" anchorCtr="0">
          <a:noAutofit/>
        </a:bodyPr>
        <a:lstStyle/>
        <a:p>
          <a:pPr marL="285750" lvl="1" indent="-285750" algn="l" defTabSz="2889250">
            <a:lnSpc>
              <a:spcPct val="90000"/>
            </a:lnSpc>
            <a:spcBef>
              <a:spcPct val="0"/>
            </a:spcBef>
            <a:spcAft>
              <a:spcPct val="15000"/>
            </a:spcAft>
            <a:buNone/>
          </a:pPr>
          <a:r>
            <a:rPr lang="en-US" sz="6500" kern="1200" dirty="0"/>
            <a:t>    </a:t>
          </a:r>
        </a:p>
      </dsp:txBody>
      <dsp:txXfrm rot="-5400000">
        <a:off x="1841284" y="2530182"/>
        <a:ext cx="11457424" cy="1542835"/>
      </dsp:txXfrm>
    </dsp:sp>
    <dsp:sp modelId="{06B136E1-FFBA-4FBB-B718-C4BAFEBC06BD}">
      <dsp:nvSpPr>
        <dsp:cNvPr id="0" name=""/>
        <dsp:cNvSpPr/>
      </dsp:nvSpPr>
      <dsp:spPr>
        <a:xfrm rot="5400000">
          <a:off x="-394560" y="5284405"/>
          <a:ext cx="2630405" cy="1841283"/>
        </a:xfrm>
        <a:prstGeom prst="chevron">
          <a:avLst/>
        </a:prstGeom>
        <a:solidFill>
          <a:srgbClr val="917450"/>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2400300">
            <a:lnSpc>
              <a:spcPct val="90000"/>
            </a:lnSpc>
            <a:spcBef>
              <a:spcPct val="0"/>
            </a:spcBef>
            <a:spcAft>
              <a:spcPct val="35000"/>
            </a:spcAft>
            <a:buNone/>
          </a:pPr>
          <a:r>
            <a:rPr lang="en-US" sz="5400" kern="1200" dirty="0"/>
            <a:t> 3</a:t>
          </a:r>
        </a:p>
      </dsp:txBody>
      <dsp:txXfrm rot="-5400000">
        <a:off x="2" y="5810486"/>
        <a:ext cx="1841283" cy="789122"/>
      </dsp:txXfrm>
    </dsp:sp>
    <dsp:sp modelId="{7FFEB09E-6896-4B40-9736-C8A1C406AD7B}">
      <dsp:nvSpPr>
        <dsp:cNvPr id="0" name=""/>
        <dsp:cNvSpPr/>
      </dsp:nvSpPr>
      <dsp:spPr>
        <a:xfrm rot="5400000">
          <a:off x="6756846" y="-25717"/>
          <a:ext cx="1709763" cy="1154088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62280" tIns="41275" rIns="41275" bIns="41275" numCol="1" spcCol="1270" anchor="ctr" anchorCtr="0">
          <a:noAutofit/>
        </a:bodyPr>
        <a:lstStyle/>
        <a:p>
          <a:pPr marL="285750" lvl="1" indent="-285750" algn="l" defTabSz="2889250">
            <a:lnSpc>
              <a:spcPct val="90000"/>
            </a:lnSpc>
            <a:spcBef>
              <a:spcPct val="0"/>
            </a:spcBef>
            <a:spcAft>
              <a:spcPct val="15000"/>
            </a:spcAft>
            <a:buNone/>
          </a:pPr>
          <a:r>
            <a:rPr lang="en-US" sz="6500" kern="1200" dirty="0"/>
            <a:t> </a:t>
          </a:r>
        </a:p>
      </dsp:txBody>
      <dsp:txXfrm rot="-5400000">
        <a:off x="1841284" y="4973309"/>
        <a:ext cx="11457424" cy="15428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5751B7-EA1D-4317-A4F9-E64848648F19}">
      <dsp:nvSpPr>
        <dsp:cNvPr id="0" name=""/>
        <dsp:cNvSpPr/>
      </dsp:nvSpPr>
      <dsp:spPr>
        <a:xfrm rot="5400000">
          <a:off x="7537845" y="-4874675"/>
          <a:ext cx="1974848" cy="11943566"/>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2889250">
            <a:lnSpc>
              <a:spcPct val="90000"/>
            </a:lnSpc>
            <a:spcBef>
              <a:spcPct val="0"/>
            </a:spcBef>
            <a:spcAft>
              <a:spcPct val="15000"/>
            </a:spcAft>
            <a:buNone/>
          </a:pPr>
          <a:r>
            <a:rPr lang="en-US" sz="6500" kern="1200" dirty="0"/>
            <a:t> </a:t>
          </a:r>
        </a:p>
      </dsp:txBody>
      <dsp:txXfrm rot="-5400000">
        <a:off x="2553486" y="206088"/>
        <a:ext cx="11847162" cy="1782040"/>
      </dsp:txXfrm>
    </dsp:sp>
    <dsp:sp modelId="{7DDFC7CB-31FA-4ACC-A8A1-CB0CF9875788}">
      <dsp:nvSpPr>
        <dsp:cNvPr id="0" name=""/>
        <dsp:cNvSpPr/>
      </dsp:nvSpPr>
      <dsp:spPr>
        <a:xfrm>
          <a:off x="476246" y="3314"/>
          <a:ext cx="2077239" cy="2187587"/>
        </a:xfrm>
        <a:prstGeom prst="roundRect">
          <a:avLst/>
        </a:prstGeom>
        <a:solidFill>
          <a:srgbClr val="9174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0" tIns="152400" rIns="304800" bIns="152400" numCol="1" spcCol="1270" anchor="ctr" anchorCtr="0">
          <a:noAutofit/>
        </a:bodyPr>
        <a:lstStyle/>
        <a:p>
          <a:pPr marL="0" lvl="0" indent="0" algn="ctr" defTabSz="3556000">
            <a:lnSpc>
              <a:spcPct val="90000"/>
            </a:lnSpc>
            <a:spcBef>
              <a:spcPct val="0"/>
            </a:spcBef>
            <a:spcAft>
              <a:spcPct val="35000"/>
            </a:spcAft>
            <a:buNone/>
          </a:pPr>
          <a:r>
            <a:rPr lang="en-US" sz="8000" kern="1200" dirty="0">
              <a:latin typeface="Algerian" panose="04020705040A02060702" pitchFamily="82" charset="0"/>
            </a:rPr>
            <a:t>1</a:t>
          </a:r>
        </a:p>
      </dsp:txBody>
      <dsp:txXfrm>
        <a:off x="577648" y="104716"/>
        <a:ext cx="1874435" cy="1984783"/>
      </dsp:txXfrm>
    </dsp:sp>
    <dsp:sp modelId="{AC3222D2-4FCB-4CE0-8E91-8CCB8612F4C8}">
      <dsp:nvSpPr>
        <dsp:cNvPr id="0" name=""/>
        <dsp:cNvSpPr/>
      </dsp:nvSpPr>
      <dsp:spPr>
        <a:xfrm rot="5400000">
          <a:off x="7537845" y="-2577708"/>
          <a:ext cx="1974848" cy="11943566"/>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2889250">
            <a:lnSpc>
              <a:spcPct val="90000"/>
            </a:lnSpc>
            <a:spcBef>
              <a:spcPct val="0"/>
            </a:spcBef>
            <a:spcAft>
              <a:spcPct val="15000"/>
            </a:spcAft>
            <a:buNone/>
          </a:pPr>
          <a:r>
            <a:rPr lang="en-US" sz="6500" kern="1200" dirty="0"/>
            <a:t> </a:t>
          </a:r>
        </a:p>
      </dsp:txBody>
      <dsp:txXfrm rot="-5400000">
        <a:off x="2553486" y="2503055"/>
        <a:ext cx="11847162" cy="1782040"/>
      </dsp:txXfrm>
    </dsp:sp>
    <dsp:sp modelId="{9817DD2B-9A3D-4326-B2C9-FB4B951C5632}">
      <dsp:nvSpPr>
        <dsp:cNvPr id="0" name=""/>
        <dsp:cNvSpPr/>
      </dsp:nvSpPr>
      <dsp:spPr>
        <a:xfrm>
          <a:off x="476246" y="2300281"/>
          <a:ext cx="2077239" cy="2187587"/>
        </a:xfrm>
        <a:prstGeom prst="roundRect">
          <a:avLst/>
        </a:prstGeom>
        <a:solidFill>
          <a:srgbClr val="9174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0" tIns="152400" rIns="304800" bIns="152400" numCol="1" spcCol="1270" anchor="ctr" anchorCtr="0">
          <a:noAutofit/>
        </a:bodyPr>
        <a:lstStyle/>
        <a:p>
          <a:pPr marL="0" lvl="0" indent="0" algn="ctr" defTabSz="3556000">
            <a:lnSpc>
              <a:spcPct val="90000"/>
            </a:lnSpc>
            <a:spcBef>
              <a:spcPct val="0"/>
            </a:spcBef>
            <a:spcAft>
              <a:spcPct val="35000"/>
            </a:spcAft>
            <a:buNone/>
          </a:pPr>
          <a:r>
            <a:rPr lang="en-US" sz="8000" kern="1200" dirty="0">
              <a:latin typeface="Algerian" panose="04020705040A02060702" pitchFamily="82" charset="0"/>
            </a:rPr>
            <a:t>2</a:t>
          </a:r>
        </a:p>
      </dsp:txBody>
      <dsp:txXfrm>
        <a:off x="577648" y="2401683"/>
        <a:ext cx="1874435" cy="1984783"/>
      </dsp:txXfrm>
    </dsp:sp>
    <dsp:sp modelId="{9C202FE9-4E06-48F9-911F-4348407BE535}">
      <dsp:nvSpPr>
        <dsp:cNvPr id="0" name=""/>
        <dsp:cNvSpPr/>
      </dsp:nvSpPr>
      <dsp:spPr>
        <a:xfrm rot="5400000">
          <a:off x="7537845" y="-280741"/>
          <a:ext cx="1974848" cy="11943566"/>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2889250">
            <a:lnSpc>
              <a:spcPct val="90000"/>
            </a:lnSpc>
            <a:spcBef>
              <a:spcPct val="0"/>
            </a:spcBef>
            <a:spcAft>
              <a:spcPct val="15000"/>
            </a:spcAft>
            <a:buNone/>
          </a:pPr>
          <a:r>
            <a:rPr lang="en-US" sz="6500" kern="1200" dirty="0"/>
            <a:t> </a:t>
          </a:r>
        </a:p>
      </dsp:txBody>
      <dsp:txXfrm rot="-5400000">
        <a:off x="2553486" y="4800022"/>
        <a:ext cx="11847162" cy="1782040"/>
      </dsp:txXfrm>
    </dsp:sp>
    <dsp:sp modelId="{BACFAB28-2B9C-4DF2-8712-4A754DD0E505}">
      <dsp:nvSpPr>
        <dsp:cNvPr id="0" name=""/>
        <dsp:cNvSpPr/>
      </dsp:nvSpPr>
      <dsp:spPr>
        <a:xfrm>
          <a:off x="476246" y="4597248"/>
          <a:ext cx="2077239" cy="2187587"/>
        </a:xfrm>
        <a:prstGeom prst="roundRect">
          <a:avLst/>
        </a:prstGeom>
        <a:solidFill>
          <a:srgbClr val="9174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0" tIns="152400" rIns="304800" bIns="152400" numCol="1" spcCol="1270" anchor="ctr" anchorCtr="0">
          <a:noAutofit/>
        </a:bodyPr>
        <a:lstStyle/>
        <a:p>
          <a:pPr marL="0" lvl="0" indent="0" algn="ctr" defTabSz="3556000">
            <a:lnSpc>
              <a:spcPct val="90000"/>
            </a:lnSpc>
            <a:spcBef>
              <a:spcPct val="0"/>
            </a:spcBef>
            <a:spcAft>
              <a:spcPct val="35000"/>
            </a:spcAft>
            <a:buNone/>
          </a:pPr>
          <a:r>
            <a:rPr lang="en-US" sz="8000" kern="1200" dirty="0">
              <a:latin typeface="Algerian" panose="04020705040A02060702" pitchFamily="82" charset="0"/>
            </a:rPr>
            <a:t>3</a:t>
          </a:r>
        </a:p>
      </dsp:txBody>
      <dsp:txXfrm>
        <a:off x="577648" y="4698650"/>
        <a:ext cx="1874435" cy="198478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F82B2D-B788-4888-988A-D6C143D6ECD9}">
      <dsp:nvSpPr>
        <dsp:cNvPr id="0" name=""/>
        <dsp:cNvSpPr/>
      </dsp:nvSpPr>
      <dsp:spPr>
        <a:xfrm>
          <a:off x="2800561" y="0"/>
          <a:ext cx="8229853" cy="6216465"/>
        </a:xfrm>
        <a:prstGeom prst="triangle">
          <a:avLst/>
        </a:prstGeom>
        <a:solidFill>
          <a:srgbClr val="9174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B0AD59A-A258-4EE1-9A2A-6D1AE54E82F1}">
      <dsp:nvSpPr>
        <dsp:cNvPr id="0" name=""/>
        <dsp:cNvSpPr/>
      </dsp:nvSpPr>
      <dsp:spPr>
        <a:xfrm>
          <a:off x="5474537" y="881815"/>
          <a:ext cx="10797039" cy="1471553"/>
        </a:xfrm>
        <a:prstGeom prst="roundRect">
          <a:avLst/>
        </a:prstGeom>
        <a:solidFill>
          <a:schemeClr val="lt1">
            <a:alpha val="90000"/>
            <a:hueOff val="0"/>
            <a:satOff val="0"/>
            <a:lumOff val="0"/>
            <a:alphaOff val="0"/>
          </a:schemeClr>
        </a:solidFill>
        <a:ln w="25400" cap="flat" cmpd="sng" algn="ctr">
          <a:solidFill>
            <a:srgbClr val="917450"/>
          </a:solidFill>
          <a:prstDash val="solid"/>
        </a:ln>
        <a:effectLst/>
      </dsp:spPr>
      <dsp:style>
        <a:lnRef idx="2">
          <a:scrgbClr r="0" g="0" b="0"/>
        </a:lnRef>
        <a:fillRef idx="1">
          <a:scrgbClr r="0" g="0" b="0"/>
        </a:fillRef>
        <a:effectRef idx="0">
          <a:scrgbClr r="0" g="0" b="0"/>
        </a:effectRef>
        <a:fontRef idx="minor"/>
      </dsp:style>
      <dsp:txBody>
        <a:bodyPr spcFirstLastPara="0" vert="horz" wrap="square" lIns="240030" tIns="240030" rIns="240030" bIns="240030" numCol="1" spcCol="1270" anchor="ctr" anchorCtr="0">
          <a:noAutofit/>
        </a:bodyPr>
        <a:lstStyle/>
        <a:p>
          <a:pPr marL="0" lvl="0" indent="0" algn="ctr" defTabSz="2800350">
            <a:lnSpc>
              <a:spcPct val="90000"/>
            </a:lnSpc>
            <a:spcBef>
              <a:spcPct val="0"/>
            </a:spcBef>
            <a:spcAft>
              <a:spcPct val="35000"/>
            </a:spcAft>
            <a:buNone/>
          </a:pPr>
          <a:r>
            <a:rPr lang="en-US" sz="6300" kern="1200" dirty="0"/>
            <a:t> </a:t>
          </a:r>
        </a:p>
      </dsp:txBody>
      <dsp:txXfrm>
        <a:off x="5546372" y="953650"/>
        <a:ext cx="10653369" cy="1327883"/>
      </dsp:txXfrm>
    </dsp:sp>
    <dsp:sp modelId="{2822244F-2C65-4AA5-954B-8F99E3F68121}">
      <dsp:nvSpPr>
        <dsp:cNvPr id="0" name=""/>
        <dsp:cNvSpPr/>
      </dsp:nvSpPr>
      <dsp:spPr>
        <a:xfrm>
          <a:off x="5474537" y="2537313"/>
          <a:ext cx="10797039" cy="1471553"/>
        </a:xfrm>
        <a:prstGeom prst="roundRect">
          <a:avLst/>
        </a:prstGeom>
        <a:solidFill>
          <a:schemeClr val="lt1">
            <a:alpha val="90000"/>
            <a:hueOff val="0"/>
            <a:satOff val="0"/>
            <a:lumOff val="0"/>
            <a:alphaOff val="0"/>
          </a:schemeClr>
        </a:solidFill>
        <a:ln w="25400" cap="flat" cmpd="sng" algn="ctr">
          <a:solidFill>
            <a:srgbClr val="917450"/>
          </a:solidFill>
          <a:prstDash val="solid"/>
        </a:ln>
        <a:effectLst/>
      </dsp:spPr>
      <dsp:style>
        <a:lnRef idx="2">
          <a:scrgbClr r="0" g="0" b="0"/>
        </a:lnRef>
        <a:fillRef idx="1">
          <a:scrgbClr r="0" g="0" b="0"/>
        </a:fillRef>
        <a:effectRef idx="0">
          <a:scrgbClr r="0" g="0" b="0"/>
        </a:effectRef>
        <a:fontRef idx="minor"/>
      </dsp:style>
      <dsp:txBody>
        <a:bodyPr spcFirstLastPara="0" vert="horz" wrap="square" lIns="240030" tIns="240030" rIns="240030" bIns="240030" numCol="1" spcCol="1270" anchor="ctr" anchorCtr="0">
          <a:noAutofit/>
        </a:bodyPr>
        <a:lstStyle/>
        <a:p>
          <a:pPr marL="0" lvl="0" indent="0" algn="ctr" defTabSz="2800350">
            <a:lnSpc>
              <a:spcPct val="90000"/>
            </a:lnSpc>
            <a:spcBef>
              <a:spcPct val="0"/>
            </a:spcBef>
            <a:spcAft>
              <a:spcPct val="35000"/>
            </a:spcAft>
            <a:buNone/>
          </a:pPr>
          <a:r>
            <a:rPr lang="en-US" sz="6300" kern="1200" dirty="0"/>
            <a:t> </a:t>
          </a:r>
        </a:p>
      </dsp:txBody>
      <dsp:txXfrm>
        <a:off x="5546372" y="2609148"/>
        <a:ext cx="10653369" cy="1327883"/>
      </dsp:txXfrm>
    </dsp:sp>
    <dsp:sp modelId="{DB2CC279-AF69-421B-BB4F-9749D1F8B3BF}">
      <dsp:nvSpPr>
        <dsp:cNvPr id="0" name=""/>
        <dsp:cNvSpPr/>
      </dsp:nvSpPr>
      <dsp:spPr>
        <a:xfrm>
          <a:off x="5474537" y="4192811"/>
          <a:ext cx="10797039" cy="1471553"/>
        </a:xfrm>
        <a:prstGeom prst="roundRect">
          <a:avLst/>
        </a:prstGeom>
        <a:solidFill>
          <a:schemeClr val="lt1">
            <a:alpha val="90000"/>
            <a:hueOff val="0"/>
            <a:satOff val="0"/>
            <a:lumOff val="0"/>
            <a:alphaOff val="0"/>
          </a:schemeClr>
        </a:solidFill>
        <a:ln w="25400" cap="flat" cmpd="sng" algn="ctr">
          <a:solidFill>
            <a:srgbClr val="917450"/>
          </a:solidFill>
          <a:prstDash val="solid"/>
        </a:ln>
        <a:effectLst/>
      </dsp:spPr>
      <dsp:style>
        <a:lnRef idx="2">
          <a:scrgbClr r="0" g="0" b="0"/>
        </a:lnRef>
        <a:fillRef idx="1">
          <a:scrgbClr r="0" g="0" b="0"/>
        </a:fillRef>
        <a:effectRef idx="0">
          <a:scrgbClr r="0" g="0" b="0"/>
        </a:effectRef>
        <a:fontRef idx="minor"/>
      </dsp:style>
      <dsp:txBody>
        <a:bodyPr spcFirstLastPara="0" vert="horz" wrap="square" lIns="240030" tIns="240030" rIns="240030" bIns="240030" numCol="1" spcCol="1270" anchor="ctr" anchorCtr="0">
          <a:noAutofit/>
        </a:bodyPr>
        <a:lstStyle/>
        <a:p>
          <a:pPr marL="0" lvl="0" indent="0" algn="ctr" defTabSz="2800350">
            <a:lnSpc>
              <a:spcPct val="90000"/>
            </a:lnSpc>
            <a:spcBef>
              <a:spcPct val="0"/>
            </a:spcBef>
            <a:spcAft>
              <a:spcPct val="35000"/>
            </a:spcAft>
            <a:buNone/>
          </a:pPr>
          <a:r>
            <a:rPr lang="en-US" sz="6300" kern="1200" dirty="0"/>
            <a:t> </a:t>
          </a:r>
        </a:p>
      </dsp:txBody>
      <dsp:txXfrm>
        <a:off x="5546372" y="4264646"/>
        <a:ext cx="10653369" cy="1327883"/>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2FB0E60-C399-8E44-E3E3-2CD00721D84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8CBB290-20D3-2951-CAAB-6A97F06DC91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0CFDE3-227E-4571-AC80-424F2AE9750A}" type="datetimeFigureOut">
              <a:rPr lang="en-US" smtClean="0"/>
              <a:t>1/8/2025</a:t>
            </a:fld>
            <a:endParaRPr lang="en-US"/>
          </a:p>
        </p:txBody>
      </p:sp>
      <p:sp>
        <p:nvSpPr>
          <p:cNvPr id="4" name="Footer Placeholder 3">
            <a:extLst>
              <a:ext uri="{FF2B5EF4-FFF2-40B4-BE49-F238E27FC236}">
                <a16:creationId xmlns:a16="http://schemas.microsoft.com/office/drawing/2014/main" id="{E6A71426-A09E-9C8C-1415-6C302D80A5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22EB5A9-E72B-ED6E-86E3-566C3D39BAC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58B5389-1FF6-4C14-8A98-4F5358693BCA}" type="slidenum">
              <a:rPr lang="en-US" smtClean="0"/>
              <a:t>‹#›</a:t>
            </a:fld>
            <a:endParaRPr lang="en-US"/>
          </a:p>
        </p:txBody>
      </p:sp>
    </p:spTree>
    <p:extLst>
      <p:ext uri="{BB962C8B-B14F-4D97-AF65-F5344CB8AC3E}">
        <p14:creationId xmlns:p14="http://schemas.microsoft.com/office/powerpoint/2010/main" val="42934261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8.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slidescarnival.com/" TargetMode="Externa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diagramData" Target="../diagrams/data2.xml"/><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diagramData" Target="../diagrams/data3.xml"/><Relationship Id="rId3" Type="http://schemas.openxmlformats.org/officeDocument/2006/relationships/diagramLayout" Target="../diagrams/layout3.xml"/><Relationship Id="rId4" Type="http://schemas.openxmlformats.org/officeDocument/2006/relationships/diagramQuickStyle" Target="../diagrams/quickStyle3.xml"/><Relationship Id="rId5" Type="http://schemas.openxmlformats.org/officeDocument/2006/relationships/diagramColors" Target="../diagrams/colors3.xml"/><Relationship Id="rId6" Type="http://schemas.microsoft.com/office/2007/relationships/diagramDrawing" Target="../diagrams/drawing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1" preserve="1">
  <p:cSld name="1_Custom Layout 1">
    <p:spTree>
      <p:nvGrpSpPr>
        <p:cNvPr id="1" name="Shape 12"/>
        <p:cNvGrpSpPr/>
        <p:nvPr/>
      </p:nvGrpSpPr>
      <p:grpSpPr>
        <a:xfrm>
          <a:off x="0" y="0"/>
          <a:ext cx="0" cy="0"/>
          <a:chOff x="0" y="0"/>
          <a:chExt cx="0" cy="0"/>
        </a:xfrm>
      </p:grpSpPr>
      <p:pic>
        <p:nvPicPr>
          <p:cNvPr id="13" name="Google Shape;13;p3"/>
          <p:cNvPicPr preferRelativeResize="0"/>
          <p:nvPr/>
        </p:nvPicPr>
        <p:blipFill rotWithShape="1">
          <a:blip r:embed="rId2">
            <a:alphaModFix/>
          </a:blip>
          <a:srcRect l="14" t="60" r="17" b="25"/>
          <a:stretch/>
        </p:blipFill>
        <p:spPr>
          <a:xfrm>
            <a:off x="0" y="0"/>
            <a:ext cx="18288002" cy="10287002"/>
          </a:xfrm>
          <a:prstGeom prst="rect">
            <a:avLst/>
          </a:prstGeom>
          <a:noFill/>
          <a:ln>
            <a:noFill/>
          </a:ln>
        </p:spPr>
      </p:pic>
      <p:sp>
        <p:nvSpPr>
          <p:cNvPr id="14" name="Google Shape;14;p3"/>
          <p:cNvSpPr txBox="1">
            <a:spLocks noGrp="1"/>
          </p:cNvSpPr>
          <p:nvPr>
            <p:ph type="title" hasCustomPrompt="1"/>
          </p:nvPr>
        </p:nvSpPr>
        <p:spPr>
          <a:xfrm>
            <a:off x="2921000" y="2959100"/>
            <a:ext cx="12611100" cy="3886200"/>
          </a:xfrm>
          <a:prstGeom prst="rect">
            <a:avLst/>
          </a:prstGeom>
          <a:noFill/>
          <a:ln>
            <a:noFill/>
          </a:ln>
        </p:spPr>
        <p:txBody>
          <a:bodyPr spcFirstLastPara="1" wrap="square" lIns="91425" tIns="45700" rIns="91425" bIns="45700" anchor="ctr" anchorCtr="0">
            <a:noAutofit/>
          </a:bodyPr>
          <a:lstStyle>
            <a:lvl1pPr marR="0" lvl="0" algn="ctr" rtl="0">
              <a:lnSpc>
                <a:spcPct val="80000"/>
              </a:lnSpc>
              <a:spcBef>
                <a:spcPts val="0"/>
              </a:spcBef>
              <a:spcAft>
                <a:spcPts val="0"/>
              </a:spcAft>
              <a:buClr>
                <a:srgbClr val="515450"/>
              </a:buClr>
              <a:buSzPts val="12000"/>
              <a:buFont typeface="Marck Script"/>
              <a:buNone/>
              <a:defRPr sz="8800" i="0" u="none" strike="noStrike" cap="none">
                <a:solidFill>
                  <a:srgbClr val="515450"/>
                </a:solidFill>
                <a:latin typeface="Marck Script"/>
                <a:ea typeface="Marck Script"/>
                <a:cs typeface="Marck Script"/>
                <a:sym typeface="Marck Script"/>
              </a:defRPr>
            </a:lvl1pPr>
            <a:lvl2pPr lvl="1" rtl="0">
              <a:spcBef>
                <a:spcPts val="0"/>
              </a:spcBef>
              <a:spcAft>
                <a:spcPts val="0"/>
              </a:spcAft>
              <a:buClr>
                <a:srgbClr val="515450"/>
              </a:buClr>
              <a:buSzPts val="12000"/>
              <a:buNone/>
              <a:defRPr sz="12000">
                <a:solidFill>
                  <a:srgbClr val="515450"/>
                </a:solidFill>
              </a:defRPr>
            </a:lvl2pPr>
            <a:lvl3pPr lvl="2" rtl="0">
              <a:spcBef>
                <a:spcPts val="0"/>
              </a:spcBef>
              <a:spcAft>
                <a:spcPts val="0"/>
              </a:spcAft>
              <a:buClr>
                <a:srgbClr val="515450"/>
              </a:buClr>
              <a:buSzPts val="12000"/>
              <a:buNone/>
              <a:defRPr sz="12000">
                <a:solidFill>
                  <a:srgbClr val="515450"/>
                </a:solidFill>
              </a:defRPr>
            </a:lvl3pPr>
            <a:lvl4pPr lvl="3" rtl="0">
              <a:spcBef>
                <a:spcPts val="0"/>
              </a:spcBef>
              <a:spcAft>
                <a:spcPts val="0"/>
              </a:spcAft>
              <a:buClr>
                <a:srgbClr val="515450"/>
              </a:buClr>
              <a:buSzPts val="12000"/>
              <a:buNone/>
              <a:defRPr sz="12000">
                <a:solidFill>
                  <a:srgbClr val="515450"/>
                </a:solidFill>
              </a:defRPr>
            </a:lvl4pPr>
            <a:lvl5pPr lvl="4" rtl="0">
              <a:spcBef>
                <a:spcPts val="0"/>
              </a:spcBef>
              <a:spcAft>
                <a:spcPts val="0"/>
              </a:spcAft>
              <a:buClr>
                <a:srgbClr val="515450"/>
              </a:buClr>
              <a:buSzPts val="12000"/>
              <a:buNone/>
              <a:defRPr sz="12000">
                <a:solidFill>
                  <a:srgbClr val="515450"/>
                </a:solidFill>
              </a:defRPr>
            </a:lvl5pPr>
            <a:lvl6pPr lvl="5" rtl="0">
              <a:spcBef>
                <a:spcPts val="0"/>
              </a:spcBef>
              <a:spcAft>
                <a:spcPts val="0"/>
              </a:spcAft>
              <a:buClr>
                <a:srgbClr val="515450"/>
              </a:buClr>
              <a:buSzPts val="12000"/>
              <a:buNone/>
              <a:defRPr sz="12000">
                <a:solidFill>
                  <a:srgbClr val="515450"/>
                </a:solidFill>
              </a:defRPr>
            </a:lvl6pPr>
            <a:lvl7pPr lvl="6" rtl="0">
              <a:spcBef>
                <a:spcPts val="0"/>
              </a:spcBef>
              <a:spcAft>
                <a:spcPts val="0"/>
              </a:spcAft>
              <a:buClr>
                <a:srgbClr val="515450"/>
              </a:buClr>
              <a:buSzPts val="12000"/>
              <a:buNone/>
              <a:defRPr sz="12000">
                <a:solidFill>
                  <a:srgbClr val="515450"/>
                </a:solidFill>
              </a:defRPr>
            </a:lvl7pPr>
            <a:lvl8pPr lvl="7" rtl="0">
              <a:spcBef>
                <a:spcPts val="0"/>
              </a:spcBef>
              <a:spcAft>
                <a:spcPts val="0"/>
              </a:spcAft>
              <a:buClr>
                <a:srgbClr val="515450"/>
              </a:buClr>
              <a:buSzPts val="12000"/>
              <a:buNone/>
              <a:defRPr sz="12000">
                <a:solidFill>
                  <a:srgbClr val="515450"/>
                </a:solidFill>
              </a:defRPr>
            </a:lvl8pPr>
            <a:lvl9pPr lvl="8" rtl="0">
              <a:spcBef>
                <a:spcPts val="0"/>
              </a:spcBef>
              <a:spcAft>
                <a:spcPts val="0"/>
              </a:spcAft>
              <a:buClr>
                <a:srgbClr val="515450"/>
              </a:buClr>
              <a:buSzPts val="12000"/>
              <a:buNone/>
              <a:defRPr sz="12000">
                <a:solidFill>
                  <a:srgbClr val="515450"/>
                </a:solidFill>
              </a:defRPr>
            </a:lvl9pPr>
          </a:lstStyle>
          <a:p>
            <a:r>
              <a:rPr lang="en-US" dirty="0"/>
              <a:t>Topic, 100, str </a:t>
            </a:r>
            <a:endParaRPr dirty="0"/>
          </a:p>
        </p:txBody>
      </p:sp>
      <p:sp>
        <p:nvSpPr>
          <p:cNvPr id="15" name="Google Shape;15;p3"/>
          <p:cNvSpPr txBox="1">
            <a:spLocks noGrp="1"/>
          </p:cNvSpPr>
          <p:nvPr>
            <p:ph type="subTitle" idx="1" hasCustomPrompt="1"/>
          </p:nvPr>
        </p:nvSpPr>
        <p:spPr>
          <a:xfrm>
            <a:off x="6336550" y="7102948"/>
            <a:ext cx="6021300" cy="872652"/>
          </a:xfrm>
          <a:prstGeom prst="rect">
            <a:avLst/>
          </a:prstGeom>
        </p:spPr>
        <p:txBody>
          <a:bodyPr spcFirstLastPara="1" wrap="square" lIns="91425" tIns="45700" rIns="91425" bIns="45700" anchor="t" anchorCtr="0">
            <a:normAutofit/>
          </a:bodyPr>
          <a:lstStyle>
            <a:lvl1pPr lvl="0">
              <a:spcBef>
                <a:spcPts val="640"/>
              </a:spcBef>
              <a:spcAft>
                <a:spcPts val="0"/>
              </a:spcAft>
              <a:buSzPts val="2750"/>
              <a:buNone/>
              <a:defRPr sz="2750"/>
            </a:lvl1pPr>
            <a:lvl2pPr lvl="1">
              <a:spcBef>
                <a:spcPts val="560"/>
              </a:spcBef>
              <a:spcAft>
                <a:spcPts val="0"/>
              </a:spcAft>
              <a:buSzPts val="2150"/>
              <a:buNone/>
              <a:defRPr/>
            </a:lvl2pPr>
            <a:lvl3pPr lvl="2">
              <a:spcBef>
                <a:spcPts val="480"/>
              </a:spcBef>
              <a:spcAft>
                <a:spcPts val="0"/>
              </a:spcAft>
              <a:buSzPts val="2150"/>
              <a:buNone/>
              <a:defRPr/>
            </a:lvl3pPr>
            <a:lvl4pPr lvl="3">
              <a:spcBef>
                <a:spcPts val="400"/>
              </a:spcBef>
              <a:spcAft>
                <a:spcPts val="0"/>
              </a:spcAft>
              <a:buSzPts val="2150"/>
              <a:buNone/>
              <a:defRPr/>
            </a:lvl4pPr>
            <a:lvl5pPr lvl="4">
              <a:spcBef>
                <a:spcPts val="400"/>
              </a:spcBef>
              <a:spcAft>
                <a:spcPts val="0"/>
              </a:spcAft>
              <a:buSzPts val="2150"/>
              <a:buNone/>
              <a:defRPr/>
            </a:lvl5pPr>
            <a:lvl6pPr lvl="5">
              <a:spcBef>
                <a:spcPts val="400"/>
              </a:spcBef>
              <a:spcAft>
                <a:spcPts val="0"/>
              </a:spcAft>
              <a:buSzPts val="2150"/>
              <a:buNone/>
              <a:defRPr/>
            </a:lvl6pPr>
            <a:lvl7pPr lvl="6">
              <a:spcBef>
                <a:spcPts val="400"/>
              </a:spcBef>
              <a:spcAft>
                <a:spcPts val="0"/>
              </a:spcAft>
              <a:buSzPts val="2150"/>
              <a:buNone/>
              <a:defRPr/>
            </a:lvl7pPr>
            <a:lvl8pPr lvl="7">
              <a:spcBef>
                <a:spcPts val="400"/>
              </a:spcBef>
              <a:spcAft>
                <a:spcPts val="0"/>
              </a:spcAft>
              <a:buSzPts val="2150"/>
              <a:buNone/>
              <a:defRPr/>
            </a:lvl8pPr>
            <a:lvl9pPr lvl="8">
              <a:spcBef>
                <a:spcPts val="400"/>
              </a:spcBef>
              <a:spcAft>
                <a:spcPts val="0"/>
              </a:spcAft>
              <a:buSzPts val="2150"/>
              <a:buNone/>
              <a:defRPr/>
            </a:lvl9pPr>
          </a:lstStyle>
          <a:p>
            <a:r>
              <a:rPr lang="en-US" dirty="0"/>
              <a:t>Author, 70, str</a:t>
            </a:r>
            <a:endParaRPr dirty="0"/>
          </a:p>
        </p:txBody>
      </p:sp>
    </p:spTree>
    <p:extLst>
      <p:ext uri="{BB962C8B-B14F-4D97-AF65-F5344CB8AC3E}">
        <p14:creationId xmlns:p14="http://schemas.microsoft.com/office/powerpoint/2010/main" val="2666009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ustom Layout 2">
  <p:cSld name="CUSTOM_1">
    <p:spTree>
      <p:nvGrpSpPr>
        <p:cNvPr id="1" name="Shape 16"/>
        <p:cNvGrpSpPr/>
        <p:nvPr/>
      </p:nvGrpSpPr>
      <p:grpSpPr>
        <a:xfrm>
          <a:off x="0" y="0"/>
          <a:ext cx="0" cy="0"/>
          <a:chOff x="0" y="0"/>
          <a:chExt cx="0" cy="0"/>
        </a:xfrm>
      </p:grpSpPr>
      <p:sp>
        <p:nvSpPr>
          <p:cNvPr id="17" name="Google Shape;17;p4"/>
          <p:cNvSpPr txBox="1">
            <a:spLocks noGrp="1"/>
          </p:cNvSpPr>
          <p:nvPr>
            <p:ph type="title" hasCustomPrompt="1"/>
          </p:nvPr>
        </p:nvSpPr>
        <p:spPr>
          <a:xfrm>
            <a:off x="2398088" y="415700"/>
            <a:ext cx="13239039" cy="1476600"/>
          </a:xfrm>
          <a:prstGeom prst="rect">
            <a:avLst/>
          </a:prstGeom>
        </p:spPr>
        <p:txBody>
          <a:bodyPr spcFirstLastPara="1" wrap="square" lIns="91425" tIns="45700" rIns="91425" bIns="45700" anchor="t" anchorCtr="0">
            <a:noAutofit/>
          </a:bodyPr>
          <a:lstStyle>
            <a:lvl1pPr lvl="0">
              <a:spcBef>
                <a:spcPts val="0"/>
              </a:spcBef>
              <a:spcAft>
                <a:spcPts val="0"/>
              </a:spcAft>
              <a:buSzPts val="14250"/>
              <a:buNone/>
              <a:defRPr sz="8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Plan, 40, str</a:t>
            </a:r>
            <a:endParaRPr dirty="0"/>
          </a:p>
        </p:txBody>
      </p:sp>
      <p:pic>
        <p:nvPicPr>
          <p:cNvPr id="18" name="Google Shape;18;p4"/>
          <p:cNvPicPr preferRelativeResize="0"/>
          <p:nvPr/>
        </p:nvPicPr>
        <p:blipFill>
          <a:blip r:embed="rId2">
            <a:alphaModFix/>
          </a:blip>
          <a:stretch>
            <a:fillRect/>
          </a:stretch>
        </p:blipFill>
        <p:spPr>
          <a:xfrm>
            <a:off x="2498475" y="6402800"/>
            <a:ext cx="13138652" cy="3669600"/>
          </a:xfrm>
          <a:prstGeom prst="rect">
            <a:avLst/>
          </a:prstGeom>
          <a:noFill/>
          <a:ln>
            <a:noFill/>
          </a:ln>
        </p:spPr>
      </p:pic>
      <p:sp>
        <p:nvSpPr>
          <p:cNvPr id="19" name="Google Shape;19;p4"/>
          <p:cNvSpPr txBox="1"/>
          <p:nvPr/>
        </p:nvSpPr>
        <p:spPr>
          <a:xfrm>
            <a:off x="7940750" y="1902677"/>
            <a:ext cx="2406600" cy="2616600"/>
          </a:xfrm>
          <a:prstGeom prst="rect">
            <a:avLst/>
          </a:prstGeom>
          <a:noFill/>
          <a:ln>
            <a:noFill/>
          </a:ln>
        </p:spPr>
        <p:txBody>
          <a:bodyPr spcFirstLastPara="1" wrap="square" lIns="0" tIns="0" rIns="0" bIns="0" anchor="t" anchorCtr="0">
            <a:spAutoFit/>
          </a:bodyPr>
          <a:lstStyle/>
          <a:p>
            <a:pPr marL="0" marR="0" lvl="0" indent="0" algn="ctr" rtl="0">
              <a:lnSpc>
                <a:spcPct val="117000"/>
              </a:lnSpc>
              <a:spcBef>
                <a:spcPts val="0"/>
              </a:spcBef>
              <a:spcAft>
                <a:spcPts val="0"/>
              </a:spcAft>
              <a:buNone/>
            </a:pPr>
            <a:r>
              <a:rPr lang="en-US" sz="17000" b="0" i="0" u="none" strike="noStrike" cap="none">
                <a:solidFill>
                  <a:srgbClr val="515450"/>
                </a:solidFill>
                <a:latin typeface="Marck Script"/>
                <a:ea typeface="Marck Script"/>
                <a:cs typeface="Marck Script"/>
                <a:sym typeface="Marck Script"/>
              </a:rPr>
              <a:t>02</a:t>
            </a:r>
            <a:endParaRPr/>
          </a:p>
        </p:txBody>
      </p:sp>
      <p:sp>
        <p:nvSpPr>
          <p:cNvPr id="20" name="Google Shape;20;p4"/>
          <p:cNvSpPr txBox="1"/>
          <p:nvPr/>
        </p:nvSpPr>
        <p:spPr>
          <a:xfrm>
            <a:off x="13352661" y="1902677"/>
            <a:ext cx="2406600" cy="2616600"/>
          </a:xfrm>
          <a:prstGeom prst="rect">
            <a:avLst/>
          </a:prstGeom>
          <a:noFill/>
          <a:ln>
            <a:noFill/>
          </a:ln>
        </p:spPr>
        <p:txBody>
          <a:bodyPr spcFirstLastPara="1" wrap="square" lIns="0" tIns="0" rIns="0" bIns="0" anchor="t" anchorCtr="0">
            <a:spAutoFit/>
          </a:bodyPr>
          <a:lstStyle/>
          <a:p>
            <a:pPr marL="0" marR="0" lvl="0" indent="0" algn="ctr" rtl="0">
              <a:lnSpc>
                <a:spcPct val="117000"/>
              </a:lnSpc>
              <a:spcBef>
                <a:spcPts val="0"/>
              </a:spcBef>
              <a:spcAft>
                <a:spcPts val="0"/>
              </a:spcAft>
              <a:buNone/>
            </a:pPr>
            <a:r>
              <a:rPr lang="en-US" sz="17000" b="0" i="0" u="none" strike="noStrike" cap="none">
                <a:solidFill>
                  <a:srgbClr val="515450"/>
                </a:solidFill>
                <a:latin typeface="Marck Script"/>
                <a:ea typeface="Marck Script"/>
                <a:cs typeface="Marck Script"/>
                <a:sym typeface="Marck Script"/>
              </a:rPr>
              <a:t>03</a:t>
            </a:r>
            <a:endParaRPr/>
          </a:p>
        </p:txBody>
      </p:sp>
      <p:sp>
        <p:nvSpPr>
          <p:cNvPr id="21" name="Google Shape;21;p4"/>
          <p:cNvSpPr txBox="1"/>
          <p:nvPr/>
        </p:nvSpPr>
        <p:spPr>
          <a:xfrm>
            <a:off x="2398088" y="1902677"/>
            <a:ext cx="1692600" cy="2616600"/>
          </a:xfrm>
          <a:prstGeom prst="rect">
            <a:avLst/>
          </a:prstGeom>
          <a:noFill/>
          <a:ln>
            <a:noFill/>
          </a:ln>
        </p:spPr>
        <p:txBody>
          <a:bodyPr spcFirstLastPara="1" wrap="square" lIns="0" tIns="0" rIns="0" bIns="0" anchor="t" anchorCtr="0">
            <a:spAutoFit/>
          </a:bodyPr>
          <a:lstStyle/>
          <a:p>
            <a:pPr marL="0" marR="0" lvl="0" indent="0" algn="ctr" rtl="0">
              <a:lnSpc>
                <a:spcPct val="117000"/>
              </a:lnSpc>
              <a:spcBef>
                <a:spcPts val="0"/>
              </a:spcBef>
              <a:spcAft>
                <a:spcPts val="0"/>
              </a:spcAft>
              <a:buNone/>
            </a:pPr>
            <a:r>
              <a:rPr lang="en-US" sz="17000" b="0" i="0" u="none" strike="noStrike" cap="none" dirty="0">
                <a:solidFill>
                  <a:srgbClr val="515450"/>
                </a:solidFill>
                <a:latin typeface="Marck Script"/>
                <a:ea typeface="Marck Script"/>
                <a:cs typeface="Marck Script"/>
                <a:sym typeface="Marck Script"/>
              </a:rPr>
              <a:t>01</a:t>
            </a:r>
            <a:endParaRPr dirty="0"/>
          </a:p>
        </p:txBody>
      </p:sp>
      <p:sp>
        <p:nvSpPr>
          <p:cNvPr id="22" name="Google Shape;22;p4"/>
          <p:cNvSpPr txBox="1">
            <a:spLocks noGrp="1"/>
          </p:cNvSpPr>
          <p:nvPr>
            <p:ph type="subTitle" idx="1" hasCustomPrompt="1"/>
          </p:nvPr>
        </p:nvSpPr>
        <p:spPr>
          <a:xfrm>
            <a:off x="1373450" y="4432074"/>
            <a:ext cx="3741900" cy="1970725"/>
          </a:xfrm>
          <a:prstGeom prst="rect">
            <a:avLst/>
          </a:prstGeom>
        </p:spPr>
        <p:txBody>
          <a:bodyPr spcFirstLastPara="1" wrap="square" lIns="91425" tIns="45700" rIns="91425" bIns="45700" anchor="t" anchorCtr="0">
            <a:normAutofit/>
          </a:bodyPr>
          <a:lstStyle>
            <a:lvl1pPr lvl="0">
              <a:spcBef>
                <a:spcPts val="640"/>
              </a:spcBef>
              <a:spcAft>
                <a:spcPts val="0"/>
              </a:spcAft>
              <a:buClr>
                <a:srgbClr val="515450"/>
              </a:buClr>
              <a:buSzPts val="3000"/>
              <a:buNone/>
              <a:defRPr sz="3000">
                <a:solidFill>
                  <a:srgbClr val="515450"/>
                </a:solidFill>
              </a:defRPr>
            </a:lvl1pPr>
            <a:lvl2pPr lvl="1">
              <a:spcBef>
                <a:spcPts val="560"/>
              </a:spcBef>
              <a:spcAft>
                <a:spcPts val="0"/>
              </a:spcAft>
              <a:buSzPts val="2150"/>
              <a:buNone/>
              <a:defRPr/>
            </a:lvl2pPr>
            <a:lvl3pPr lvl="2">
              <a:spcBef>
                <a:spcPts val="480"/>
              </a:spcBef>
              <a:spcAft>
                <a:spcPts val="0"/>
              </a:spcAft>
              <a:buSzPts val="2150"/>
              <a:buNone/>
              <a:defRPr/>
            </a:lvl3pPr>
            <a:lvl4pPr lvl="3">
              <a:spcBef>
                <a:spcPts val="400"/>
              </a:spcBef>
              <a:spcAft>
                <a:spcPts val="0"/>
              </a:spcAft>
              <a:buSzPts val="2150"/>
              <a:buNone/>
              <a:defRPr/>
            </a:lvl4pPr>
            <a:lvl5pPr lvl="4">
              <a:spcBef>
                <a:spcPts val="400"/>
              </a:spcBef>
              <a:spcAft>
                <a:spcPts val="0"/>
              </a:spcAft>
              <a:buSzPts val="2150"/>
              <a:buNone/>
              <a:defRPr/>
            </a:lvl5pPr>
            <a:lvl6pPr lvl="5">
              <a:spcBef>
                <a:spcPts val="400"/>
              </a:spcBef>
              <a:spcAft>
                <a:spcPts val="0"/>
              </a:spcAft>
              <a:buSzPts val="2150"/>
              <a:buNone/>
              <a:defRPr/>
            </a:lvl6pPr>
            <a:lvl7pPr lvl="6">
              <a:spcBef>
                <a:spcPts val="400"/>
              </a:spcBef>
              <a:spcAft>
                <a:spcPts val="0"/>
              </a:spcAft>
              <a:buSzPts val="2150"/>
              <a:buNone/>
              <a:defRPr/>
            </a:lvl7pPr>
            <a:lvl8pPr lvl="7">
              <a:spcBef>
                <a:spcPts val="400"/>
              </a:spcBef>
              <a:spcAft>
                <a:spcPts val="0"/>
              </a:spcAft>
              <a:buSzPts val="2150"/>
              <a:buNone/>
              <a:defRPr/>
            </a:lvl8pPr>
            <a:lvl9pPr lvl="8">
              <a:spcBef>
                <a:spcPts val="400"/>
              </a:spcBef>
              <a:spcAft>
                <a:spcPts val="0"/>
              </a:spcAft>
              <a:buSzPts val="2150"/>
              <a:buNone/>
              <a:defRPr/>
            </a:lvl9pPr>
          </a:lstStyle>
          <a:p>
            <a:r>
              <a:rPr lang="en-US" dirty="0"/>
              <a:t>Plan1, 90, str</a:t>
            </a:r>
            <a:endParaRPr dirty="0"/>
          </a:p>
        </p:txBody>
      </p:sp>
      <p:sp>
        <p:nvSpPr>
          <p:cNvPr id="23" name="Google Shape;23;p4"/>
          <p:cNvSpPr txBox="1">
            <a:spLocks noGrp="1"/>
          </p:cNvSpPr>
          <p:nvPr>
            <p:ph type="subTitle" idx="2" hasCustomPrompt="1"/>
          </p:nvPr>
        </p:nvSpPr>
        <p:spPr>
          <a:xfrm>
            <a:off x="7273050" y="4432074"/>
            <a:ext cx="3741900" cy="1970725"/>
          </a:xfrm>
          <a:prstGeom prst="rect">
            <a:avLst/>
          </a:prstGeom>
        </p:spPr>
        <p:txBody>
          <a:bodyPr spcFirstLastPara="1" wrap="square" lIns="91425" tIns="45700" rIns="91425" bIns="45700" anchor="t" anchorCtr="0">
            <a:normAutofit/>
          </a:bodyPr>
          <a:lstStyle>
            <a:lvl1pPr lvl="0" rtl="0">
              <a:spcBef>
                <a:spcPts val="640"/>
              </a:spcBef>
              <a:spcAft>
                <a:spcPts val="0"/>
              </a:spcAft>
              <a:buClr>
                <a:srgbClr val="515450"/>
              </a:buClr>
              <a:buSzPts val="3000"/>
              <a:buNone/>
              <a:defRPr sz="3000">
                <a:solidFill>
                  <a:srgbClr val="515450"/>
                </a:solidFill>
              </a:defRPr>
            </a:lvl1pPr>
            <a:lvl2pPr lvl="1" rtl="0">
              <a:spcBef>
                <a:spcPts val="560"/>
              </a:spcBef>
              <a:spcAft>
                <a:spcPts val="0"/>
              </a:spcAft>
              <a:buSzPts val="2150"/>
              <a:buNone/>
              <a:defRPr/>
            </a:lvl2pPr>
            <a:lvl3pPr lvl="2" rtl="0">
              <a:spcBef>
                <a:spcPts val="480"/>
              </a:spcBef>
              <a:spcAft>
                <a:spcPts val="0"/>
              </a:spcAft>
              <a:buSzPts val="2150"/>
              <a:buNone/>
              <a:defRPr/>
            </a:lvl3pPr>
            <a:lvl4pPr lvl="3" rtl="0">
              <a:spcBef>
                <a:spcPts val="400"/>
              </a:spcBef>
              <a:spcAft>
                <a:spcPts val="0"/>
              </a:spcAft>
              <a:buSzPts val="2150"/>
              <a:buNone/>
              <a:defRPr/>
            </a:lvl4pPr>
            <a:lvl5pPr lvl="4" rtl="0">
              <a:spcBef>
                <a:spcPts val="400"/>
              </a:spcBef>
              <a:spcAft>
                <a:spcPts val="0"/>
              </a:spcAft>
              <a:buSzPts val="2150"/>
              <a:buNone/>
              <a:defRPr/>
            </a:lvl5pPr>
            <a:lvl6pPr lvl="5" rtl="0">
              <a:spcBef>
                <a:spcPts val="400"/>
              </a:spcBef>
              <a:spcAft>
                <a:spcPts val="0"/>
              </a:spcAft>
              <a:buSzPts val="2150"/>
              <a:buNone/>
              <a:defRPr/>
            </a:lvl6pPr>
            <a:lvl7pPr lvl="6" rtl="0">
              <a:spcBef>
                <a:spcPts val="400"/>
              </a:spcBef>
              <a:spcAft>
                <a:spcPts val="0"/>
              </a:spcAft>
              <a:buSzPts val="2150"/>
              <a:buNone/>
              <a:defRPr/>
            </a:lvl7pPr>
            <a:lvl8pPr lvl="7" rtl="0">
              <a:spcBef>
                <a:spcPts val="400"/>
              </a:spcBef>
              <a:spcAft>
                <a:spcPts val="0"/>
              </a:spcAft>
              <a:buSzPts val="2150"/>
              <a:buNone/>
              <a:defRPr/>
            </a:lvl8pPr>
            <a:lvl9pPr lvl="8" rtl="0">
              <a:spcBef>
                <a:spcPts val="400"/>
              </a:spcBef>
              <a:spcAft>
                <a:spcPts val="0"/>
              </a:spcAft>
              <a:buSzPts val="2150"/>
              <a:buNone/>
              <a:defRPr/>
            </a:lvl9pPr>
          </a:lstStyle>
          <a:p>
            <a:pPr marL="457200" marR="0" lvl="0" indent="-365125" algn="ctr" defTabSz="914400" rtl="0" eaLnBrk="1" fontAlgn="auto" latinLnBrk="0" hangingPunct="1">
              <a:lnSpc>
                <a:spcPct val="100000"/>
              </a:lnSpc>
              <a:spcBef>
                <a:spcPts val="640"/>
              </a:spcBef>
              <a:spcAft>
                <a:spcPts val="0"/>
              </a:spcAft>
              <a:buClr>
                <a:srgbClr val="515450"/>
              </a:buClr>
              <a:buSzPts val="3000"/>
              <a:buFont typeface="Pangolin"/>
              <a:buNone/>
              <a:tabLst/>
              <a:defRPr/>
            </a:pPr>
            <a:r>
              <a:rPr lang="en-US" dirty="0"/>
              <a:t>Plan2, 90, str</a:t>
            </a:r>
          </a:p>
        </p:txBody>
      </p:sp>
      <p:sp>
        <p:nvSpPr>
          <p:cNvPr id="24" name="Google Shape;24;p4"/>
          <p:cNvSpPr txBox="1">
            <a:spLocks noGrp="1"/>
          </p:cNvSpPr>
          <p:nvPr>
            <p:ph type="subTitle" idx="3" hasCustomPrompt="1"/>
          </p:nvPr>
        </p:nvSpPr>
        <p:spPr>
          <a:xfrm>
            <a:off x="12685000" y="4432074"/>
            <a:ext cx="3741900" cy="1970725"/>
          </a:xfrm>
          <a:prstGeom prst="rect">
            <a:avLst/>
          </a:prstGeom>
        </p:spPr>
        <p:txBody>
          <a:bodyPr spcFirstLastPara="1" wrap="square" lIns="91425" tIns="45700" rIns="91425" bIns="45700" anchor="t" anchorCtr="0">
            <a:normAutofit/>
          </a:bodyPr>
          <a:lstStyle>
            <a:lvl1pPr lvl="0" rtl="0">
              <a:spcBef>
                <a:spcPts val="640"/>
              </a:spcBef>
              <a:spcAft>
                <a:spcPts val="0"/>
              </a:spcAft>
              <a:buClr>
                <a:srgbClr val="515450"/>
              </a:buClr>
              <a:buSzPts val="3000"/>
              <a:buNone/>
              <a:defRPr sz="3000">
                <a:solidFill>
                  <a:srgbClr val="515450"/>
                </a:solidFill>
              </a:defRPr>
            </a:lvl1pPr>
            <a:lvl2pPr lvl="1" rtl="0">
              <a:spcBef>
                <a:spcPts val="560"/>
              </a:spcBef>
              <a:spcAft>
                <a:spcPts val="0"/>
              </a:spcAft>
              <a:buSzPts val="2150"/>
              <a:buNone/>
              <a:defRPr/>
            </a:lvl2pPr>
            <a:lvl3pPr lvl="2" rtl="0">
              <a:spcBef>
                <a:spcPts val="480"/>
              </a:spcBef>
              <a:spcAft>
                <a:spcPts val="0"/>
              </a:spcAft>
              <a:buSzPts val="2150"/>
              <a:buNone/>
              <a:defRPr/>
            </a:lvl3pPr>
            <a:lvl4pPr lvl="3" rtl="0">
              <a:spcBef>
                <a:spcPts val="400"/>
              </a:spcBef>
              <a:spcAft>
                <a:spcPts val="0"/>
              </a:spcAft>
              <a:buSzPts val="2150"/>
              <a:buNone/>
              <a:defRPr/>
            </a:lvl4pPr>
            <a:lvl5pPr lvl="4" rtl="0">
              <a:spcBef>
                <a:spcPts val="400"/>
              </a:spcBef>
              <a:spcAft>
                <a:spcPts val="0"/>
              </a:spcAft>
              <a:buSzPts val="2150"/>
              <a:buNone/>
              <a:defRPr/>
            </a:lvl5pPr>
            <a:lvl6pPr lvl="5" rtl="0">
              <a:spcBef>
                <a:spcPts val="400"/>
              </a:spcBef>
              <a:spcAft>
                <a:spcPts val="0"/>
              </a:spcAft>
              <a:buSzPts val="2150"/>
              <a:buNone/>
              <a:defRPr/>
            </a:lvl6pPr>
            <a:lvl7pPr lvl="6" rtl="0">
              <a:spcBef>
                <a:spcPts val="400"/>
              </a:spcBef>
              <a:spcAft>
                <a:spcPts val="0"/>
              </a:spcAft>
              <a:buSzPts val="2150"/>
              <a:buNone/>
              <a:defRPr/>
            </a:lvl7pPr>
            <a:lvl8pPr lvl="7" rtl="0">
              <a:spcBef>
                <a:spcPts val="400"/>
              </a:spcBef>
              <a:spcAft>
                <a:spcPts val="0"/>
              </a:spcAft>
              <a:buSzPts val="2150"/>
              <a:buNone/>
              <a:defRPr/>
            </a:lvl8pPr>
            <a:lvl9pPr lvl="8" rtl="0">
              <a:spcBef>
                <a:spcPts val="400"/>
              </a:spcBef>
              <a:spcAft>
                <a:spcPts val="0"/>
              </a:spcAft>
              <a:buSzPts val="2150"/>
              <a:buNone/>
              <a:defRPr/>
            </a:lvl9pPr>
          </a:lstStyle>
          <a:p>
            <a:pPr marL="457200" marR="0" lvl="0" indent="-365125" algn="ctr" defTabSz="914400" rtl="0" eaLnBrk="1" fontAlgn="auto" latinLnBrk="0" hangingPunct="1">
              <a:lnSpc>
                <a:spcPct val="100000"/>
              </a:lnSpc>
              <a:spcBef>
                <a:spcPts val="640"/>
              </a:spcBef>
              <a:spcAft>
                <a:spcPts val="0"/>
              </a:spcAft>
              <a:buClr>
                <a:srgbClr val="515450"/>
              </a:buClr>
              <a:buSzPts val="3000"/>
              <a:buFont typeface="Pangolin"/>
              <a:buNone/>
              <a:tabLst/>
              <a:defRPr/>
            </a:pPr>
            <a:r>
              <a:rPr lang="en-US" dirty="0"/>
              <a:t>Plan3, 90, str</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3">
  <p:cSld name="CUSTOM_2">
    <p:spTree>
      <p:nvGrpSpPr>
        <p:cNvPr id="1" name="Shape 25"/>
        <p:cNvGrpSpPr/>
        <p:nvPr/>
      </p:nvGrpSpPr>
      <p:grpSpPr>
        <a:xfrm>
          <a:off x="0" y="0"/>
          <a:ext cx="0" cy="0"/>
          <a:chOff x="0" y="0"/>
          <a:chExt cx="0" cy="0"/>
        </a:xfrm>
      </p:grpSpPr>
      <p:pic>
        <p:nvPicPr>
          <p:cNvPr id="26" name="Google Shape;26;p5"/>
          <p:cNvPicPr preferRelativeResize="0"/>
          <p:nvPr/>
        </p:nvPicPr>
        <p:blipFill rotWithShape="1">
          <a:blip r:embed="rId2">
            <a:alphaModFix/>
          </a:blip>
          <a:srcRect l="41" t="10" r="50" b="10"/>
          <a:stretch/>
        </p:blipFill>
        <p:spPr>
          <a:xfrm>
            <a:off x="0" y="0"/>
            <a:ext cx="18288000" cy="10287000"/>
          </a:xfrm>
          <a:prstGeom prst="rect">
            <a:avLst/>
          </a:prstGeom>
          <a:noFill/>
          <a:ln>
            <a:noFill/>
          </a:ln>
        </p:spPr>
      </p:pic>
      <p:sp>
        <p:nvSpPr>
          <p:cNvPr id="33" name="Google Shape;33;p5"/>
          <p:cNvSpPr txBox="1">
            <a:spLocks noGrp="1"/>
          </p:cNvSpPr>
          <p:nvPr>
            <p:ph type="title" hasCustomPrompt="1"/>
          </p:nvPr>
        </p:nvSpPr>
        <p:spPr>
          <a:xfrm>
            <a:off x="3354150" y="2343150"/>
            <a:ext cx="11579700" cy="5397500"/>
          </a:xfrm>
          <a:prstGeom prst="rect">
            <a:avLst/>
          </a:prstGeom>
          <a:noFill/>
          <a:ln>
            <a:noFill/>
          </a:ln>
        </p:spPr>
        <p:txBody>
          <a:bodyPr spcFirstLastPara="1" wrap="square" lIns="91425" tIns="45700" rIns="91425" bIns="45700" anchor="ctr" anchorCtr="0">
            <a:noAutofit/>
          </a:bodyPr>
          <a:lstStyle>
            <a:lvl1pPr marR="0" lvl="0" algn="ctr" rtl="0">
              <a:lnSpc>
                <a:spcPct val="80000"/>
              </a:lnSpc>
              <a:spcBef>
                <a:spcPts val="0"/>
              </a:spcBef>
              <a:spcAft>
                <a:spcPts val="0"/>
              </a:spcAft>
              <a:buClr>
                <a:srgbClr val="515450"/>
              </a:buClr>
              <a:buSzPts val="12700"/>
              <a:buFont typeface="Marck Script"/>
              <a:buNone/>
              <a:defRPr sz="12700" i="0" u="none" strike="noStrike" cap="none">
                <a:solidFill>
                  <a:srgbClr val="515450"/>
                </a:solidFill>
                <a:latin typeface="Marck Script"/>
                <a:ea typeface="Marck Script"/>
                <a:cs typeface="Marck Script"/>
                <a:sym typeface="Marck Script"/>
              </a:defRPr>
            </a:lvl1pPr>
            <a:lvl2pPr lvl="1" rtl="0">
              <a:spcBef>
                <a:spcPts val="0"/>
              </a:spcBef>
              <a:spcAft>
                <a:spcPts val="0"/>
              </a:spcAft>
              <a:buClr>
                <a:srgbClr val="515450"/>
              </a:buClr>
              <a:buSzPts val="12700"/>
              <a:buNone/>
              <a:defRPr sz="12700">
                <a:solidFill>
                  <a:srgbClr val="515450"/>
                </a:solidFill>
              </a:defRPr>
            </a:lvl2pPr>
            <a:lvl3pPr lvl="2" rtl="0">
              <a:spcBef>
                <a:spcPts val="0"/>
              </a:spcBef>
              <a:spcAft>
                <a:spcPts val="0"/>
              </a:spcAft>
              <a:buClr>
                <a:srgbClr val="515450"/>
              </a:buClr>
              <a:buSzPts val="12700"/>
              <a:buNone/>
              <a:defRPr sz="12700">
                <a:solidFill>
                  <a:srgbClr val="515450"/>
                </a:solidFill>
              </a:defRPr>
            </a:lvl3pPr>
            <a:lvl4pPr lvl="3" rtl="0">
              <a:spcBef>
                <a:spcPts val="0"/>
              </a:spcBef>
              <a:spcAft>
                <a:spcPts val="0"/>
              </a:spcAft>
              <a:buClr>
                <a:srgbClr val="515450"/>
              </a:buClr>
              <a:buSzPts val="12700"/>
              <a:buNone/>
              <a:defRPr sz="12700">
                <a:solidFill>
                  <a:srgbClr val="515450"/>
                </a:solidFill>
              </a:defRPr>
            </a:lvl4pPr>
            <a:lvl5pPr lvl="4" rtl="0">
              <a:spcBef>
                <a:spcPts val="0"/>
              </a:spcBef>
              <a:spcAft>
                <a:spcPts val="0"/>
              </a:spcAft>
              <a:buClr>
                <a:srgbClr val="515450"/>
              </a:buClr>
              <a:buSzPts val="12700"/>
              <a:buNone/>
              <a:defRPr sz="12700">
                <a:solidFill>
                  <a:srgbClr val="515450"/>
                </a:solidFill>
              </a:defRPr>
            </a:lvl5pPr>
            <a:lvl6pPr lvl="5" rtl="0">
              <a:spcBef>
                <a:spcPts val="0"/>
              </a:spcBef>
              <a:spcAft>
                <a:spcPts val="0"/>
              </a:spcAft>
              <a:buClr>
                <a:srgbClr val="515450"/>
              </a:buClr>
              <a:buSzPts val="12700"/>
              <a:buNone/>
              <a:defRPr sz="12700">
                <a:solidFill>
                  <a:srgbClr val="515450"/>
                </a:solidFill>
              </a:defRPr>
            </a:lvl6pPr>
            <a:lvl7pPr lvl="6" rtl="0">
              <a:spcBef>
                <a:spcPts val="0"/>
              </a:spcBef>
              <a:spcAft>
                <a:spcPts val="0"/>
              </a:spcAft>
              <a:buClr>
                <a:srgbClr val="515450"/>
              </a:buClr>
              <a:buSzPts val="12700"/>
              <a:buNone/>
              <a:defRPr sz="12700">
                <a:solidFill>
                  <a:srgbClr val="515450"/>
                </a:solidFill>
              </a:defRPr>
            </a:lvl7pPr>
            <a:lvl8pPr lvl="7" rtl="0">
              <a:spcBef>
                <a:spcPts val="0"/>
              </a:spcBef>
              <a:spcAft>
                <a:spcPts val="0"/>
              </a:spcAft>
              <a:buClr>
                <a:srgbClr val="515450"/>
              </a:buClr>
              <a:buSzPts val="12700"/>
              <a:buNone/>
              <a:defRPr sz="12700">
                <a:solidFill>
                  <a:srgbClr val="515450"/>
                </a:solidFill>
              </a:defRPr>
            </a:lvl8pPr>
            <a:lvl9pPr lvl="8" rtl="0">
              <a:spcBef>
                <a:spcPts val="0"/>
              </a:spcBef>
              <a:spcAft>
                <a:spcPts val="0"/>
              </a:spcAft>
              <a:buClr>
                <a:srgbClr val="515450"/>
              </a:buClr>
              <a:buSzPts val="12700"/>
              <a:buNone/>
              <a:defRPr sz="12700">
                <a:solidFill>
                  <a:srgbClr val="515450"/>
                </a:solidFill>
              </a:defRPr>
            </a:lvl9pPr>
          </a:lstStyle>
          <a:p>
            <a:r>
              <a:rPr lang="en-US" dirty="0"/>
              <a:t>Module, 70, str</a:t>
            </a:r>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4">
  <p:cSld name="CUSTOM_3">
    <p:spTree>
      <p:nvGrpSpPr>
        <p:cNvPr id="1" name="Shape 34"/>
        <p:cNvGrpSpPr/>
        <p:nvPr/>
      </p:nvGrpSpPr>
      <p:grpSpPr>
        <a:xfrm>
          <a:off x="0" y="0"/>
          <a:ext cx="0" cy="0"/>
          <a:chOff x="0" y="0"/>
          <a:chExt cx="0" cy="0"/>
        </a:xfrm>
      </p:grpSpPr>
      <p:sp>
        <p:nvSpPr>
          <p:cNvPr id="35" name="Google Shape;35;p6"/>
          <p:cNvSpPr txBox="1">
            <a:spLocks noGrp="1"/>
          </p:cNvSpPr>
          <p:nvPr>
            <p:ph type="title" hasCustomPrompt="1"/>
          </p:nvPr>
        </p:nvSpPr>
        <p:spPr>
          <a:xfrm>
            <a:off x="1745012" y="675875"/>
            <a:ext cx="14891988" cy="1371725"/>
          </a:xfrm>
          <a:prstGeom prst="rect">
            <a:avLst/>
          </a:prstGeom>
        </p:spPr>
        <p:txBody>
          <a:bodyPr spcFirstLastPara="1" wrap="square" lIns="91425" tIns="45700" rIns="91425" bIns="45700" anchor="t" anchorCtr="0">
            <a:noAutofit/>
          </a:bodyPr>
          <a:lstStyle>
            <a:lvl1pPr lvl="0">
              <a:spcBef>
                <a:spcPts val="0"/>
              </a:spcBef>
              <a:spcAft>
                <a:spcPts val="0"/>
              </a:spcAft>
              <a:buSzPts val="14250"/>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Title, 90, str</a:t>
            </a:r>
            <a:endParaRPr dirty="0"/>
          </a:p>
        </p:txBody>
      </p:sp>
      <p:pic>
        <p:nvPicPr>
          <p:cNvPr id="36" name="Google Shape;36;p6"/>
          <p:cNvPicPr preferRelativeResize="0"/>
          <p:nvPr/>
        </p:nvPicPr>
        <p:blipFill rotWithShape="1">
          <a:blip r:embed="rId2">
            <a:alphaModFix/>
          </a:blip>
          <a:srcRect b="129"/>
          <a:stretch/>
        </p:blipFill>
        <p:spPr>
          <a:xfrm>
            <a:off x="6005900" y="7405395"/>
            <a:ext cx="6283525" cy="2881600"/>
          </a:xfrm>
          <a:prstGeom prst="rect">
            <a:avLst/>
          </a:prstGeom>
          <a:noFill/>
          <a:ln>
            <a:noFill/>
          </a:ln>
        </p:spPr>
      </p:pic>
      <p:sp>
        <p:nvSpPr>
          <p:cNvPr id="37" name="Google Shape;37;p6"/>
          <p:cNvSpPr/>
          <p:nvPr/>
        </p:nvSpPr>
        <p:spPr>
          <a:xfrm>
            <a:off x="1565756" y="3430867"/>
            <a:ext cx="3644260" cy="2396101"/>
          </a:xfrm>
          <a:custGeom>
            <a:avLst/>
            <a:gdLst/>
            <a:ahLst/>
            <a:cxnLst/>
            <a:rect l="l" t="t" r="r" b="b"/>
            <a:pathLst>
              <a:path w="4219107" h="2774063" extrusionOk="0">
                <a:moveTo>
                  <a:pt x="0" y="0"/>
                </a:moveTo>
                <a:lnTo>
                  <a:pt x="4219107" y="0"/>
                </a:lnTo>
                <a:lnTo>
                  <a:pt x="4219107" y="2774063"/>
                </a:lnTo>
                <a:lnTo>
                  <a:pt x="0" y="2774063"/>
                </a:lnTo>
                <a:lnTo>
                  <a:pt x="0" y="0"/>
                </a:lnTo>
                <a:close/>
              </a:path>
            </a:pathLst>
          </a:custGeom>
          <a:blipFill rotWithShape="1">
            <a:blip r:embed="rId3">
              <a:alphaModFix/>
            </a:blip>
            <a:stretch>
              <a:fillRect/>
            </a:stretch>
          </a:blipFill>
          <a:ln>
            <a:noFill/>
          </a:ln>
        </p:spPr>
      </p:sp>
      <p:sp>
        <p:nvSpPr>
          <p:cNvPr id="38" name="Google Shape;38;p6"/>
          <p:cNvSpPr/>
          <p:nvPr/>
        </p:nvSpPr>
        <p:spPr>
          <a:xfrm>
            <a:off x="7351947" y="3430867"/>
            <a:ext cx="3644260" cy="2396101"/>
          </a:xfrm>
          <a:custGeom>
            <a:avLst/>
            <a:gdLst/>
            <a:ahLst/>
            <a:cxnLst/>
            <a:rect l="l" t="t" r="r" b="b"/>
            <a:pathLst>
              <a:path w="4219107" h="2774063" extrusionOk="0">
                <a:moveTo>
                  <a:pt x="0" y="0"/>
                </a:moveTo>
                <a:lnTo>
                  <a:pt x="4219108" y="0"/>
                </a:lnTo>
                <a:lnTo>
                  <a:pt x="4219108" y="2774063"/>
                </a:lnTo>
                <a:lnTo>
                  <a:pt x="0" y="2774063"/>
                </a:lnTo>
                <a:lnTo>
                  <a:pt x="0" y="0"/>
                </a:lnTo>
                <a:close/>
              </a:path>
            </a:pathLst>
          </a:custGeom>
          <a:blipFill rotWithShape="1">
            <a:blip r:embed="rId3">
              <a:alphaModFix/>
            </a:blip>
            <a:stretch>
              <a:fillRect/>
            </a:stretch>
          </a:blipFill>
          <a:ln>
            <a:noFill/>
          </a:ln>
        </p:spPr>
      </p:sp>
      <p:sp>
        <p:nvSpPr>
          <p:cNvPr id="39" name="Google Shape;39;p6"/>
          <p:cNvSpPr/>
          <p:nvPr/>
        </p:nvSpPr>
        <p:spPr>
          <a:xfrm>
            <a:off x="13142680" y="3430867"/>
            <a:ext cx="3644260" cy="2396101"/>
          </a:xfrm>
          <a:custGeom>
            <a:avLst/>
            <a:gdLst/>
            <a:ahLst/>
            <a:cxnLst/>
            <a:rect l="l" t="t" r="r" b="b"/>
            <a:pathLst>
              <a:path w="4219107" h="2774063" extrusionOk="0">
                <a:moveTo>
                  <a:pt x="0" y="0"/>
                </a:moveTo>
                <a:lnTo>
                  <a:pt x="4219107" y="0"/>
                </a:lnTo>
                <a:lnTo>
                  <a:pt x="4219107" y="2774063"/>
                </a:lnTo>
                <a:lnTo>
                  <a:pt x="0" y="2774063"/>
                </a:lnTo>
                <a:lnTo>
                  <a:pt x="0" y="0"/>
                </a:lnTo>
                <a:close/>
              </a:path>
            </a:pathLst>
          </a:custGeom>
          <a:blipFill rotWithShape="1">
            <a:blip r:embed="rId3">
              <a:alphaModFix/>
            </a:blip>
            <a:stretch>
              <a:fillRect/>
            </a:stretch>
          </a:blipFill>
          <a:ln>
            <a:noFill/>
          </a:ln>
        </p:spPr>
      </p:sp>
      <p:sp>
        <p:nvSpPr>
          <p:cNvPr id="40" name="Google Shape;40;p6"/>
          <p:cNvSpPr txBox="1"/>
          <p:nvPr/>
        </p:nvSpPr>
        <p:spPr>
          <a:xfrm>
            <a:off x="1745012" y="3084585"/>
            <a:ext cx="3125400" cy="2396100"/>
          </a:xfrm>
          <a:prstGeom prst="rect">
            <a:avLst/>
          </a:prstGeom>
          <a:noFill/>
          <a:ln>
            <a:noFill/>
          </a:ln>
        </p:spPr>
        <p:txBody>
          <a:bodyPr spcFirstLastPara="1" wrap="square" lIns="0" tIns="0" rIns="0" bIns="0" anchor="t" anchorCtr="0">
            <a:spAutoFit/>
          </a:bodyPr>
          <a:lstStyle/>
          <a:p>
            <a:pPr marL="0" marR="0" lvl="0" indent="0" algn="ctr" rtl="0">
              <a:lnSpc>
                <a:spcPct val="116997"/>
              </a:lnSpc>
              <a:spcBef>
                <a:spcPts val="0"/>
              </a:spcBef>
              <a:spcAft>
                <a:spcPts val="0"/>
              </a:spcAft>
              <a:buNone/>
            </a:pPr>
            <a:r>
              <a:rPr lang="en-US" sz="15567" b="0" i="0" u="none" strike="noStrike" cap="none">
                <a:solidFill>
                  <a:srgbClr val="515450"/>
                </a:solidFill>
                <a:latin typeface="Marck Script"/>
                <a:ea typeface="Marck Script"/>
                <a:cs typeface="Marck Script"/>
                <a:sym typeface="Marck Script"/>
              </a:rPr>
              <a:t>01</a:t>
            </a:r>
            <a:endParaRPr/>
          </a:p>
        </p:txBody>
      </p:sp>
      <p:sp>
        <p:nvSpPr>
          <p:cNvPr id="41" name="Google Shape;41;p6"/>
          <p:cNvSpPr txBox="1"/>
          <p:nvPr/>
        </p:nvSpPr>
        <p:spPr>
          <a:xfrm>
            <a:off x="7540729" y="3084585"/>
            <a:ext cx="3125400" cy="2396100"/>
          </a:xfrm>
          <a:prstGeom prst="rect">
            <a:avLst/>
          </a:prstGeom>
          <a:noFill/>
          <a:ln>
            <a:noFill/>
          </a:ln>
        </p:spPr>
        <p:txBody>
          <a:bodyPr spcFirstLastPara="1" wrap="square" lIns="0" tIns="0" rIns="0" bIns="0" anchor="t" anchorCtr="0">
            <a:spAutoFit/>
          </a:bodyPr>
          <a:lstStyle/>
          <a:p>
            <a:pPr marL="0" marR="0" lvl="0" indent="0" algn="ctr" rtl="0">
              <a:lnSpc>
                <a:spcPct val="116997"/>
              </a:lnSpc>
              <a:spcBef>
                <a:spcPts val="0"/>
              </a:spcBef>
              <a:spcAft>
                <a:spcPts val="0"/>
              </a:spcAft>
              <a:buNone/>
            </a:pPr>
            <a:r>
              <a:rPr lang="en-US" sz="15567" b="0" i="0" u="none" strike="noStrike" cap="none">
                <a:solidFill>
                  <a:srgbClr val="515450"/>
                </a:solidFill>
                <a:latin typeface="Marck Script"/>
                <a:ea typeface="Marck Script"/>
                <a:cs typeface="Marck Script"/>
                <a:sym typeface="Marck Script"/>
              </a:rPr>
              <a:t>02</a:t>
            </a:r>
            <a:endParaRPr/>
          </a:p>
        </p:txBody>
      </p:sp>
      <p:sp>
        <p:nvSpPr>
          <p:cNvPr id="42" name="Google Shape;42;p6"/>
          <p:cNvSpPr txBox="1"/>
          <p:nvPr/>
        </p:nvSpPr>
        <p:spPr>
          <a:xfrm>
            <a:off x="13321936" y="3084585"/>
            <a:ext cx="3125400" cy="2396100"/>
          </a:xfrm>
          <a:prstGeom prst="rect">
            <a:avLst/>
          </a:prstGeom>
          <a:noFill/>
          <a:ln>
            <a:noFill/>
          </a:ln>
        </p:spPr>
        <p:txBody>
          <a:bodyPr spcFirstLastPara="1" wrap="square" lIns="0" tIns="0" rIns="0" bIns="0" anchor="t" anchorCtr="0">
            <a:spAutoFit/>
          </a:bodyPr>
          <a:lstStyle/>
          <a:p>
            <a:pPr marL="0" marR="0" lvl="0" indent="0" algn="ctr" rtl="0">
              <a:lnSpc>
                <a:spcPct val="116997"/>
              </a:lnSpc>
              <a:spcBef>
                <a:spcPts val="0"/>
              </a:spcBef>
              <a:spcAft>
                <a:spcPts val="0"/>
              </a:spcAft>
              <a:buNone/>
            </a:pPr>
            <a:r>
              <a:rPr lang="en-US" sz="15567" b="0" i="0" u="none" strike="noStrike" cap="none">
                <a:solidFill>
                  <a:srgbClr val="515450"/>
                </a:solidFill>
                <a:latin typeface="Marck Script"/>
                <a:ea typeface="Marck Script"/>
                <a:cs typeface="Marck Script"/>
                <a:sym typeface="Marck Script"/>
              </a:rPr>
              <a:t>03</a:t>
            </a:r>
            <a:endParaRPr/>
          </a:p>
        </p:txBody>
      </p:sp>
      <p:sp>
        <p:nvSpPr>
          <p:cNvPr id="43" name="Google Shape;43;p6"/>
          <p:cNvSpPr txBox="1">
            <a:spLocks noGrp="1"/>
          </p:cNvSpPr>
          <p:nvPr>
            <p:ph type="subTitle" idx="1" hasCustomPrompt="1"/>
          </p:nvPr>
        </p:nvSpPr>
        <p:spPr>
          <a:xfrm>
            <a:off x="1380950" y="2148539"/>
            <a:ext cx="3953700" cy="936046"/>
          </a:xfrm>
          <a:prstGeom prst="rect">
            <a:avLst/>
          </a:prstGeom>
        </p:spPr>
        <p:txBody>
          <a:bodyPr spcFirstLastPara="1" wrap="square" lIns="91425" tIns="45700" rIns="91425" bIns="45700" anchor="t" anchorCtr="0">
            <a:normAutofit/>
          </a:bodyPr>
          <a:lstStyle>
            <a:lvl1pPr lvl="0">
              <a:spcBef>
                <a:spcPts val="640"/>
              </a:spcBef>
              <a:spcAft>
                <a:spcPts val="0"/>
              </a:spcAft>
              <a:buSzPts val="2750"/>
              <a:buNone/>
              <a:defRPr sz="2750"/>
            </a:lvl1pPr>
            <a:lvl2pPr lvl="1">
              <a:spcBef>
                <a:spcPts val="560"/>
              </a:spcBef>
              <a:spcAft>
                <a:spcPts val="0"/>
              </a:spcAft>
              <a:buSzPts val="2150"/>
              <a:buNone/>
              <a:defRPr/>
            </a:lvl2pPr>
            <a:lvl3pPr lvl="2">
              <a:spcBef>
                <a:spcPts val="480"/>
              </a:spcBef>
              <a:spcAft>
                <a:spcPts val="0"/>
              </a:spcAft>
              <a:buSzPts val="2150"/>
              <a:buNone/>
              <a:defRPr/>
            </a:lvl3pPr>
            <a:lvl4pPr lvl="3">
              <a:spcBef>
                <a:spcPts val="400"/>
              </a:spcBef>
              <a:spcAft>
                <a:spcPts val="0"/>
              </a:spcAft>
              <a:buSzPts val="2150"/>
              <a:buNone/>
              <a:defRPr/>
            </a:lvl4pPr>
            <a:lvl5pPr lvl="4">
              <a:spcBef>
                <a:spcPts val="400"/>
              </a:spcBef>
              <a:spcAft>
                <a:spcPts val="0"/>
              </a:spcAft>
              <a:buSzPts val="2150"/>
              <a:buNone/>
              <a:defRPr/>
            </a:lvl5pPr>
            <a:lvl6pPr lvl="5">
              <a:spcBef>
                <a:spcPts val="400"/>
              </a:spcBef>
              <a:spcAft>
                <a:spcPts val="0"/>
              </a:spcAft>
              <a:buSzPts val="2150"/>
              <a:buNone/>
              <a:defRPr/>
            </a:lvl6pPr>
            <a:lvl7pPr lvl="6">
              <a:spcBef>
                <a:spcPts val="400"/>
              </a:spcBef>
              <a:spcAft>
                <a:spcPts val="0"/>
              </a:spcAft>
              <a:buSzPts val="2150"/>
              <a:buNone/>
              <a:defRPr/>
            </a:lvl7pPr>
            <a:lvl8pPr lvl="7">
              <a:spcBef>
                <a:spcPts val="400"/>
              </a:spcBef>
              <a:spcAft>
                <a:spcPts val="0"/>
              </a:spcAft>
              <a:buSzPts val="2150"/>
              <a:buNone/>
              <a:defRPr/>
            </a:lvl8pPr>
            <a:lvl9pPr lvl="8">
              <a:spcBef>
                <a:spcPts val="400"/>
              </a:spcBef>
              <a:spcAft>
                <a:spcPts val="0"/>
              </a:spcAft>
              <a:buSzPts val="2150"/>
              <a:buNone/>
              <a:defRPr/>
            </a:lvl9pPr>
          </a:lstStyle>
          <a:p>
            <a:r>
              <a:rPr lang="en-US" dirty="0"/>
              <a:t>Subtitle1, 40, str</a:t>
            </a:r>
          </a:p>
        </p:txBody>
      </p:sp>
      <p:sp>
        <p:nvSpPr>
          <p:cNvPr id="44" name="Google Shape;44;p6"/>
          <p:cNvSpPr txBox="1">
            <a:spLocks noGrp="1"/>
          </p:cNvSpPr>
          <p:nvPr>
            <p:ph type="body" idx="2" hasCustomPrompt="1"/>
          </p:nvPr>
        </p:nvSpPr>
        <p:spPr>
          <a:xfrm>
            <a:off x="1517150" y="5967012"/>
            <a:ext cx="3681300" cy="2272388"/>
          </a:xfrm>
          <a:prstGeom prst="rect">
            <a:avLst/>
          </a:prstGeom>
        </p:spPr>
        <p:txBody>
          <a:bodyPr spcFirstLastPara="1" wrap="square" lIns="91425" tIns="45700" rIns="91425" bIns="45700" anchor="t" anchorCtr="0">
            <a:normAutofit/>
          </a:bodyPr>
          <a:lstStyle>
            <a:lvl1pPr marL="92075" lvl="0" indent="0">
              <a:spcBef>
                <a:spcPts val="640"/>
              </a:spcBef>
              <a:spcAft>
                <a:spcPts val="0"/>
              </a:spcAft>
              <a:buSzPts val="2150"/>
              <a:buNone/>
              <a:defRPr/>
            </a:lvl1pPr>
            <a:lvl2pPr marL="914400" lvl="1" indent="-365125">
              <a:spcBef>
                <a:spcPts val="560"/>
              </a:spcBef>
              <a:spcAft>
                <a:spcPts val="0"/>
              </a:spcAft>
              <a:buSzPts val="2150"/>
              <a:buChar char="–"/>
              <a:defRPr/>
            </a:lvl2pPr>
            <a:lvl3pPr marL="1371600" lvl="2" indent="-365125">
              <a:spcBef>
                <a:spcPts val="480"/>
              </a:spcBef>
              <a:spcAft>
                <a:spcPts val="0"/>
              </a:spcAft>
              <a:buSzPts val="2150"/>
              <a:buChar char="•"/>
              <a:defRPr/>
            </a:lvl3pPr>
            <a:lvl4pPr marL="1828800" lvl="3" indent="-365125">
              <a:spcBef>
                <a:spcPts val="400"/>
              </a:spcBef>
              <a:spcAft>
                <a:spcPts val="0"/>
              </a:spcAft>
              <a:buSzPts val="2150"/>
              <a:buChar char="–"/>
              <a:defRPr/>
            </a:lvl4pPr>
            <a:lvl5pPr marL="2286000" lvl="4" indent="-365125">
              <a:spcBef>
                <a:spcPts val="400"/>
              </a:spcBef>
              <a:spcAft>
                <a:spcPts val="0"/>
              </a:spcAft>
              <a:buSzPts val="2150"/>
              <a:buChar char="»"/>
              <a:defRPr/>
            </a:lvl5pPr>
            <a:lvl6pPr marL="2743200" lvl="5" indent="-365125">
              <a:spcBef>
                <a:spcPts val="400"/>
              </a:spcBef>
              <a:spcAft>
                <a:spcPts val="0"/>
              </a:spcAft>
              <a:buSzPts val="2150"/>
              <a:buChar char="•"/>
              <a:defRPr/>
            </a:lvl6pPr>
            <a:lvl7pPr marL="3200400" lvl="6" indent="-365125">
              <a:spcBef>
                <a:spcPts val="400"/>
              </a:spcBef>
              <a:spcAft>
                <a:spcPts val="0"/>
              </a:spcAft>
              <a:buSzPts val="2150"/>
              <a:buChar char="•"/>
              <a:defRPr/>
            </a:lvl7pPr>
            <a:lvl8pPr marL="3657600" lvl="7" indent="-365125">
              <a:spcBef>
                <a:spcPts val="400"/>
              </a:spcBef>
              <a:spcAft>
                <a:spcPts val="0"/>
              </a:spcAft>
              <a:buSzPts val="2150"/>
              <a:buChar char="•"/>
              <a:defRPr/>
            </a:lvl8pPr>
            <a:lvl9pPr marL="4114800" lvl="8" indent="-365125">
              <a:spcBef>
                <a:spcPts val="400"/>
              </a:spcBef>
              <a:spcAft>
                <a:spcPts val="0"/>
              </a:spcAft>
              <a:buSzPts val="2150"/>
              <a:buChar char="•"/>
              <a:defRPr/>
            </a:lvl9pPr>
          </a:lstStyle>
          <a:p>
            <a:r>
              <a:rPr lang="en-US" dirty="0"/>
              <a:t>Content1, 115, str</a:t>
            </a:r>
          </a:p>
        </p:txBody>
      </p:sp>
      <p:sp>
        <p:nvSpPr>
          <p:cNvPr id="45" name="Google Shape;45;p6"/>
          <p:cNvSpPr txBox="1">
            <a:spLocks noGrp="1"/>
          </p:cNvSpPr>
          <p:nvPr>
            <p:ph type="subTitle" idx="3" hasCustomPrompt="1"/>
          </p:nvPr>
        </p:nvSpPr>
        <p:spPr>
          <a:xfrm>
            <a:off x="7169400" y="2148539"/>
            <a:ext cx="3953700" cy="936046"/>
          </a:xfrm>
          <a:prstGeom prst="rect">
            <a:avLst/>
          </a:prstGeom>
        </p:spPr>
        <p:txBody>
          <a:bodyPr spcFirstLastPara="1" wrap="square" lIns="91425" tIns="45700" rIns="91425" bIns="45700" anchor="t" anchorCtr="0">
            <a:normAutofit/>
          </a:bodyPr>
          <a:lstStyle>
            <a:lvl1pPr lvl="0" rtl="0">
              <a:spcBef>
                <a:spcPts val="640"/>
              </a:spcBef>
              <a:spcAft>
                <a:spcPts val="0"/>
              </a:spcAft>
              <a:buSzPts val="2750"/>
              <a:buNone/>
              <a:defRPr sz="2750"/>
            </a:lvl1pPr>
            <a:lvl2pPr lvl="1" rtl="0">
              <a:spcBef>
                <a:spcPts val="560"/>
              </a:spcBef>
              <a:spcAft>
                <a:spcPts val="0"/>
              </a:spcAft>
              <a:buSzPts val="2150"/>
              <a:buNone/>
              <a:defRPr/>
            </a:lvl2pPr>
            <a:lvl3pPr lvl="2" rtl="0">
              <a:spcBef>
                <a:spcPts val="480"/>
              </a:spcBef>
              <a:spcAft>
                <a:spcPts val="0"/>
              </a:spcAft>
              <a:buSzPts val="2150"/>
              <a:buNone/>
              <a:defRPr/>
            </a:lvl3pPr>
            <a:lvl4pPr lvl="3" rtl="0">
              <a:spcBef>
                <a:spcPts val="400"/>
              </a:spcBef>
              <a:spcAft>
                <a:spcPts val="0"/>
              </a:spcAft>
              <a:buSzPts val="2150"/>
              <a:buNone/>
              <a:defRPr/>
            </a:lvl4pPr>
            <a:lvl5pPr lvl="4" rtl="0">
              <a:spcBef>
                <a:spcPts val="400"/>
              </a:spcBef>
              <a:spcAft>
                <a:spcPts val="0"/>
              </a:spcAft>
              <a:buSzPts val="2150"/>
              <a:buNone/>
              <a:defRPr/>
            </a:lvl5pPr>
            <a:lvl6pPr lvl="5" rtl="0">
              <a:spcBef>
                <a:spcPts val="400"/>
              </a:spcBef>
              <a:spcAft>
                <a:spcPts val="0"/>
              </a:spcAft>
              <a:buSzPts val="2150"/>
              <a:buNone/>
              <a:defRPr/>
            </a:lvl6pPr>
            <a:lvl7pPr lvl="6" rtl="0">
              <a:spcBef>
                <a:spcPts val="400"/>
              </a:spcBef>
              <a:spcAft>
                <a:spcPts val="0"/>
              </a:spcAft>
              <a:buSzPts val="2150"/>
              <a:buNone/>
              <a:defRPr/>
            </a:lvl7pPr>
            <a:lvl8pPr lvl="7" rtl="0">
              <a:spcBef>
                <a:spcPts val="400"/>
              </a:spcBef>
              <a:spcAft>
                <a:spcPts val="0"/>
              </a:spcAft>
              <a:buSzPts val="2150"/>
              <a:buNone/>
              <a:defRPr/>
            </a:lvl8pPr>
            <a:lvl9pPr lvl="8" rtl="0">
              <a:spcBef>
                <a:spcPts val="400"/>
              </a:spcBef>
              <a:spcAft>
                <a:spcPts val="0"/>
              </a:spcAft>
              <a:buSzPts val="2150"/>
              <a:buNone/>
              <a:defRPr/>
            </a:lvl9pPr>
          </a:lstStyle>
          <a:p>
            <a:pPr marL="457200" marR="0" lvl="0" indent="-365125" algn="ctr" defTabSz="914400" rtl="0" eaLnBrk="1" fontAlgn="auto" latinLnBrk="0" hangingPunct="1">
              <a:lnSpc>
                <a:spcPct val="100000"/>
              </a:lnSpc>
              <a:spcBef>
                <a:spcPts val="640"/>
              </a:spcBef>
              <a:spcAft>
                <a:spcPts val="0"/>
              </a:spcAft>
              <a:buClr>
                <a:schemeClr val="dk1"/>
              </a:buClr>
              <a:buSzPts val="2750"/>
              <a:buFont typeface="Pangolin"/>
              <a:buNone/>
              <a:tabLst/>
              <a:defRPr/>
            </a:pPr>
            <a:r>
              <a:rPr lang="en-US" dirty="0"/>
              <a:t>Subtitle2, 40, str</a:t>
            </a:r>
          </a:p>
        </p:txBody>
      </p:sp>
      <p:sp>
        <p:nvSpPr>
          <p:cNvPr id="46" name="Google Shape;46;p6"/>
          <p:cNvSpPr txBox="1">
            <a:spLocks noGrp="1"/>
          </p:cNvSpPr>
          <p:nvPr>
            <p:ph type="body" idx="4" hasCustomPrompt="1"/>
          </p:nvPr>
        </p:nvSpPr>
        <p:spPr>
          <a:xfrm>
            <a:off x="7305600" y="5967012"/>
            <a:ext cx="3681300" cy="2272388"/>
          </a:xfrm>
          <a:prstGeom prst="rect">
            <a:avLst/>
          </a:prstGeom>
        </p:spPr>
        <p:txBody>
          <a:bodyPr spcFirstLastPara="1" wrap="square" lIns="91425" tIns="45700" rIns="91425" bIns="45700" anchor="t" anchorCtr="0">
            <a:normAutofit/>
          </a:bodyPr>
          <a:lstStyle>
            <a:lvl1pPr marL="92075" lvl="0" indent="0" rtl="0">
              <a:spcBef>
                <a:spcPts val="640"/>
              </a:spcBef>
              <a:spcAft>
                <a:spcPts val="0"/>
              </a:spcAft>
              <a:buSzPts val="2150"/>
              <a:buNone/>
              <a:defRPr/>
            </a:lvl1pPr>
            <a:lvl2pPr marL="914400" lvl="1" indent="-365125" rtl="0">
              <a:spcBef>
                <a:spcPts val="560"/>
              </a:spcBef>
              <a:spcAft>
                <a:spcPts val="0"/>
              </a:spcAft>
              <a:buSzPts val="2150"/>
              <a:buChar char="–"/>
              <a:defRPr/>
            </a:lvl2pPr>
            <a:lvl3pPr marL="1371600" lvl="2" indent="-365125" rtl="0">
              <a:spcBef>
                <a:spcPts val="480"/>
              </a:spcBef>
              <a:spcAft>
                <a:spcPts val="0"/>
              </a:spcAft>
              <a:buSzPts val="2150"/>
              <a:buChar char="•"/>
              <a:defRPr/>
            </a:lvl3pPr>
            <a:lvl4pPr marL="1828800" lvl="3" indent="-365125" rtl="0">
              <a:spcBef>
                <a:spcPts val="400"/>
              </a:spcBef>
              <a:spcAft>
                <a:spcPts val="0"/>
              </a:spcAft>
              <a:buSzPts val="2150"/>
              <a:buChar char="–"/>
              <a:defRPr/>
            </a:lvl4pPr>
            <a:lvl5pPr marL="2286000" lvl="4" indent="-365125" rtl="0">
              <a:spcBef>
                <a:spcPts val="400"/>
              </a:spcBef>
              <a:spcAft>
                <a:spcPts val="0"/>
              </a:spcAft>
              <a:buSzPts val="2150"/>
              <a:buChar char="»"/>
              <a:defRPr/>
            </a:lvl5pPr>
            <a:lvl6pPr marL="2743200" lvl="5" indent="-365125" rtl="0">
              <a:spcBef>
                <a:spcPts val="400"/>
              </a:spcBef>
              <a:spcAft>
                <a:spcPts val="0"/>
              </a:spcAft>
              <a:buSzPts val="2150"/>
              <a:buChar char="•"/>
              <a:defRPr/>
            </a:lvl6pPr>
            <a:lvl7pPr marL="3200400" lvl="6" indent="-365125" rtl="0">
              <a:spcBef>
                <a:spcPts val="400"/>
              </a:spcBef>
              <a:spcAft>
                <a:spcPts val="0"/>
              </a:spcAft>
              <a:buSzPts val="2150"/>
              <a:buChar char="•"/>
              <a:defRPr/>
            </a:lvl7pPr>
            <a:lvl8pPr marL="3657600" lvl="7" indent="-365125" rtl="0">
              <a:spcBef>
                <a:spcPts val="400"/>
              </a:spcBef>
              <a:spcAft>
                <a:spcPts val="0"/>
              </a:spcAft>
              <a:buSzPts val="2150"/>
              <a:buChar char="•"/>
              <a:defRPr/>
            </a:lvl8pPr>
            <a:lvl9pPr marL="4114800" lvl="8" indent="-365125" rtl="0">
              <a:spcBef>
                <a:spcPts val="400"/>
              </a:spcBef>
              <a:spcAft>
                <a:spcPts val="0"/>
              </a:spcAft>
              <a:buSzPts val="2150"/>
              <a:buChar char="•"/>
              <a:defRPr/>
            </a:lvl9pPr>
          </a:lstStyle>
          <a:p>
            <a:pPr marL="92075" marR="0" lvl="0" indent="0" algn="ctr" defTabSz="914400" rtl="0" eaLnBrk="1" fontAlgn="auto" latinLnBrk="0" hangingPunct="1">
              <a:lnSpc>
                <a:spcPct val="100000"/>
              </a:lnSpc>
              <a:spcBef>
                <a:spcPts val="640"/>
              </a:spcBef>
              <a:spcAft>
                <a:spcPts val="0"/>
              </a:spcAft>
              <a:buClr>
                <a:schemeClr val="dk1"/>
              </a:buClr>
              <a:buSzPts val="2150"/>
              <a:buFont typeface="Pangolin"/>
              <a:buNone/>
              <a:tabLst/>
              <a:defRPr/>
            </a:pPr>
            <a:r>
              <a:rPr lang="en-US" dirty="0"/>
              <a:t>Content2, 115, str</a:t>
            </a:r>
          </a:p>
        </p:txBody>
      </p:sp>
      <p:sp>
        <p:nvSpPr>
          <p:cNvPr id="47" name="Google Shape;47;p6"/>
          <p:cNvSpPr txBox="1">
            <a:spLocks noGrp="1"/>
          </p:cNvSpPr>
          <p:nvPr>
            <p:ph type="subTitle" idx="5" hasCustomPrompt="1"/>
          </p:nvPr>
        </p:nvSpPr>
        <p:spPr>
          <a:xfrm>
            <a:off x="12957850" y="2148539"/>
            <a:ext cx="3953700" cy="936046"/>
          </a:xfrm>
          <a:prstGeom prst="rect">
            <a:avLst/>
          </a:prstGeom>
        </p:spPr>
        <p:txBody>
          <a:bodyPr spcFirstLastPara="1" wrap="square" lIns="91425" tIns="45700" rIns="91425" bIns="45700" anchor="t" anchorCtr="0">
            <a:normAutofit/>
          </a:bodyPr>
          <a:lstStyle>
            <a:lvl1pPr lvl="0" rtl="0">
              <a:spcBef>
                <a:spcPts val="640"/>
              </a:spcBef>
              <a:spcAft>
                <a:spcPts val="0"/>
              </a:spcAft>
              <a:buSzPts val="2750"/>
              <a:buNone/>
              <a:defRPr sz="2750"/>
            </a:lvl1pPr>
            <a:lvl2pPr lvl="1" rtl="0">
              <a:spcBef>
                <a:spcPts val="560"/>
              </a:spcBef>
              <a:spcAft>
                <a:spcPts val="0"/>
              </a:spcAft>
              <a:buSzPts val="2150"/>
              <a:buNone/>
              <a:defRPr/>
            </a:lvl2pPr>
            <a:lvl3pPr lvl="2" rtl="0">
              <a:spcBef>
                <a:spcPts val="480"/>
              </a:spcBef>
              <a:spcAft>
                <a:spcPts val="0"/>
              </a:spcAft>
              <a:buSzPts val="2150"/>
              <a:buNone/>
              <a:defRPr/>
            </a:lvl3pPr>
            <a:lvl4pPr lvl="3" rtl="0">
              <a:spcBef>
                <a:spcPts val="400"/>
              </a:spcBef>
              <a:spcAft>
                <a:spcPts val="0"/>
              </a:spcAft>
              <a:buSzPts val="2150"/>
              <a:buNone/>
              <a:defRPr/>
            </a:lvl4pPr>
            <a:lvl5pPr lvl="4" rtl="0">
              <a:spcBef>
                <a:spcPts val="400"/>
              </a:spcBef>
              <a:spcAft>
                <a:spcPts val="0"/>
              </a:spcAft>
              <a:buSzPts val="2150"/>
              <a:buNone/>
              <a:defRPr/>
            </a:lvl5pPr>
            <a:lvl6pPr lvl="5" rtl="0">
              <a:spcBef>
                <a:spcPts val="400"/>
              </a:spcBef>
              <a:spcAft>
                <a:spcPts val="0"/>
              </a:spcAft>
              <a:buSzPts val="2150"/>
              <a:buNone/>
              <a:defRPr/>
            </a:lvl6pPr>
            <a:lvl7pPr lvl="6" rtl="0">
              <a:spcBef>
                <a:spcPts val="400"/>
              </a:spcBef>
              <a:spcAft>
                <a:spcPts val="0"/>
              </a:spcAft>
              <a:buSzPts val="2150"/>
              <a:buNone/>
              <a:defRPr/>
            </a:lvl7pPr>
            <a:lvl8pPr lvl="7" rtl="0">
              <a:spcBef>
                <a:spcPts val="400"/>
              </a:spcBef>
              <a:spcAft>
                <a:spcPts val="0"/>
              </a:spcAft>
              <a:buSzPts val="2150"/>
              <a:buNone/>
              <a:defRPr/>
            </a:lvl8pPr>
            <a:lvl9pPr lvl="8" rtl="0">
              <a:spcBef>
                <a:spcPts val="400"/>
              </a:spcBef>
              <a:spcAft>
                <a:spcPts val="0"/>
              </a:spcAft>
              <a:buSzPts val="2150"/>
              <a:buNone/>
              <a:defRPr/>
            </a:lvl9pPr>
          </a:lstStyle>
          <a:p>
            <a:pPr marL="457200" marR="0" lvl="0" indent="-365125" algn="ctr" defTabSz="914400" rtl="0" eaLnBrk="1" fontAlgn="auto" latinLnBrk="0" hangingPunct="1">
              <a:lnSpc>
                <a:spcPct val="100000"/>
              </a:lnSpc>
              <a:spcBef>
                <a:spcPts val="640"/>
              </a:spcBef>
              <a:spcAft>
                <a:spcPts val="0"/>
              </a:spcAft>
              <a:buClr>
                <a:schemeClr val="dk1"/>
              </a:buClr>
              <a:buSzPts val="2750"/>
              <a:buFont typeface="Pangolin"/>
              <a:buNone/>
              <a:tabLst/>
              <a:defRPr/>
            </a:pPr>
            <a:r>
              <a:rPr lang="en-US" dirty="0"/>
              <a:t>Subtitle3, 40, str</a:t>
            </a:r>
          </a:p>
        </p:txBody>
      </p:sp>
      <p:sp>
        <p:nvSpPr>
          <p:cNvPr id="48" name="Google Shape;48;p6"/>
          <p:cNvSpPr txBox="1">
            <a:spLocks noGrp="1"/>
          </p:cNvSpPr>
          <p:nvPr>
            <p:ph type="body" idx="6" hasCustomPrompt="1"/>
          </p:nvPr>
        </p:nvSpPr>
        <p:spPr>
          <a:xfrm>
            <a:off x="13094050" y="5967012"/>
            <a:ext cx="3681300" cy="2272388"/>
          </a:xfrm>
          <a:prstGeom prst="rect">
            <a:avLst/>
          </a:prstGeom>
        </p:spPr>
        <p:txBody>
          <a:bodyPr spcFirstLastPara="1" wrap="square" lIns="91425" tIns="45700" rIns="91425" bIns="45700" anchor="t" anchorCtr="0">
            <a:normAutofit/>
          </a:bodyPr>
          <a:lstStyle>
            <a:lvl1pPr marL="92075" lvl="0" indent="0" rtl="0">
              <a:spcBef>
                <a:spcPts val="640"/>
              </a:spcBef>
              <a:spcAft>
                <a:spcPts val="0"/>
              </a:spcAft>
              <a:buSzPts val="2150"/>
              <a:buNone/>
              <a:defRPr/>
            </a:lvl1pPr>
            <a:lvl2pPr marL="914400" lvl="1" indent="-365125" rtl="0">
              <a:spcBef>
                <a:spcPts val="560"/>
              </a:spcBef>
              <a:spcAft>
                <a:spcPts val="0"/>
              </a:spcAft>
              <a:buSzPts val="2150"/>
              <a:buChar char="–"/>
              <a:defRPr/>
            </a:lvl2pPr>
            <a:lvl3pPr marL="1371600" lvl="2" indent="-365125" rtl="0">
              <a:spcBef>
                <a:spcPts val="480"/>
              </a:spcBef>
              <a:spcAft>
                <a:spcPts val="0"/>
              </a:spcAft>
              <a:buSzPts val="2150"/>
              <a:buChar char="•"/>
              <a:defRPr/>
            </a:lvl3pPr>
            <a:lvl4pPr marL="1828800" lvl="3" indent="-365125" rtl="0">
              <a:spcBef>
                <a:spcPts val="400"/>
              </a:spcBef>
              <a:spcAft>
                <a:spcPts val="0"/>
              </a:spcAft>
              <a:buSzPts val="2150"/>
              <a:buChar char="–"/>
              <a:defRPr/>
            </a:lvl4pPr>
            <a:lvl5pPr marL="2286000" lvl="4" indent="-365125" rtl="0">
              <a:spcBef>
                <a:spcPts val="400"/>
              </a:spcBef>
              <a:spcAft>
                <a:spcPts val="0"/>
              </a:spcAft>
              <a:buSzPts val="2150"/>
              <a:buChar char="»"/>
              <a:defRPr/>
            </a:lvl5pPr>
            <a:lvl6pPr marL="2743200" lvl="5" indent="-365125" rtl="0">
              <a:spcBef>
                <a:spcPts val="400"/>
              </a:spcBef>
              <a:spcAft>
                <a:spcPts val="0"/>
              </a:spcAft>
              <a:buSzPts val="2150"/>
              <a:buChar char="•"/>
              <a:defRPr/>
            </a:lvl6pPr>
            <a:lvl7pPr marL="3200400" lvl="6" indent="-365125" rtl="0">
              <a:spcBef>
                <a:spcPts val="400"/>
              </a:spcBef>
              <a:spcAft>
                <a:spcPts val="0"/>
              </a:spcAft>
              <a:buSzPts val="2150"/>
              <a:buChar char="•"/>
              <a:defRPr/>
            </a:lvl7pPr>
            <a:lvl8pPr marL="3657600" lvl="7" indent="-365125" rtl="0">
              <a:spcBef>
                <a:spcPts val="400"/>
              </a:spcBef>
              <a:spcAft>
                <a:spcPts val="0"/>
              </a:spcAft>
              <a:buSzPts val="2150"/>
              <a:buChar char="•"/>
              <a:defRPr/>
            </a:lvl8pPr>
            <a:lvl9pPr marL="4114800" lvl="8" indent="-365125" rtl="0">
              <a:spcBef>
                <a:spcPts val="400"/>
              </a:spcBef>
              <a:spcAft>
                <a:spcPts val="0"/>
              </a:spcAft>
              <a:buSzPts val="2150"/>
              <a:buChar char="•"/>
              <a:defRPr/>
            </a:lvl9pPr>
          </a:lstStyle>
          <a:p>
            <a:pPr marL="92075" marR="0" lvl="0" indent="0" algn="ctr" defTabSz="914400" rtl="0" eaLnBrk="1" fontAlgn="auto" latinLnBrk="0" hangingPunct="1">
              <a:lnSpc>
                <a:spcPct val="100000"/>
              </a:lnSpc>
              <a:spcBef>
                <a:spcPts val="640"/>
              </a:spcBef>
              <a:spcAft>
                <a:spcPts val="0"/>
              </a:spcAft>
              <a:buClr>
                <a:schemeClr val="dk1"/>
              </a:buClr>
              <a:buSzPts val="2150"/>
              <a:buFont typeface="Pangolin"/>
              <a:buNone/>
              <a:tabLst/>
              <a:defRPr/>
            </a:pPr>
            <a:r>
              <a:rPr lang="en-US" dirty="0"/>
              <a:t>Content3, 115, str</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ustom Layout 5">
  <p:cSld name="CUSTOM_4">
    <p:spTree>
      <p:nvGrpSpPr>
        <p:cNvPr id="1" name="Shape 49"/>
        <p:cNvGrpSpPr/>
        <p:nvPr/>
      </p:nvGrpSpPr>
      <p:grpSpPr>
        <a:xfrm>
          <a:off x="0" y="0"/>
          <a:ext cx="0" cy="0"/>
          <a:chOff x="0" y="0"/>
          <a:chExt cx="0" cy="0"/>
        </a:xfrm>
      </p:grpSpPr>
      <p:sp>
        <p:nvSpPr>
          <p:cNvPr id="50" name="Google Shape;50;p7"/>
          <p:cNvSpPr>
            <a:spLocks noGrp="1"/>
          </p:cNvSpPr>
          <p:nvPr>
            <p:ph type="pic" idx="2" hasCustomPrompt="1"/>
          </p:nvPr>
        </p:nvSpPr>
        <p:spPr>
          <a:xfrm>
            <a:off x="2016425" y="3271650"/>
            <a:ext cx="6828300" cy="5505000"/>
          </a:xfrm>
          <a:prstGeom prst="rect">
            <a:avLst/>
          </a:prstGeom>
          <a:noFill/>
          <a:ln>
            <a:noFill/>
          </a:ln>
        </p:spPr>
        <p:txBody>
          <a:bodyPr/>
          <a:lstStyle>
            <a:lvl1pPr marL="92075" indent="0">
              <a:buNone/>
              <a:defRPr/>
            </a:lvl1pPr>
          </a:lstStyle>
          <a:p>
            <a:r>
              <a:rPr lang="en-US" dirty="0"/>
              <a:t>Image, 0, </a:t>
            </a:r>
            <a:r>
              <a:rPr lang="en-US" dirty="0" err="1"/>
              <a:t>img</a:t>
            </a:r>
            <a:endParaRPr lang="en-US" dirty="0"/>
          </a:p>
        </p:txBody>
      </p:sp>
      <p:sp>
        <p:nvSpPr>
          <p:cNvPr id="51" name="Google Shape;51;p7"/>
          <p:cNvSpPr txBox="1">
            <a:spLocks noGrp="1"/>
          </p:cNvSpPr>
          <p:nvPr>
            <p:ph type="title" hasCustomPrompt="1"/>
          </p:nvPr>
        </p:nvSpPr>
        <p:spPr>
          <a:xfrm>
            <a:off x="1739900" y="675874"/>
            <a:ext cx="14668500" cy="1838725"/>
          </a:xfrm>
          <a:prstGeom prst="rect">
            <a:avLst/>
          </a:prstGeom>
        </p:spPr>
        <p:txBody>
          <a:bodyPr spcFirstLastPara="1" wrap="square" lIns="91425" tIns="45700" rIns="91425" bIns="45700" anchor="t" anchorCtr="0">
            <a:noAutofit/>
          </a:bodyPr>
          <a:lstStyle>
            <a:lvl1pPr lvl="0" rtl="0">
              <a:spcBef>
                <a:spcPts val="0"/>
              </a:spcBef>
              <a:spcAft>
                <a:spcPts val="0"/>
              </a:spcAft>
              <a:buSzPts val="14250"/>
              <a:buNone/>
              <a:defRPr sz="8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dirty="0"/>
              <a:t>Title, 70, str</a:t>
            </a:r>
            <a:endParaRPr dirty="0"/>
          </a:p>
        </p:txBody>
      </p:sp>
      <p:sp>
        <p:nvSpPr>
          <p:cNvPr id="52" name="Google Shape;52;p7"/>
          <p:cNvSpPr txBox="1">
            <a:spLocks noGrp="1"/>
          </p:cNvSpPr>
          <p:nvPr>
            <p:ph type="body" idx="1" hasCustomPrompt="1"/>
          </p:nvPr>
        </p:nvSpPr>
        <p:spPr>
          <a:xfrm>
            <a:off x="9984250" y="3771900"/>
            <a:ext cx="7075800" cy="4432300"/>
          </a:xfrm>
          <a:prstGeom prst="rect">
            <a:avLst/>
          </a:prstGeom>
        </p:spPr>
        <p:txBody>
          <a:bodyPr spcFirstLastPara="1" wrap="square" lIns="91425" tIns="45700" rIns="91425" bIns="45700" anchor="ctr" anchorCtr="0">
            <a:normAutofit/>
          </a:bodyPr>
          <a:lstStyle>
            <a:lvl1pPr marL="92075" lvl="0" indent="0">
              <a:spcBef>
                <a:spcPts val="640"/>
              </a:spcBef>
              <a:spcAft>
                <a:spcPts val="0"/>
              </a:spcAft>
              <a:buSzPts val="2150"/>
              <a:buNone/>
              <a:defRPr/>
            </a:lvl1pPr>
            <a:lvl2pPr marL="914400" lvl="1" indent="-365125">
              <a:spcBef>
                <a:spcPts val="560"/>
              </a:spcBef>
              <a:spcAft>
                <a:spcPts val="0"/>
              </a:spcAft>
              <a:buSzPts val="2150"/>
              <a:buChar char="–"/>
              <a:defRPr/>
            </a:lvl2pPr>
            <a:lvl3pPr marL="1371600" lvl="2" indent="-365125">
              <a:spcBef>
                <a:spcPts val="480"/>
              </a:spcBef>
              <a:spcAft>
                <a:spcPts val="0"/>
              </a:spcAft>
              <a:buSzPts val="2150"/>
              <a:buChar char="•"/>
              <a:defRPr/>
            </a:lvl3pPr>
            <a:lvl4pPr marL="1828800" lvl="3" indent="-365125">
              <a:spcBef>
                <a:spcPts val="400"/>
              </a:spcBef>
              <a:spcAft>
                <a:spcPts val="0"/>
              </a:spcAft>
              <a:buSzPts val="2150"/>
              <a:buChar char="–"/>
              <a:defRPr/>
            </a:lvl4pPr>
            <a:lvl5pPr marL="2286000" lvl="4" indent="-365125">
              <a:spcBef>
                <a:spcPts val="400"/>
              </a:spcBef>
              <a:spcAft>
                <a:spcPts val="0"/>
              </a:spcAft>
              <a:buSzPts val="2150"/>
              <a:buChar char="»"/>
              <a:defRPr/>
            </a:lvl5pPr>
            <a:lvl6pPr marL="2743200" lvl="5" indent="-365125">
              <a:spcBef>
                <a:spcPts val="400"/>
              </a:spcBef>
              <a:spcAft>
                <a:spcPts val="0"/>
              </a:spcAft>
              <a:buSzPts val="2150"/>
              <a:buChar char="•"/>
              <a:defRPr/>
            </a:lvl6pPr>
            <a:lvl7pPr marL="3200400" lvl="6" indent="-365125">
              <a:spcBef>
                <a:spcPts val="400"/>
              </a:spcBef>
              <a:spcAft>
                <a:spcPts val="0"/>
              </a:spcAft>
              <a:buSzPts val="2150"/>
              <a:buChar char="•"/>
              <a:defRPr/>
            </a:lvl7pPr>
            <a:lvl8pPr marL="3657600" lvl="7" indent="-365125">
              <a:spcBef>
                <a:spcPts val="400"/>
              </a:spcBef>
              <a:spcAft>
                <a:spcPts val="0"/>
              </a:spcAft>
              <a:buSzPts val="2150"/>
              <a:buChar char="•"/>
              <a:defRPr/>
            </a:lvl8pPr>
            <a:lvl9pPr marL="4114800" lvl="8" indent="-365125">
              <a:spcBef>
                <a:spcPts val="400"/>
              </a:spcBef>
              <a:spcAft>
                <a:spcPts val="0"/>
              </a:spcAft>
              <a:buSzPts val="2150"/>
              <a:buChar char="•"/>
              <a:defRPr/>
            </a:lvl9pPr>
          </a:lstStyle>
          <a:p>
            <a:r>
              <a:rPr lang="en-US" dirty="0"/>
              <a:t>Content, 450, str</a:t>
            </a:r>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5" preserve="1" userDrawn="1">
  <p:cSld name="1_Custom Layout 5">
    <p:spTree>
      <p:nvGrpSpPr>
        <p:cNvPr id="1" name="Shape 49"/>
        <p:cNvGrpSpPr/>
        <p:nvPr/>
      </p:nvGrpSpPr>
      <p:grpSpPr>
        <a:xfrm>
          <a:off x="0" y="0"/>
          <a:ext cx="0" cy="0"/>
          <a:chOff x="0" y="0"/>
          <a:chExt cx="0" cy="0"/>
        </a:xfrm>
      </p:grpSpPr>
      <p:sp>
        <p:nvSpPr>
          <p:cNvPr id="51" name="Google Shape;51;p7"/>
          <p:cNvSpPr txBox="1">
            <a:spLocks noGrp="1"/>
          </p:cNvSpPr>
          <p:nvPr>
            <p:ph type="title" hasCustomPrompt="1"/>
          </p:nvPr>
        </p:nvSpPr>
        <p:spPr>
          <a:xfrm>
            <a:off x="8782548" y="693698"/>
            <a:ext cx="7883229" cy="1838725"/>
          </a:xfrm>
          <a:prstGeom prst="rect">
            <a:avLst/>
          </a:prstGeom>
        </p:spPr>
        <p:txBody>
          <a:bodyPr spcFirstLastPara="1" wrap="square" lIns="91425" tIns="45700" rIns="91425" bIns="45700" anchor="t" anchorCtr="0">
            <a:noAutofit/>
          </a:bodyPr>
          <a:lstStyle>
            <a:lvl1pPr lvl="0" rtl="0">
              <a:spcBef>
                <a:spcPts val="0"/>
              </a:spcBef>
              <a:spcAft>
                <a:spcPts val="0"/>
              </a:spcAft>
              <a:buSzPts val="14250"/>
              <a:buNone/>
              <a:defRPr sz="5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dirty="0"/>
              <a:t>Title, 70, str</a:t>
            </a:r>
            <a:endParaRPr dirty="0"/>
          </a:p>
        </p:txBody>
      </p:sp>
      <p:pic>
        <p:nvPicPr>
          <p:cNvPr id="4" name="Google Shape;187;p19">
            <a:extLst>
              <a:ext uri="{FF2B5EF4-FFF2-40B4-BE49-F238E27FC236}">
                <a16:creationId xmlns:a16="http://schemas.microsoft.com/office/drawing/2014/main" id="{6B641D2C-B88E-B9BC-BA27-E28C1224F25D}"/>
              </a:ext>
            </a:extLst>
          </p:cNvPr>
          <p:cNvPicPr preferRelativeResize="0"/>
          <p:nvPr userDrawn="1"/>
        </p:nvPicPr>
        <p:blipFill rotWithShape="1">
          <a:blip r:embed="rId2">
            <a:alphaModFix/>
          </a:blip>
          <a:srcRect t="77729" r="-847" b="-2029"/>
          <a:stretch/>
        </p:blipFill>
        <p:spPr>
          <a:xfrm>
            <a:off x="372950" y="7770402"/>
            <a:ext cx="17691126" cy="2301976"/>
          </a:xfrm>
          <a:prstGeom prst="rect">
            <a:avLst/>
          </a:prstGeom>
          <a:noFill/>
          <a:ln>
            <a:noFill/>
          </a:ln>
        </p:spPr>
      </p:pic>
      <p:grpSp>
        <p:nvGrpSpPr>
          <p:cNvPr id="5" name="Google Shape;188;p19">
            <a:extLst>
              <a:ext uri="{FF2B5EF4-FFF2-40B4-BE49-F238E27FC236}">
                <a16:creationId xmlns:a16="http://schemas.microsoft.com/office/drawing/2014/main" id="{067DB9D3-8F8E-1812-118E-3F6899195FFD}"/>
              </a:ext>
            </a:extLst>
          </p:cNvPr>
          <p:cNvGrpSpPr/>
          <p:nvPr userDrawn="1"/>
        </p:nvGrpSpPr>
        <p:grpSpPr>
          <a:xfrm>
            <a:off x="2481254" y="2594862"/>
            <a:ext cx="5338171" cy="5202715"/>
            <a:chOff x="0" y="0"/>
            <a:chExt cx="1405938" cy="1370262"/>
          </a:xfrm>
        </p:grpSpPr>
        <p:sp>
          <p:nvSpPr>
            <p:cNvPr id="6" name="Google Shape;189;p19">
              <a:extLst>
                <a:ext uri="{FF2B5EF4-FFF2-40B4-BE49-F238E27FC236}">
                  <a16:creationId xmlns:a16="http://schemas.microsoft.com/office/drawing/2014/main" id="{4F8488D6-65DC-C4DE-A951-523D6F4582D0}"/>
                </a:ext>
              </a:extLst>
            </p:cNvPr>
            <p:cNvSpPr/>
            <p:nvPr/>
          </p:nvSpPr>
          <p:spPr>
            <a:xfrm>
              <a:off x="0" y="0"/>
              <a:ext cx="1405938" cy="1370262"/>
            </a:xfrm>
            <a:custGeom>
              <a:avLst/>
              <a:gdLst/>
              <a:ahLst/>
              <a:cxnLst/>
              <a:rect l="l" t="t" r="r" b="b"/>
              <a:pathLst>
                <a:path w="1405938" h="1370262" extrusionOk="0">
                  <a:moveTo>
                    <a:pt x="702969" y="0"/>
                  </a:moveTo>
                  <a:cubicBezTo>
                    <a:pt x="314730" y="0"/>
                    <a:pt x="0" y="306744"/>
                    <a:pt x="0" y="685131"/>
                  </a:cubicBezTo>
                  <a:cubicBezTo>
                    <a:pt x="0" y="1063519"/>
                    <a:pt x="314730" y="1370262"/>
                    <a:pt x="702969" y="1370262"/>
                  </a:cubicBezTo>
                  <a:cubicBezTo>
                    <a:pt x="1091208" y="1370262"/>
                    <a:pt x="1405938" y="1063519"/>
                    <a:pt x="1405938" y="685131"/>
                  </a:cubicBezTo>
                  <a:cubicBezTo>
                    <a:pt x="1405938" y="306744"/>
                    <a:pt x="1091208" y="0"/>
                    <a:pt x="702969" y="0"/>
                  </a:cubicBezTo>
                  <a:close/>
                </a:path>
              </a:pathLst>
            </a:custGeom>
            <a:solidFill>
              <a:srgbClr val="DDCE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90;p19">
              <a:extLst>
                <a:ext uri="{FF2B5EF4-FFF2-40B4-BE49-F238E27FC236}">
                  <a16:creationId xmlns:a16="http://schemas.microsoft.com/office/drawing/2014/main" id="{0CB2D236-6874-74C0-0CE7-462867D172A7}"/>
                </a:ext>
              </a:extLst>
            </p:cNvPr>
            <p:cNvSpPr txBox="1"/>
            <p:nvPr/>
          </p:nvSpPr>
          <p:spPr>
            <a:xfrm>
              <a:off x="131807" y="128462"/>
              <a:ext cx="1142325" cy="1113338"/>
            </a:xfrm>
            <a:prstGeom prst="rect">
              <a:avLst/>
            </a:prstGeom>
            <a:noFill/>
            <a:ln>
              <a:noFill/>
            </a:ln>
          </p:spPr>
          <p:txBody>
            <a:bodyPr spcFirstLastPara="1" wrap="square" lIns="50800" tIns="50800" rIns="50800" bIns="50800" anchor="ctr" anchorCtr="0">
              <a:noAutofit/>
            </a:bodyPr>
            <a:lstStyle/>
            <a:p>
              <a:pPr marL="0" marR="0" lvl="0" indent="0" algn="ctr" rtl="0">
                <a:lnSpc>
                  <a:spcPct val="13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 name="Google Shape;191;p19">
            <a:extLst>
              <a:ext uri="{FF2B5EF4-FFF2-40B4-BE49-F238E27FC236}">
                <a16:creationId xmlns:a16="http://schemas.microsoft.com/office/drawing/2014/main" id="{2093AB5D-FFBF-CDC8-0D63-830BD787036F}"/>
              </a:ext>
            </a:extLst>
          </p:cNvPr>
          <p:cNvSpPr/>
          <p:nvPr userDrawn="1"/>
        </p:nvSpPr>
        <p:spPr>
          <a:xfrm>
            <a:off x="1260771" y="1201885"/>
            <a:ext cx="7883229" cy="7883229"/>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3">
              <a:alphaModFix/>
            </a:blip>
            <a:stretch>
              <a:fillRect l="-25905" t="-130" r="-23468" b="-2074"/>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99;p19">
            <a:extLst>
              <a:ext uri="{FF2B5EF4-FFF2-40B4-BE49-F238E27FC236}">
                <a16:creationId xmlns:a16="http://schemas.microsoft.com/office/drawing/2014/main" id="{8A2C052C-8BC9-7DAE-20BF-EF26268CF941}"/>
              </a:ext>
            </a:extLst>
          </p:cNvPr>
          <p:cNvSpPr txBox="1"/>
          <p:nvPr userDrawn="1"/>
        </p:nvSpPr>
        <p:spPr>
          <a:xfrm>
            <a:off x="9639572" y="2773651"/>
            <a:ext cx="1746300" cy="1827000"/>
          </a:xfrm>
          <a:prstGeom prst="rect">
            <a:avLst/>
          </a:prstGeom>
          <a:noFill/>
          <a:ln>
            <a:noFill/>
          </a:ln>
        </p:spPr>
        <p:txBody>
          <a:bodyPr spcFirstLastPara="1" wrap="square" lIns="0" tIns="0" rIns="0" bIns="0" anchor="t" anchorCtr="0">
            <a:spAutoFit/>
          </a:bodyPr>
          <a:lstStyle/>
          <a:p>
            <a:pPr marL="0" marR="0" lvl="0" indent="0" algn="ctr" rtl="0">
              <a:lnSpc>
                <a:spcPct val="111002"/>
              </a:lnSpc>
              <a:spcBef>
                <a:spcPts val="0"/>
              </a:spcBef>
              <a:spcAft>
                <a:spcPts val="0"/>
              </a:spcAft>
              <a:buNone/>
            </a:pPr>
            <a:r>
              <a:rPr lang="en-US" sz="11870" b="0" i="0" u="none" strike="noStrike" cap="none">
                <a:solidFill>
                  <a:srgbClr val="515450"/>
                </a:solidFill>
                <a:latin typeface="Marck Script"/>
                <a:ea typeface="Marck Script"/>
                <a:cs typeface="Marck Script"/>
                <a:sym typeface="Marck Script"/>
              </a:rPr>
              <a:t>01</a:t>
            </a:r>
            <a:endParaRPr/>
          </a:p>
        </p:txBody>
      </p:sp>
      <p:sp>
        <p:nvSpPr>
          <p:cNvPr id="17" name="Google Shape;200;p19">
            <a:extLst>
              <a:ext uri="{FF2B5EF4-FFF2-40B4-BE49-F238E27FC236}">
                <a16:creationId xmlns:a16="http://schemas.microsoft.com/office/drawing/2014/main" id="{72048976-CB4B-3BE8-43B0-4106D09D8074}"/>
              </a:ext>
            </a:extLst>
          </p:cNvPr>
          <p:cNvSpPr txBox="1"/>
          <p:nvPr userDrawn="1"/>
        </p:nvSpPr>
        <p:spPr>
          <a:xfrm>
            <a:off x="9229997" y="5038376"/>
            <a:ext cx="2565300" cy="1827000"/>
          </a:xfrm>
          <a:prstGeom prst="rect">
            <a:avLst/>
          </a:prstGeom>
          <a:noFill/>
          <a:ln>
            <a:noFill/>
          </a:ln>
        </p:spPr>
        <p:txBody>
          <a:bodyPr spcFirstLastPara="1" wrap="square" lIns="0" tIns="0" rIns="0" bIns="0" anchor="t" anchorCtr="0">
            <a:spAutoFit/>
          </a:bodyPr>
          <a:lstStyle/>
          <a:p>
            <a:pPr marL="0" marR="0" lvl="0" indent="0" algn="ctr" rtl="0">
              <a:lnSpc>
                <a:spcPct val="111002"/>
              </a:lnSpc>
              <a:spcBef>
                <a:spcPts val="0"/>
              </a:spcBef>
              <a:spcAft>
                <a:spcPts val="0"/>
              </a:spcAft>
              <a:buNone/>
            </a:pPr>
            <a:r>
              <a:rPr lang="en-US" sz="11870" b="0" i="0" u="none" strike="noStrike" cap="none">
                <a:solidFill>
                  <a:srgbClr val="515450"/>
                </a:solidFill>
                <a:latin typeface="Marck Script"/>
                <a:ea typeface="Marck Script"/>
                <a:cs typeface="Marck Script"/>
                <a:sym typeface="Marck Script"/>
              </a:rPr>
              <a:t>02</a:t>
            </a:r>
            <a:endParaRPr/>
          </a:p>
        </p:txBody>
      </p:sp>
      <p:sp>
        <p:nvSpPr>
          <p:cNvPr id="18" name="Google Shape;201;p19">
            <a:extLst>
              <a:ext uri="{FF2B5EF4-FFF2-40B4-BE49-F238E27FC236}">
                <a16:creationId xmlns:a16="http://schemas.microsoft.com/office/drawing/2014/main" id="{32E81271-ABB8-8BE7-21BA-C298D5609EDE}"/>
              </a:ext>
            </a:extLst>
          </p:cNvPr>
          <p:cNvSpPr txBox="1"/>
          <p:nvPr userDrawn="1"/>
        </p:nvSpPr>
        <p:spPr>
          <a:xfrm>
            <a:off x="9476823" y="7303101"/>
            <a:ext cx="2071800" cy="1827000"/>
          </a:xfrm>
          <a:prstGeom prst="rect">
            <a:avLst/>
          </a:prstGeom>
          <a:noFill/>
          <a:ln>
            <a:noFill/>
          </a:ln>
        </p:spPr>
        <p:txBody>
          <a:bodyPr spcFirstLastPara="1" wrap="square" lIns="0" tIns="0" rIns="0" bIns="0" anchor="t" anchorCtr="0">
            <a:spAutoFit/>
          </a:bodyPr>
          <a:lstStyle/>
          <a:p>
            <a:pPr marL="0" marR="0" lvl="0" indent="0" algn="ctr" rtl="0">
              <a:lnSpc>
                <a:spcPct val="111002"/>
              </a:lnSpc>
              <a:spcBef>
                <a:spcPts val="0"/>
              </a:spcBef>
              <a:spcAft>
                <a:spcPts val="0"/>
              </a:spcAft>
              <a:buNone/>
            </a:pPr>
            <a:r>
              <a:rPr lang="en-US" sz="11870" b="0" i="0" u="none" strike="noStrike" cap="none">
                <a:solidFill>
                  <a:srgbClr val="515450"/>
                </a:solidFill>
                <a:latin typeface="Marck Script"/>
                <a:ea typeface="Marck Script"/>
                <a:cs typeface="Marck Script"/>
                <a:sym typeface="Marck Script"/>
              </a:rPr>
              <a:t>03</a:t>
            </a:r>
            <a:endParaRPr/>
          </a:p>
        </p:txBody>
      </p:sp>
      <p:sp>
        <p:nvSpPr>
          <p:cNvPr id="21" name="Text Placeholder 20">
            <a:extLst>
              <a:ext uri="{FF2B5EF4-FFF2-40B4-BE49-F238E27FC236}">
                <a16:creationId xmlns:a16="http://schemas.microsoft.com/office/drawing/2014/main" id="{2CAFDE2B-675D-AA88-E507-0F41B429ACF7}"/>
              </a:ext>
            </a:extLst>
          </p:cNvPr>
          <p:cNvSpPr>
            <a:spLocks noGrp="1"/>
          </p:cNvSpPr>
          <p:nvPr>
            <p:ph type="body" sz="quarter" idx="10" hasCustomPrompt="1"/>
          </p:nvPr>
        </p:nvSpPr>
        <p:spPr>
          <a:xfrm>
            <a:off x="11795297" y="2973881"/>
            <a:ext cx="5148262" cy="1826999"/>
          </a:xfrm>
        </p:spPr>
        <p:txBody>
          <a:bodyPr/>
          <a:lstStyle>
            <a:lvl1pPr marL="92075" indent="0">
              <a:buNone/>
              <a:defRPr/>
            </a:lvl1pPr>
          </a:lstStyle>
          <a:p>
            <a:pPr lvl="0"/>
            <a:r>
              <a:rPr lang="en-US" dirty="0"/>
              <a:t>Content1, 150, str</a:t>
            </a:r>
          </a:p>
        </p:txBody>
      </p:sp>
      <p:sp>
        <p:nvSpPr>
          <p:cNvPr id="22" name="Text Placeholder 20">
            <a:extLst>
              <a:ext uri="{FF2B5EF4-FFF2-40B4-BE49-F238E27FC236}">
                <a16:creationId xmlns:a16="http://schemas.microsoft.com/office/drawing/2014/main" id="{DCDCB01B-FD8B-D142-62F5-FB96D5B3FC46}"/>
              </a:ext>
            </a:extLst>
          </p:cNvPr>
          <p:cNvSpPr>
            <a:spLocks noGrp="1"/>
          </p:cNvSpPr>
          <p:nvPr>
            <p:ph type="body" sz="quarter" idx="11" hasCustomPrompt="1"/>
          </p:nvPr>
        </p:nvSpPr>
        <p:spPr>
          <a:xfrm>
            <a:off x="11795297" y="5088431"/>
            <a:ext cx="5148262" cy="1826999"/>
          </a:xfrm>
        </p:spPr>
        <p:txBody>
          <a:bodyPr/>
          <a:lstStyle>
            <a:lvl1pPr marL="92075" indent="0">
              <a:buNone/>
              <a:defRPr/>
            </a:lvl1pPr>
          </a:lstStyle>
          <a:p>
            <a:pPr lvl="0"/>
            <a:r>
              <a:rPr lang="en-US" dirty="0"/>
              <a:t>Content2, 150, str</a:t>
            </a:r>
          </a:p>
        </p:txBody>
      </p:sp>
      <p:sp>
        <p:nvSpPr>
          <p:cNvPr id="23" name="Text Placeholder 20">
            <a:extLst>
              <a:ext uri="{FF2B5EF4-FFF2-40B4-BE49-F238E27FC236}">
                <a16:creationId xmlns:a16="http://schemas.microsoft.com/office/drawing/2014/main" id="{696FFDE6-EC20-EFE6-B4B9-D7D8BFFD09BD}"/>
              </a:ext>
            </a:extLst>
          </p:cNvPr>
          <p:cNvSpPr>
            <a:spLocks noGrp="1"/>
          </p:cNvSpPr>
          <p:nvPr>
            <p:ph type="body" sz="quarter" idx="12" hasCustomPrompt="1"/>
          </p:nvPr>
        </p:nvSpPr>
        <p:spPr>
          <a:xfrm>
            <a:off x="11795297" y="7202981"/>
            <a:ext cx="5148262" cy="1826999"/>
          </a:xfrm>
        </p:spPr>
        <p:txBody>
          <a:bodyPr/>
          <a:lstStyle>
            <a:lvl1pPr marL="92075" indent="0">
              <a:buNone/>
              <a:defRPr/>
            </a:lvl1pPr>
          </a:lstStyle>
          <a:p>
            <a:pPr lvl="0"/>
            <a:r>
              <a:rPr lang="en-US" dirty="0"/>
              <a:t>Content3, 150, str</a:t>
            </a:r>
          </a:p>
        </p:txBody>
      </p:sp>
      <p:sp>
        <p:nvSpPr>
          <p:cNvPr id="25" name="Picture Placeholder 24">
            <a:extLst>
              <a:ext uri="{FF2B5EF4-FFF2-40B4-BE49-F238E27FC236}">
                <a16:creationId xmlns:a16="http://schemas.microsoft.com/office/drawing/2014/main" id="{2E02C036-AF47-2454-9B39-7FA005C6FAA0}"/>
              </a:ext>
            </a:extLst>
          </p:cNvPr>
          <p:cNvSpPr>
            <a:spLocks noGrp="1"/>
          </p:cNvSpPr>
          <p:nvPr>
            <p:ph type="pic" sz="quarter" idx="13" hasCustomPrompt="1"/>
          </p:nvPr>
        </p:nvSpPr>
        <p:spPr>
          <a:xfrm>
            <a:off x="2686050" y="2715862"/>
            <a:ext cx="4895850" cy="4892040"/>
          </a:xfrm>
          <a:prstGeom prst="ellipse">
            <a:avLst/>
          </a:prstGeom>
        </p:spPr>
        <p:txBody>
          <a:bodyPr/>
          <a:lstStyle>
            <a:lvl1pPr marL="92075" indent="0">
              <a:buNone/>
              <a:defRPr/>
            </a:lvl1pPr>
          </a:lstStyle>
          <a:p>
            <a:r>
              <a:rPr lang="en-US" dirty="0"/>
              <a:t>Image, 0, </a:t>
            </a:r>
            <a:r>
              <a:rPr lang="en-US" dirty="0" err="1"/>
              <a:t>img</a:t>
            </a:r>
            <a:endParaRPr lang="en-US" dirty="0"/>
          </a:p>
        </p:txBody>
      </p:sp>
    </p:spTree>
    <p:extLst>
      <p:ext uri="{BB962C8B-B14F-4D97-AF65-F5344CB8AC3E}">
        <p14:creationId xmlns:p14="http://schemas.microsoft.com/office/powerpoint/2010/main" val="26940445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ustom Layout 5" preserve="1" userDrawn="1">
  <p:cSld name="1_Custom Layout 5">
    <p:spTree>
      <p:nvGrpSpPr>
        <p:cNvPr id="1" name="Shape 49"/>
        <p:cNvGrpSpPr/>
        <p:nvPr/>
      </p:nvGrpSpPr>
      <p:grpSpPr>
        <a:xfrm>
          <a:off x="0" y="0"/>
          <a:ext cx="0" cy="0"/>
          <a:chOff x="0" y="0"/>
          <a:chExt cx="0" cy="0"/>
        </a:xfrm>
      </p:grpSpPr>
      <p:sp>
        <p:nvSpPr>
          <p:cNvPr id="51" name="Google Shape;51;p7"/>
          <p:cNvSpPr txBox="1">
            <a:spLocks noGrp="1"/>
          </p:cNvSpPr>
          <p:nvPr>
            <p:ph type="title" hasCustomPrompt="1"/>
          </p:nvPr>
        </p:nvSpPr>
        <p:spPr>
          <a:xfrm>
            <a:off x="1739900" y="675874"/>
            <a:ext cx="14668500" cy="1838725"/>
          </a:xfrm>
          <a:prstGeom prst="rect">
            <a:avLst/>
          </a:prstGeom>
        </p:spPr>
        <p:txBody>
          <a:bodyPr spcFirstLastPara="1" wrap="square" lIns="91425" tIns="45700" rIns="91425" bIns="45700" anchor="t" anchorCtr="0">
            <a:noAutofit/>
          </a:bodyPr>
          <a:lstStyle>
            <a:lvl1pPr lvl="0" rtl="0">
              <a:spcBef>
                <a:spcPts val="0"/>
              </a:spcBef>
              <a:spcAft>
                <a:spcPts val="0"/>
              </a:spcAft>
              <a:buSzPts val="14250"/>
              <a:buNone/>
              <a:defRPr sz="8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dirty="0"/>
              <a:t>Title, 70, str</a:t>
            </a:r>
            <a:endParaRPr dirty="0"/>
          </a:p>
        </p:txBody>
      </p:sp>
      <p:grpSp>
        <p:nvGrpSpPr>
          <p:cNvPr id="2" name="Google Shape;210;p20">
            <a:extLst>
              <a:ext uri="{FF2B5EF4-FFF2-40B4-BE49-F238E27FC236}">
                <a16:creationId xmlns:a16="http://schemas.microsoft.com/office/drawing/2014/main" id="{B9B30112-C2A2-F732-D389-B13185B2825D}"/>
              </a:ext>
            </a:extLst>
          </p:cNvPr>
          <p:cNvGrpSpPr/>
          <p:nvPr userDrawn="1"/>
        </p:nvGrpSpPr>
        <p:grpSpPr>
          <a:xfrm>
            <a:off x="1682750" y="2838450"/>
            <a:ext cx="7461250" cy="6696476"/>
            <a:chOff x="0" y="0"/>
            <a:chExt cx="5941594" cy="6390159"/>
          </a:xfrm>
        </p:grpSpPr>
        <p:sp>
          <p:nvSpPr>
            <p:cNvPr id="3" name="Google Shape;211;p20">
              <a:extLst>
                <a:ext uri="{FF2B5EF4-FFF2-40B4-BE49-F238E27FC236}">
                  <a16:creationId xmlns:a16="http://schemas.microsoft.com/office/drawing/2014/main" id="{377EDF06-2B0F-6D3D-DF3E-7173B001CD63}"/>
                </a:ext>
              </a:extLst>
            </p:cNvPr>
            <p:cNvSpPr/>
            <p:nvPr/>
          </p:nvSpPr>
          <p:spPr>
            <a:xfrm>
              <a:off x="0" y="0"/>
              <a:ext cx="2962631" cy="6390159"/>
            </a:xfrm>
            <a:custGeom>
              <a:avLst/>
              <a:gdLst/>
              <a:ahLst/>
              <a:cxnLst/>
              <a:rect l="l" t="t" r="r" b="b"/>
              <a:pathLst>
                <a:path w="2962631" h="6390159" extrusionOk="0">
                  <a:moveTo>
                    <a:pt x="0" y="0"/>
                  </a:moveTo>
                  <a:lnTo>
                    <a:pt x="2962631" y="0"/>
                  </a:lnTo>
                  <a:lnTo>
                    <a:pt x="2962631" y="6390159"/>
                  </a:lnTo>
                  <a:lnTo>
                    <a:pt x="0" y="6390159"/>
                  </a:lnTo>
                  <a:lnTo>
                    <a:pt x="0" y="0"/>
                  </a:lnTo>
                  <a:close/>
                </a:path>
              </a:pathLst>
            </a:custGeom>
            <a:blipFill rotWithShape="1">
              <a:blip r:embed="rId2">
                <a:alphaModFix/>
              </a:blip>
              <a:stretch>
                <a:fillRect r="-115689"/>
              </a:stretch>
            </a:blipFill>
            <a:ln>
              <a:noFill/>
            </a:ln>
          </p:spPr>
          <p:txBody>
            <a:bodyPr/>
            <a:lstStyle/>
            <a:p>
              <a:endParaRPr lang="en-US"/>
            </a:p>
          </p:txBody>
        </p:sp>
        <p:sp>
          <p:nvSpPr>
            <p:cNvPr id="4" name="Google Shape;212;p20">
              <a:extLst>
                <a:ext uri="{FF2B5EF4-FFF2-40B4-BE49-F238E27FC236}">
                  <a16:creationId xmlns:a16="http://schemas.microsoft.com/office/drawing/2014/main" id="{C689AD31-F538-C61E-98EB-734E38721071}"/>
                </a:ext>
              </a:extLst>
            </p:cNvPr>
            <p:cNvSpPr/>
            <p:nvPr/>
          </p:nvSpPr>
          <p:spPr>
            <a:xfrm>
              <a:off x="2978963" y="0"/>
              <a:ext cx="2962631" cy="6390159"/>
            </a:xfrm>
            <a:custGeom>
              <a:avLst/>
              <a:gdLst/>
              <a:ahLst/>
              <a:cxnLst/>
              <a:rect l="l" t="t" r="r" b="b"/>
              <a:pathLst>
                <a:path w="2962631" h="6390159" extrusionOk="0">
                  <a:moveTo>
                    <a:pt x="0" y="0"/>
                  </a:moveTo>
                  <a:lnTo>
                    <a:pt x="2962631" y="0"/>
                  </a:lnTo>
                  <a:lnTo>
                    <a:pt x="2962631" y="6390159"/>
                  </a:lnTo>
                  <a:lnTo>
                    <a:pt x="0" y="6390159"/>
                  </a:lnTo>
                  <a:lnTo>
                    <a:pt x="0" y="0"/>
                  </a:lnTo>
                  <a:close/>
                </a:path>
              </a:pathLst>
            </a:custGeom>
            <a:blipFill rotWithShape="1">
              <a:blip r:embed="rId2">
                <a:alphaModFix/>
              </a:blip>
              <a:stretch>
                <a:fillRect l="-115689"/>
              </a:stretch>
            </a:blipFill>
            <a:ln>
              <a:noFill/>
            </a:ln>
          </p:spPr>
          <p:txBody>
            <a:bodyPr/>
            <a:lstStyle/>
            <a:p>
              <a:endParaRPr lang="en-US"/>
            </a:p>
          </p:txBody>
        </p:sp>
      </p:grpSp>
      <p:grpSp>
        <p:nvGrpSpPr>
          <p:cNvPr id="7" name="Google Shape;210;p20">
            <a:extLst>
              <a:ext uri="{FF2B5EF4-FFF2-40B4-BE49-F238E27FC236}">
                <a16:creationId xmlns:a16="http://schemas.microsoft.com/office/drawing/2014/main" id="{06EAABD7-2482-A906-6E52-E761FA6471AE}"/>
              </a:ext>
            </a:extLst>
          </p:cNvPr>
          <p:cNvGrpSpPr/>
          <p:nvPr userDrawn="1"/>
        </p:nvGrpSpPr>
        <p:grpSpPr>
          <a:xfrm>
            <a:off x="9340850" y="2819400"/>
            <a:ext cx="7461250" cy="6696476"/>
            <a:chOff x="0" y="0"/>
            <a:chExt cx="5941594" cy="6390159"/>
          </a:xfrm>
        </p:grpSpPr>
        <p:sp>
          <p:nvSpPr>
            <p:cNvPr id="8" name="Google Shape;211;p20">
              <a:extLst>
                <a:ext uri="{FF2B5EF4-FFF2-40B4-BE49-F238E27FC236}">
                  <a16:creationId xmlns:a16="http://schemas.microsoft.com/office/drawing/2014/main" id="{476A811C-4EA4-7292-E851-4B9E4D982295}"/>
                </a:ext>
              </a:extLst>
            </p:cNvPr>
            <p:cNvSpPr/>
            <p:nvPr/>
          </p:nvSpPr>
          <p:spPr>
            <a:xfrm>
              <a:off x="0" y="0"/>
              <a:ext cx="2962631" cy="6390159"/>
            </a:xfrm>
            <a:custGeom>
              <a:avLst/>
              <a:gdLst/>
              <a:ahLst/>
              <a:cxnLst/>
              <a:rect l="l" t="t" r="r" b="b"/>
              <a:pathLst>
                <a:path w="2962631" h="6390159" extrusionOk="0">
                  <a:moveTo>
                    <a:pt x="0" y="0"/>
                  </a:moveTo>
                  <a:lnTo>
                    <a:pt x="2962631" y="0"/>
                  </a:lnTo>
                  <a:lnTo>
                    <a:pt x="2962631" y="6390159"/>
                  </a:lnTo>
                  <a:lnTo>
                    <a:pt x="0" y="6390159"/>
                  </a:lnTo>
                  <a:lnTo>
                    <a:pt x="0" y="0"/>
                  </a:lnTo>
                  <a:close/>
                </a:path>
              </a:pathLst>
            </a:custGeom>
            <a:blipFill rotWithShape="1">
              <a:blip r:embed="rId2">
                <a:alphaModFix/>
              </a:blip>
              <a:stretch>
                <a:fillRect r="-115689"/>
              </a:stretch>
            </a:blipFill>
            <a:ln>
              <a:noFill/>
            </a:ln>
          </p:spPr>
          <p:txBody>
            <a:bodyPr/>
            <a:lstStyle/>
            <a:p>
              <a:endParaRPr lang="en-US"/>
            </a:p>
          </p:txBody>
        </p:sp>
        <p:sp>
          <p:nvSpPr>
            <p:cNvPr id="9" name="Google Shape;212;p20">
              <a:extLst>
                <a:ext uri="{FF2B5EF4-FFF2-40B4-BE49-F238E27FC236}">
                  <a16:creationId xmlns:a16="http://schemas.microsoft.com/office/drawing/2014/main" id="{82EF46CF-ACE1-1A81-8476-05E138C96614}"/>
                </a:ext>
              </a:extLst>
            </p:cNvPr>
            <p:cNvSpPr/>
            <p:nvPr/>
          </p:nvSpPr>
          <p:spPr>
            <a:xfrm>
              <a:off x="2978963" y="0"/>
              <a:ext cx="2962631" cy="6390159"/>
            </a:xfrm>
            <a:custGeom>
              <a:avLst/>
              <a:gdLst/>
              <a:ahLst/>
              <a:cxnLst/>
              <a:rect l="l" t="t" r="r" b="b"/>
              <a:pathLst>
                <a:path w="2962631" h="6390159" extrusionOk="0">
                  <a:moveTo>
                    <a:pt x="0" y="0"/>
                  </a:moveTo>
                  <a:lnTo>
                    <a:pt x="2962631" y="0"/>
                  </a:lnTo>
                  <a:lnTo>
                    <a:pt x="2962631" y="6390159"/>
                  </a:lnTo>
                  <a:lnTo>
                    <a:pt x="0" y="6390159"/>
                  </a:lnTo>
                  <a:lnTo>
                    <a:pt x="0" y="0"/>
                  </a:lnTo>
                  <a:close/>
                </a:path>
              </a:pathLst>
            </a:custGeom>
            <a:blipFill rotWithShape="1">
              <a:blip r:embed="rId2">
                <a:alphaModFix/>
              </a:blip>
              <a:stretch>
                <a:fillRect l="-115689"/>
              </a:stretch>
            </a:blipFill>
            <a:ln>
              <a:noFill/>
            </a:ln>
          </p:spPr>
          <p:txBody>
            <a:bodyPr/>
            <a:lstStyle/>
            <a:p>
              <a:endParaRPr lang="en-US"/>
            </a:p>
          </p:txBody>
        </p:sp>
      </p:grpSp>
      <p:sp>
        <p:nvSpPr>
          <p:cNvPr id="11" name="Picture Placeholder 10">
            <a:extLst>
              <a:ext uri="{FF2B5EF4-FFF2-40B4-BE49-F238E27FC236}">
                <a16:creationId xmlns:a16="http://schemas.microsoft.com/office/drawing/2014/main" id="{58181994-6803-22F1-3946-DE2F8AE20C7B}"/>
              </a:ext>
            </a:extLst>
          </p:cNvPr>
          <p:cNvSpPr>
            <a:spLocks noGrp="1"/>
          </p:cNvSpPr>
          <p:nvPr>
            <p:ph type="pic" sz="quarter" idx="10" hasCustomPrompt="1"/>
          </p:nvPr>
        </p:nvSpPr>
        <p:spPr>
          <a:xfrm>
            <a:off x="9738455" y="3195838"/>
            <a:ext cx="6686550" cy="5981700"/>
          </a:xfrm>
        </p:spPr>
        <p:txBody>
          <a:bodyPr/>
          <a:lstStyle>
            <a:lvl1pPr marL="92075" indent="0">
              <a:buNone/>
              <a:defRPr/>
            </a:lvl1pPr>
          </a:lstStyle>
          <a:p>
            <a:r>
              <a:rPr lang="en-US" dirty="0"/>
              <a:t>Content2, 450, </a:t>
            </a:r>
            <a:r>
              <a:rPr lang="en-US" dirty="0" err="1"/>
              <a:t>img|str</a:t>
            </a:r>
            <a:endParaRPr lang="en-US" dirty="0"/>
          </a:p>
        </p:txBody>
      </p:sp>
      <p:sp>
        <p:nvSpPr>
          <p:cNvPr id="12" name="Picture Placeholder 10">
            <a:extLst>
              <a:ext uri="{FF2B5EF4-FFF2-40B4-BE49-F238E27FC236}">
                <a16:creationId xmlns:a16="http://schemas.microsoft.com/office/drawing/2014/main" id="{892F2884-08AA-5358-FC25-B7F8AB87C268}"/>
              </a:ext>
            </a:extLst>
          </p:cNvPr>
          <p:cNvSpPr>
            <a:spLocks noGrp="1"/>
          </p:cNvSpPr>
          <p:nvPr>
            <p:ph type="pic" sz="quarter" idx="11" hasCustomPrompt="1"/>
          </p:nvPr>
        </p:nvSpPr>
        <p:spPr>
          <a:xfrm>
            <a:off x="2057400" y="3219450"/>
            <a:ext cx="6686550" cy="5981700"/>
          </a:xfrm>
        </p:spPr>
        <p:txBody>
          <a:bodyPr/>
          <a:lstStyle>
            <a:lvl1pPr marL="92075" indent="0">
              <a:buNone/>
              <a:defRPr/>
            </a:lvl1pPr>
          </a:lstStyle>
          <a:p>
            <a:r>
              <a:rPr lang="en-US" dirty="0"/>
              <a:t>Content1, 450, </a:t>
            </a:r>
            <a:r>
              <a:rPr lang="en-US" dirty="0" err="1"/>
              <a:t>img|str</a:t>
            </a:r>
            <a:endParaRPr lang="en-US" dirty="0"/>
          </a:p>
        </p:txBody>
      </p:sp>
    </p:spTree>
    <p:extLst>
      <p:ext uri="{BB962C8B-B14F-4D97-AF65-F5344CB8AC3E}">
        <p14:creationId xmlns:p14="http://schemas.microsoft.com/office/powerpoint/2010/main" val="183219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ustom Layout 6">
  <p:cSld name="CUSTOM_5">
    <p:spTree>
      <p:nvGrpSpPr>
        <p:cNvPr id="1" name="Shape 53"/>
        <p:cNvGrpSpPr/>
        <p:nvPr/>
      </p:nvGrpSpPr>
      <p:grpSpPr>
        <a:xfrm>
          <a:off x="0" y="0"/>
          <a:ext cx="0" cy="0"/>
          <a:chOff x="0" y="0"/>
          <a:chExt cx="0" cy="0"/>
        </a:xfrm>
      </p:grpSpPr>
      <p:sp>
        <p:nvSpPr>
          <p:cNvPr id="54" name="Google Shape;54;p8"/>
          <p:cNvSpPr>
            <a:spLocks noGrp="1"/>
          </p:cNvSpPr>
          <p:nvPr>
            <p:ph type="pic" idx="2" hasCustomPrompt="1"/>
          </p:nvPr>
        </p:nvSpPr>
        <p:spPr>
          <a:xfrm>
            <a:off x="1246075" y="1266825"/>
            <a:ext cx="15795900" cy="5372400"/>
          </a:xfrm>
          <a:prstGeom prst="rect">
            <a:avLst/>
          </a:prstGeom>
          <a:noFill/>
          <a:ln>
            <a:noFill/>
          </a:ln>
        </p:spPr>
        <p:txBody>
          <a:bodyPr/>
          <a:lstStyle>
            <a:lvl1pPr marL="92075" indent="0">
              <a:buNone/>
              <a:defRPr/>
            </a:lvl1pPr>
          </a:lstStyle>
          <a:p>
            <a:r>
              <a:rPr lang="en-US" dirty="0"/>
              <a:t>Image, 0, </a:t>
            </a:r>
            <a:r>
              <a:rPr lang="en-US" dirty="0" err="1"/>
              <a:t>img</a:t>
            </a:r>
            <a:endParaRPr lang="en-US" dirty="0"/>
          </a:p>
        </p:txBody>
      </p:sp>
      <p:sp>
        <p:nvSpPr>
          <p:cNvPr id="55" name="Google Shape;55;p8"/>
          <p:cNvSpPr txBox="1">
            <a:spLocks noGrp="1"/>
          </p:cNvSpPr>
          <p:nvPr>
            <p:ph type="body" idx="1" hasCustomPrompt="1"/>
          </p:nvPr>
        </p:nvSpPr>
        <p:spPr>
          <a:xfrm>
            <a:off x="1558050" y="7024675"/>
            <a:ext cx="15171900" cy="1956000"/>
          </a:xfrm>
          <a:prstGeom prst="rect">
            <a:avLst/>
          </a:prstGeom>
        </p:spPr>
        <p:txBody>
          <a:bodyPr spcFirstLastPara="1" wrap="square" lIns="91425" tIns="45700" rIns="91425" bIns="45700" anchor="t" anchorCtr="0">
            <a:normAutofit/>
          </a:bodyPr>
          <a:lstStyle>
            <a:lvl1pPr marL="0" lvl="0" indent="0">
              <a:spcBef>
                <a:spcPts val="640"/>
              </a:spcBef>
              <a:spcAft>
                <a:spcPts val="0"/>
              </a:spcAft>
              <a:buClr>
                <a:srgbClr val="876A46"/>
              </a:buClr>
              <a:buSzPts val="7050"/>
              <a:buFont typeface="Marck Script"/>
              <a:buNone/>
              <a:defRPr sz="6000">
                <a:solidFill>
                  <a:srgbClr val="876A46"/>
                </a:solidFill>
                <a:latin typeface="Marck Script"/>
                <a:ea typeface="Marck Script"/>
                <a:cs typeface="Marck Script"/>
                <a:sym typeface="Marck Script"/>
              </a:defRPr>
            </a:lvl1pPr>
            <a:lvl2pPr marL="914400" lvl="1" indent="-676275">
              <a:spcBef>
                <a:spcPts val="560"/>
              </a:spcBef>
              <a:spcAft>
                <a:spcPts val="0"/>
              </a:spcAft>
              <a:buClr>
                <a:srgbClr val="876A46"/>
              </a:buClr>
              <a:buSzPts val="7050"/>
              <a:buFont typeface="Marck Script"/>
              <a:buChar char="–"/>
              <a:defRPr sz="7050">
                <a:solidFill>
                  <a:srgbClr val="876A46"/>
                </a:solidFill>
                <a:latin typeface="Marck Script"/>
                <a:ea typeface="Marck Script"/>
                <a:cs typeface="Marck Script"/>
                <a:sym typeface="Marck Script"/>
              </a:defRPr>
            </a:lvl2pPr>
            <a:lvl3pPr marL="1371600" lvl="2" indent="-676275">
              <a:spcBef>
                <a:spcPts val="480"/>
              </a:spcBef>
              <a:spcAft>
                <a:spcPts val="0"/>
              </a:spcAft>
              <a:buClr>
                <a:srgbClr val="876A46"/>
              </a:buClr>
              <a:buSzPts val="7050"/>
              <a:buFont typeface="Marck Script"/>
              <a:buChar char="•"/>
              <a:defRPr sz="7050">
                <a:solidFill>
                  <a:srgbClr val="876A46"/>
                </a:solidFill>
                <a:latin typeface="Marck Script"/>
                <a:ea typeface="Marck Script"/>
                <a:cs typeface="Marck Script"/>
                <a:sym typeface="Marck Script"/>
              </a:defRPr>
            </a:lvl3pPr>
            <a:lvl4pPr marL="1828800" lvl="3" indent="-676275">
              <a:spcBef>
                <a:spcPts val="400"/>
              </a:spcBef>
              <a:spcAft>
                <a:spcPts val="0"/>
              </a:spcAft>
              <a:buClr>
                <a:srgbClr val="876A46"/>
              </a:buClr>
              <a:buSzPts val="7050"/>
              <a:buFont typeface="Marck Script"/>
              <a:buChar char="–"/>
              <a:defRPr sz="7050">
                <a:solidFill>
                  <a:srgbClr val="876A46"/>
                </a:solidFill>
                <a:latin typeface="Marck Script"/>
                <a:ea typeface="Marck Script"/>
                <a:cs typeface="Marck Script"/>
                <a:sym typeface="Marck Script"/>
              </a:defRPr>
            </a:lvl4pPr>
            <a:lvl5pPr marL="2286000" lvl="4" indent="-676275">
              <a:spcBef>
                <a:spcPts val="400"/>
              </a:spcBef>
              <a:spcAft>
                <a:spcPts val="0"/>
              </a:spcAft>
              <a:buClr>
                <a:srgbClr val="876A46"/>
              </a:buClr>
              <a:buSzPts val="7050"/>
              <a:buFont typeface="Marck Script"/>
              <a:buChar char="»"/>
              <a:defRPr sz="7050">
                <a:solidFill>
                  <a:srgbClr val="876A46"/>
                </a:solidFill>
                <a:latin typeface="Marck Script"/>
                <a:ea typeface="Marck Script"/>
                <a:cs typeface="Marck Script"/>
                <a:sym typeface="Marck Script"/>
              </a:defRPr>
            </a:lvl5pPr>
            <a:lvl6pPr marL="2743200" lvl="5" indent="-676275">
              <a:spcBef>
                <a:spcPts val="400"/>
              </a:spcBef>
              <a:spcAft>
                <a:spcPts val="0"/>
              </a:spcAft>
              <a:buClr>
                <a:srgbClr val="876A46"/>
              </a:buClr>
              <a:buSzPts val="7050"/>
              <a:buFont typeface="Marck Script"/>
              <a:buChar char="•"/>
              <a:defRPr sz="7050">
                <a:solidFill>
                  <a:srgbClr val="876A46"/>
                </a:solidFill>
                <a:latin typeface="Marck Script"/>
                <a:ea typeface="Marck Script"/>
                <a:cs typeface="Marck Script"/>
                <a:sym typeface="Marck Script"/>
              </a:defRPr>
            </a:lvl6pPr>
            <a:lvl7pPr marL="3200400" lvl="6" indent="-676275">
              <a:spcBef>
                <a:spcPts val="400"/>
              </a:spcBef>
              <a:spcAft>
                <a:spcPts val="0"/>
              </a:spcAft>
              <a:buClr>
                <a:srgbClr val="876A46"/>
              </a:buClr>
              <a:buSzPts val="7050"/>
              <a:buFont typeface="Marck Script"/>
              <a:buChar char="•"/>
              <a:defRPr sz="7050">
                <a:solidFill>
                  <a:srgbClr val="876A46"/>
                </a:solidFill>
                <a:latin typeface="Marck Script"/>
                <a:ea typeface="Marck Script"/>
                <a:cs typeface="Marck Script"/>
                <a:sym typeface="Marck Script"/>
              </a:defRPr>
            </a:lvl7pPr>
            <a:lvl8pPr marL="3657600" lvl="7" indent="-676275">
              <a:spcBef>
                <a:spcPts val="400"/>
              </a:spcBef>
              <a:spcAft>
                <a:spcPts val="0"/>
              </a:spcAft>
              <a:buClr>
                <a:srgbClr val="876A46"/>
              </a:buClr>
              <a:buSzPts val="7050"/>
              <a:buFont typeface="Marck Script"/>
              <a:buChar char="•"/>
              <a:defRPr sz="7050">
                <a:solidFill>
                  <a:srgbClr val="876A46"/>
                </a:solidFill>
                <a:latin typeface="Marck Script"/>
                <a:ea typeface="Marck Script"/>
                <a:cs typeface="Marck Script"/>
                <a:sym typeface="Marck Script"/>
              </a:defRPr>
            </a:lvl8pPr>
            <a:lvl9pPr marL="4114800" lvl="8" indent="-676275">
              <a:spcBef>
                <a:spcPts val="400"/>
              </a:spcBef>
              <a:spcAft>
                <a:spcPts val="0"/>
              </a:spcAft>
              <a:buClr>
                <a:srgbClr val="876A46"/>
              </a:buClr>
              <a:buSzPts val="7050"/>
              <a:buFont typeface="Marck Script"/>
              <a:buChar char="•"/>
              <a:defRPr sz="7050">
                <a:solidFill>
                  <a:srgbClr val="876A46"/>
                </a:solidFill>
                <a:latin typeface="Marck Script"/>
                <a:ea typeface="Marck Script"/>
                <a:cs typeface="Marck Script"/>
                <a:sym typeface="Marck Script"/>
              </a:defRPr>
            </a:lvl9pPr>
          </a:lstStyle>
          <a:p>
            <a:r>
              <a:rPr lang="en-US" dirty="0"/>
              <a:t>Title, 70, str</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13F25-D8CA-E88B-7F41-CFED43054BB0}"/>
              </a:ext>
            </a:extLst>
          </p:cNvPr>
          <p:cNvSpPr>
            <a:spLocks noGrp="1"/>
          </p:cNvSpPr>
          <p:nvPr>
            <p:ph type="title" hasCustomPrompt="1"/>
          </p:nvPr>
        </p:nvSpPr>
        <p:spPr>
          <a:xfrm>
            <a:off x="357900" y="2915136"/>
            <a:ext cx="11415000" cy="5200164"/>
          </a:xfrm>
        </p:spPr>
        <p:txBody>
          <a:bodyPr anchor="ctr"/>
          <a:lstStyle>
            <a:lvl1pPr>
              <a:defRPr sz="6600"/>
            </a:lvl1pPr>
          </a:lstStyle>
          <a:p>
            <a:r>
              <a:rPr lang="en-US" dirty="0"/>
              <a:t>Quote, 300, str</a:t>
            </a:r>
          </a:p>
        </p:txBody>
      </p:sp>
      <p:pic>
        <p:nvPicPr>
          <p:cNvPr id="3" name="Google Shape;178;p18">
            <a:extLst>
              <a:ext uri="{FF2B5EF4-FFF2-40B4-BE49-F238E27FC236}">
                <a16:creationId xmlns:a16="http://schemas.microsoft.com/office/drawing/2014/main" id="{C261BF07-2401-84C8-AA0D-8C33AEB3A883}"/>
              </a:ext>
            </a:extLst>
          </p:cNvPr>
          <p:cNvPicPr preferRelativeResize="0"/>
          <p:nvPr userDrawn="1"/>
        </p:nvPicPr>
        <p:blipFill>
          <a:blip r:embed="rId2">
            <a:alphaModFix/>
          </a:blip>
          <a:stretch>
            <a:fillRect/>
          </a:stretch>
        </p:blipFill>
        <p:spPr>
          <a:xfrm>
            <a:off x="11978394" y="2915136"/>
            <a:ext cx="5865400" cy="5301427"/>
          </a:xfrm>
          <a:prstGeom prst="rect">
            <a:avLst/>
          </a:prstGeom>
          <a:noFill/>
          <a:ln>
            <a:noFill/>
          </a:ln>
        </p:spPr>
      </p:pic>
    </p:spTree>
    <p:extLst>
      <p:ext uri="{BB962C8B-B14F-4D97-AF65-F5344CB8AC3E}">
        <p14:creationId xmlns:p14="http://schemas.microsoft.com/office/powerpoint/2010/main" val="23845741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80A46-5306-B8FA-C2E3-8C201C5F13C7}"/>
              </a:ext>
            </a:extLst>
          </p:cNvPr>
          <p:cNvSpPr>
            <a:spLocks noGrp="1"/>
          </p:cNvSpPr>
          <p:nvPr>
            <p:ph type="title" hasCustomPrompt="1"/>
          </p:nvPr>
        </p:nvSpPr>
        <p:spPr>
          <a:xfrm>
            <a:off x="5058503" y="3743354"/>
            <a:ext cx="7581900" cy="2175337"/>
          </a:xfrm>
        </p:spPr>
        <p:txBody>
          <a:bodyPr anchor="ctr"/>
          <a:lstStyle>
            <a:lvl1pPr>
              <a:defRPr sz="6000"/>
            </a:lvl1pPr>
          </a:lstStyle>
          <a:p>
            <a:r>
              <a:rPr lang="en-US" dirty="0"/>
              <a:t>Title, 75, str</a:t>
            </a:r>
          </a:p>
        </p:txBody>
      </p:sp>
      <p:sp>
        <p:nvSpPr>
          <p:cNvPr id="6" name="Google Shape;267;p23">
            <a:extLst>
              <a:ext uri="{FF2B5EF4-FFF2-40B4-BE49-F238E27FC236}">
                <a16:creationId xmlns:a16="http://schemas.microsoft.com/office/drawing/2014/main" id="{3130149E-D8EA-FB59-7071-557EA261F5AF}"/>
              </a:ext>
            </a:extLst>
          </p:cNvPr>
          <p:cNvSpPr/>
          <p:nvPr userDrawn="1"/>
        </p:nvSpPr>
        <p:spPr>
          <a:xfrm>
            <a:off x="6430082" y="6344502"/>
            <a:ext cx="5427835" cy="3399182"/>
          </a:xfrm>
          <a:custGeom>
            <a:avLst/>
            <a:gdLst/>
            <a:ahLst/>
            <a:cxnLst/>
            <a:rect l="l" t="t" r="r" b="b"/>
            <a:pathLst>
              <a:path w="5427835" h="3399182" extrusionOk="0">
                <a:moveTo>
                  <a:pt x="0" y="0"/>
                </a:moveTo>
                <a:lnTo>
                  <a:pt x="5427836" y="0"/>
                </a:lnTo>
                <a:lnTo>
                  <a:pt x="5427836" y="3399182"/>
                </a:lnTo>
                <a:lnTo>
                  <a:pt x="0" y="3399182"/>
                </a:lnTo>
                <a:lnTo>
                  <a:pt x="0" y="0"/>
                </a:lnTo>
                <a:close/>
              </a:path>
            </a:pathLst>
          </a:custGeom>
          <a:blipFill rotWithShape="1">
            <a:blip r:embed="rId2">
              <a:alphaModFix/>
            </a:blip>
            <a:stretch>
              <a:fillRect/>
            </a:stretch>
          </a:blipFill>
          <a:ln>
            <a:noFill/>
          </a:ln>
        </p:spPr>
        <p:txBody>
          <a:bodyPr/>
          <a:lstStyle/>
          <a:p>
            <a:endParaRPr lang="en-US"/>
          </a:p>
        </p:txBody>
      </p:sp>
      <p:sp>
        <p:nvSpPr>
          <p:cNvPr id="7" name="Google Shape;268;p23">
            <a:extLst>
              <a:ext uri="{FF2B5EF4-FFF2-40B4-BE49-F238E27FC236}">
                <a16:creationId xmlns:a16="http://schemas.microsoft.com/office/drawing/2014/main" id="{5F8A9F2C-796E-B76C-D855-9399C11F90FC}"/>
              </a:ext>
            </a:extLst>
          </p:cNvPr>
          <p:cNvSpPr/>
          <p:nvPr userDrawn="1"/>
        </p:nvSpPr>
        <p:spPr>
          <a:xfrm>
            <a:off x="631747" y="5658655"/>
            <a:ext cx="4666937" cy="2776828"/>
          </a:xfrm>
          <a:custGeom>
            <a:avLst/>
            <a:gdLst/>
            <a:ahLst/>
            <a:cxnLst/>
            <a:rect l="l" t="t" r="r" b="b"/>
            <a:pathLst>
              <a:path w="4666937" h="2776828" extrusionOk="0">
                <a:moveTo>
                  <a:pt x="0" y="0"/>
                </a:moveTo>
                <a:lnTo>
                  <a:pt x="4666938" y="0"/>
                </a:lnTo>
                <a:lnTo>
                  <a:pt x="4666938" y="2776828"/>
                </a:lnTo>
                <a:lnTo>
                  <a:pt x="0" y="2776828"/>
                </a:lnTo>
                <a:lnTo>
                  <a:pt x="0" y="0"/>
                </a:lnTo>
                <a:close/>
              </a:path>
            </a:pathLst>
          </a:custGeom>
          <a:blipFill rotWithShape="1">
            <a:blip r:embed="rId3">
              <a:alphaModFix/>
            </a:blip>
            <a:stretch>
              <a:fillRect/>
            </a:stretch>
          </a:blipFill>
          <a:ln>
            <a:noFill/>
          </a:ln>
        </p:spPr>
        <p:txBody>
          <a:bodyPr/>
          <a:lstStyle/>
          <a:p>
            <a:endParaRPr lang="en-US"/>
          </a:p>
        </p:txBody>
      </p:sp>
      <p:sp>
        <p:nvSpPr>
          <p:cNvPr id="8" name="Google Shape;269;p23">
            <a:extLst>
              <a:ext uri="{FF2B5EF4-FFF2-40B4-BE49-F238E27FC236}">
                <a16:creationId xmlns:a16="http://schemas.microsoft.com/office/drawing/2014/main" id="{36C8A118-912F-E7B3-0A82-DFFE919768B0}"/>
              </a:ext>
            </a:extLst>
          </p:cNvPr>
          <p:cNvSpPr/>
          <p:nvPr userDrawn="1"/>
        </p:nvSpPr>
        <p:spPr>
          <a:xfrm>
            <a:off x="12087956" y="1295349"/>
            <a:ext cx="4989697" cy="2669488"/>
          </a:xfrm>
          <a:custGeom>
            <a:avLst/>
            <a:gdLst/>
            <a:ahLst/>
            <a:cxnLst/>
            <a:rect l="l" t="t" r="r" b="b"/>
            <a:pathLst>
              <a:path w="4989697" h="2669488" extrusionOk="0">
                <a:moveTo>
                  <a:pt x="0" y="0"/>
                </a:moveTo>
                <a:lnTo>
                  <a:pt x="4989696" y="0"/>
                </a:lnTo>
                <a:lnTo>
                  <a:pt x="4989696" y="2669488"/>
                </a:lnTo>
                <a:lnTo>
                  <a:pt x="0" y="2669488"/>
                </a:lnTo>
                <a:lnTo>
                  <a:pt x="0" y="0"/>
                </a:lnTo>
                <a:close/>
              </a:path>
            </a:pathLst>
          </a:custGeom>
          <a:blipFill rotWithShape="1">
            <a:blip r:embed="rId4">
              <a:alphaModFix/>
            </a:blip>
            <a:stretch>
              <a:fillRect/>
            </a:stretch>
          </a:blipFill>
          <a:ln>
            <a:noFill/>
          </a:ln>
        </p:spPr>
        <p:txBody>
          <a:bodyPr/>
          <a:lstStyle/>
          <a:p>
            <a:endParaRPr lang="en-US"/>
          </a:p>
        </p:txBody>
      </p:sp>
      <p:sp>
        <p:nvSpPr>
          <p:cNvPr id="9" name="Google Shape;270;p23">
            <a:extLst>
              <a:ext uri="{FF2B5EF4-FFF2-40B4-BE49-F238E27FC236}">
                <a16:creationId xmlns:a16="http://schemas.microsoft.com/office/drawing/2014/main" id="{FF17C21D-B2EE-2B69-83E8-5DEDB404D01B}"/>
              </a:ext>
            </a:extLst>
          </p:cNvPr>
          <p:cNvSpPr/>
          <p:nvPr userDrawn="1"/>
        </p:nvSpPr>
        <p:spPr>
          <a:xfrm>
            <a:off x="1412274" y="1028700"/>
            <a:ext cx="4235325" cy="2821786"/>
          </a:xfrm>
          <a:custGeom>
            <a:avLst/>
            <a:gdLst/>
            <a:ahLst/>
            <a:cxnLst/>
            <a:rect l="l" t="t" r="r" b="b"/>
            <a:pathLst>
              <a:path w="4235325" h="2821786" extrusionOk="0">
                <a:moveTo>
                  <a:pt x="0" y="0"/>
                </a:moveTo>
                <a:lnTo>
                  <a:pt x="4235326" y="0"/>
                </a:lnTo>
                <a:lnTo>
                  <a:pt x="4235326" y="2821786"/>
                </a:lnTo>
                <a:lnTo>
                  <a:pt x="0" y="2821786"/>
                </a:lnTo>
                <a:lnTo>
                  <a:pt x="0" y="0"/>
                </a:lnTo>
                <a:close/>
              </a:path>
            </a:pathLst>
          </a:custGeom>
          <a:blipFill rotWithShape="1">
            <a:blip r:embed="rId5">
              <a:alphaModFix/>
            </a:blip>
            <a:stretch>
              <a:fillRect/>
            </a:stretch>
          </a:blipFill>
          <a:ln>
            <a:noFill/>
          </a:ln>
        </p:spPr>
        <p:txBody>
          <a:bodyPr/>
          <a:lstStyle/>
          <a:p>
            <a:endParaRPr lang="en-US"/>
          </a:p>
        </p:txBody>
      </p:sp>
      <p:sp>
        <p:nvSpPr>
          <p:cNvPr id="10" name="Google Shape;271;p23">
            <a:extLst>
              <a:ext uri="{FF2B5EF4-FFF2-40B4-BE49-F238E27FC236}">
                <a16:creationId xmlns:a16="http://schemas.microsoft.com/office/drawing/2014/main" id="{3B9BEF3F-E875-39D9-010B-48DDD669B8E8}"/>
              </a:ext>
            </a:extLst>
          </p:cNvPr>
          <p:cNvSpPr/>
          <p:nvPr userDrawn="1"/>
        </p:nvSpPr>
        <p:spPr>
          <a:xfrm>
            <a:off x="13474647" y="5572557"/>
            <a:ext cx="4156698" cy="2862926"/>
          </a:xfrm>
          <a:custGeom>
            <a:avLst/>
            <a:gdLst/>
            <a:ahLst/>
            <a:cxnLst/>
            <a:rect l="l" t="t" r="r" b="b"/>
            <a:pathLst>
              <a:path w="4156698" h="2862926" extrusionOk="0">
                <a:moveTo>
                  <a:pt x="0" y="0"/>
                </a:moveTo>
                <a:lnTo>
                  <a:pt x="4156698" y="0"/>
                </a:lnTo>
                <a:lnTo>
                  <a:pt x="4156698" y="2862926"/>
                </a:lnTo>
                <a:lnTo>
                  <a:pt x="0" y="2862926"/>
                </a:lnTo>
                <a:lnTo>
                  <a:pt x="0" y="0"/>
                </a:lnTo>
                <a:close/>
              </a:path>
            </a:pathLst>
          </a:custGeom>
          <a:blipFill rotWithShape="1">
            <a:blip r:embed="rId6">
              <a:alphaModFix/>
            </a:blip>
            <a:stretch>
              <a:fillRect/>
            </a:stretch>
          </a:blipFill>
          <a:ln>
            <a:noFill/>
          </a:ln>
        </p:spPr>
        <p:txBody>
          <a:bodyPr/>
          <a:lstStyle/>
          <a:p>
            <a:endParaRPr lang="en-US"/>
          </a:p>
        </p:txBody>
      </p:sp>
      <p:sp>
        <p:nvSpPr>
          <p:cNvPr id="11" name="Google Shape;272;p23">
            <a:extLst>
              <a:ext uri="{FF2B5EF4-FFF2-40B4-BE49-F238E27FC236}">
                <a16:creationId xmlns:a16="http://schemas.microsoft.com/office/drawing/2014/main" id="{AC6DE783-A1CD-A6E4-0DA1-AFDD26F192B3}"/>
              </a:ext>
            </a:extLst>
          </p:cNvPr>
          <p:cNvSpPr/>
          <p:nvPr userDrawn="1"/>
        </p:nvSpPr>
        <p:spPr>
          <a:xfrm>
            <a:off x="6814287" y="430496"/>
            <a:ext cx="4659426" cy="2772359"/>
          </a:xfrm>
          <a:custGeom>
            <a:avLst/>
            <a:gdLst/>
            <a:ahLst/>
            <a:cxnLst/>
            <a:rect l="l" t="t" r="r" b="b"/>
            <a:pathLst>
              <a:path w="4659426" h="2772359" extrusionOk="0">
                <a:moveTo>
                  <a:pt x="0" y="0"/>
                </a:moveTo>
                <a:lnTo>
                  <a:pt x="4659426" y="0"/>
                </a:lnTo>
                <a:lnTo>
                  <a:pt x="4659426" y="2772359"/>
                </a:lnTo>
                <a:lnTo>
                  <a:pt x="0" y="2772359"/>
                </a:lnTo>
                <a:lnTo>
                  <a:pt x="0" y="0"/>
                </a:lnTo>
                <a:close/>
              </a:path>
            </a:pathLst>
          </a:custGeom>
          <a:blipFill rotWithShape="1">
            <a:blip r:embed="rId7">
              <a:alphaModFix/>
            </a:blip>
            <a:stretch>
              <a:fillRect/>
            </a:stretch>
          </a:blipFill>
          <a:ln>
            <a:noFill/>
          </a:ln>
        </p:spPr>
        <p:txBody>
          <a:bodyPr/>
          <a:lstStyle/>
          <a:p>
            <a:endParaRPr lang="en-US"/>
          </a:p>
        </p:txBody>
      </p:sp>
      <p:sp>
        <p:nvSpPr>
          <p:cNvPr id="26" name="Text Placeholder 25">
            <a:extLst>
              <a:ext uri="{FF2B5EF4-FFF2-40B4-BE49-F238E27FC236}">
                <a16:creationId xmlns:a16="http://schemas.microsoft.com/office/drawing/2014/main" id="{B5B0BEC4-1675-3DBC-B6C0-4BDF865FE5ED}"/>
              </a:ext>
            </a:extLst>
          </p:cNvPr>
          <p:cNvSpPr>
            <a:spLocks noGrp="1"/>
          </p:cNvSpPr>
          <p:nvPr>
            <p:ph type="body" sz="quarter" idx="10" hasCustomPrompt="1"/>
          </p:nvPr>
        </p:nvSpPr>
        <p:spPr>
          <a:xfrm>
            <a:off x="1884314" y="1534288"/>
            <a:ext cx="3174189" cy="1662344"/>
          </a:xfrm>
        </p:spPr>
        <p:txBody>
          <a:bodyPr>
            <a:noAutofit/>
          </a:bodyPr>
          <a:lstStyle>
            <a:lvl1pPr marL="92075" indent="0">
              <a:buNone/>
              <a:defRPr lang="en-US" sz="2000" b="0" i="0" u="none" strike="noStrike" cap="none" dirty="0">
                <a:solidFill>
                  <a:srgbClr val="000000"/>
                </a:solidFill>
                <a:latin typeface="Pangolin"/>
                <a:ea typeface="Pangolin"/>
                <a:cs typeface="Pangolin"/>
                <a:sym typeface="Arial"/>
              </a:defRPr>
            </a:lvl1pPr>
          </a:lstStyle>
          <a:p>
            <a:pPr lvl="0"/>
            <a:r>
              <a:rPr lang="en-US" dirty="0"/>
              <a:t>Content1, 80, str</a:t>
            </a:r>
          </a:p>
        </p:txBody>
      </p:sp>
      <p:sp>
        <p:nvSpPr>
          <p:cNvPr id="27" name="Text Placeholder 25">
            <a:extLst>
              <a:ext uri="{FF2B5EF4-FFF2-40B4-BE49-F238E27FC236}">
                <a16:creationId xmlns:a16="http://schemas.microsoft.com/office/drawing/2014/main" id="{5837A9A9-E9EE-D111-C246-81FAD813AAD6}"/>
              </a:ext>
            </a:extLst>
          </p:cNvPr>
          <p:cNvSpPr>
            <a:spLocks noGrp="1"/>
          </p:cNvSpPr>
          <p:nvPr>
            <p:ph type="body" sz="quarter" idx="11" hasCustomPrompt="1"/>
          </p:nvPr>
        </p:nvSpPr>
        <p:spPr>
          <a:xfrm>
            <a:off x="7556904" y="1002380"/>
            <a:ext cx="3174189" cy="1662344"/>
          </a:xfrm>
        </p:spPr>
        <p:txBody>
          <a:bodyPr>
            <a:noAutofit/>
          </a:bodyPr>
          <a:lstStyle>
            <a:lvl1pPr marL="92075" indent="0">
              <a:buNone/>
              <a:defRPr lang="en-US" sz="2000" b="0" i="0" u="none" strike="noStrike" cap="none" dirty="0">
                <a:solidFill>
                  <a:srgbClr val="000000"/>
                </a:solidFill>
                <a:latin typeface="Pangolin"/>
                <a:ea typeface="Pangolin"/>
                <a:cs typeface="Pangolin"/>
                <a:sym typeface="Arial"/>
              </a:defRPr>
            </a:lvl1pPr>
          </a:lstStyle>
          <a:p>
            <a:pPr marL="92075" marR="0" lvl="0" indent="0" algn="ctr" defTabSz="914400" rtl="0" eaLnBrk="1" fontAlgn="auto" latinLnBrk="0" hangingPunct="1">
              <a:lnSpc>
                <a:spcPct val="100000"/>
              </a:lnSpc>
              <a:spcBef>
                <a:spcPts val="640"/>
              </a:spcBef>
              <a:spcAft>
                <a:spcPts val="0"/>
              </a:spcAft>
              <a:buClr>
                <a:schemeClr val="dk1"/>
              </a:buClr>
              <a:buSzPts val="2150"/>
              <a:buFont typeface="Pangolin"/>
              <a:buNone/>
              <a:tabLst/>
              <a:defRPr/>
            </a:pPr>
            <a:r>
              <a:rPr lang="en-US" dirty="0"/>
              <a:t>Content2, 80, str</a:t>
            </a:r>
          </a:p>
        </p:txBody>
      </p:sp>
      <p:sp>
        <p:nvSpPr>
          <p:cNvPr id="28" name="Text Placeholder 25">
            <a:extLst>
              <a:ext uri="{FF2B5EF4-FFF2-40B4-BE49-F238E27FC236}">
                <a16:creationId xmlns:a16="http://schemas.microsoft.com/office/drawing/2014/main" id="{460BBE11-9E13-3027-354E-4AE3C502EE0B}"/>
              </a:ext>
            </a:extLst>
          </p:cNvPr>
          <p:cNvSpPr>
            <a:spLocks noGrp="1"/>
          </p:cNvSpPr>
          <p:nvPr>
            <p:ph type="body" sz="quarter" idx="12" hasCustomPrompt="1"/>
          </p:nvPr>
        </p:nvSpPr>
        <p:spPr>
          <a:xfrm>
            <a:off x="12995709" y="1798921"/>
            <a:ext cx="3174189" cy="1662344"/>
          </a:xfrm>
        </p:spPr>
        <p:txBody>
          <a:bodyPr>
            <a:noAutofit/>
          </a:bodyPr>
          <a:lstStyle>
            <a:lvl1pPr marL="92075" indent="0">
              <a:buNone/>
              <a:defRPr lang="en-US" sz="2000" b="0" i="0" u="none" strike="noStrike" cap="none" dirty="0">
                <a:solidFill>
                  <a:srgbClr val="000000"/>
                </a:solidFill>
                <a:latin typeface="Pangolin"/>
                <a:ea typeface="Pangolin"/>
                <a:cs typeface="Pangolin"/>
                <a:sym typeface="Arial"/>
              </a:defRPr>
            </a:lvl1pPr>
          </a:lstStyle>
          <a:p>
            <a:pPr marL="92075" marR="0" lvl="0" indent="0" algn="ctr" defTabSz="914400" rtl="0" eaLnBrk="1" fontAlgn="auto" latinLnBrk="0" hangingPunct="1">
              <a:lnSpc>
                <a:spcPct val="100000"/>
              </a:lnSpc>
              <a:spcBef>
                <a:spcPts val="640"/>
              </a:spcBef>
              <a:spcAft>
                <a:spcPts val="0"/>
              </a:spcAft>
              <a:buClr>
                <a:schemeClr val="dk1"/>
              </a:buClr>
              <a:buSzPts val="2150"/>
              <a:buFont typeface="Pangolin"/>
              <a:buNone/>
              <a:tabLst/>
              <a:defRPr/>
            </a:pPr>
            <a:r>
              <a:rPr lang="en-US" dirty="0"/>
              <a:t>Content3, 80, str</a:t>
            </a:r>
          </a:p>
        </p:txBody>
      </p:sp>
      <p:sp>
        <p:nvSpPr>
          <p:cNvPr id="29" name="Text Placeholder 25">
            <a:extLst>
              <a:ext uri="{FF2B5EF4-FFF2-40B4-BE49-F238E27FC236}">
                <a16:creationId xmlns:a16="http://schemas.microsoft.com/office/drawing/2014/main" id="{645F96AC-0D0B-940D-0679-2BAB46B1DE32}"/>
              </a:ext>
            </a:extLst>
          </p:cNvPr>
          <p:cNvSpPr>
            <a:spLocks noGrp="1"/>
          </p:cNvSpPr>
          <p:nvPr>
            <p:ph type="body" sz="quarter" idx="13" hasCustomPrompt="1"/>
          </p:nvPr>
        </p:nvSpPr>
        <p:spPr>
          <a:xfrm>
            <a:off x="13965901" y="6172848"/>
            <a:ext cx="3174189" cy="1662344"/>
          </a:xfrm>
        </p:spPr>
        <p:txBody>
          <a:bodyPr>
            <a:noAutofit/>
          </a:bodyPr>
          <a:lstStyle>
            <a:lvl1pPr marL="92075" indent="0">
              <a:buNone/>
              <a:defRPr lang="en-US" sz="2000" b="0" i="0" u="none" strike="noStrike" cap="none" dirty="0">
                <a:solidFill>
                  <a:srgbClr val="000000"/>
                </a:solidFill>
                <a:latin typeface="Pangolin"/>
                <a:ea typeface="Pangolin"/>
                <a:cs typeface="Pangolin"/>
                <a:sym typeface="Arial"/>
              </a:defRPr>
            </a:lvl1pPr>
          </a:lstStyle>
          <a:p>
            <a:pPr marL="92075" marR="0" lvl="0" indent="0" algn="ctr" defTabSz="914400" rtl="0" eaLnBrk="1" fontAlgn="auto" latinLnBrk="0" hangingPunct="1">
              <a:lnSpc>
                <a:spcPct val="100000"/>
              </a:lnSpc>
              <a:spcBef>
                <a:spcPts val="640"/>
              </a:spcBef>
              <a:spcAft>
                <a:spcPts val="0"/>
              </a:spcAft>
              <a:buClr>
                <a:schemeClr val="dk1"/>
              </a:buClr>
              <a:buSzPts val="2150"/>
              <a:buFont typeface="Pangolin"/>
              <a:buNone/>
              <a:tabLst/>
              <a:defRPr/>
            </a:pPr>
            <a:r>
              <a:rPr lang="en-US" dirty="0"/>
              <a:t>Content4, 80, str</a:t>
            </a:r>
          </a:p>
        </p:txBody>
      </p:sp>
      <p:sp>
        <p:nvSpPr>
          <p:cNvPr id="30" name="Text Placeholder 25">
            <a:extLst>
              <a:ext uri="{FF2B5EF4-FFF2-40B4-BE49-F238E27FC236}">
                <a16:creationId xmlns:a16="http://schemas.microsoft.com/office/drawing/2014/main" id="{BE6FB11B-E3FF-A80A-61D5-85084EEE40F4}"/>
              </a:ext>
            </a:extLst>
          </p:cNvPr>
          <p:cNvSpPr>
            <a:spLocks noGrp="1"/>
          </p:cNvSpPr>
          <p:nvPr>
            <p:ph type="body" sz="quarter" idx="14" hasCustomPrompt="1"/>
          </p:nvPr>
        </p:nvSpPr>
        <p:spPr>
          <a:xfrm>
            <a:off x="7556904" y="7212921"/>
            <a:ext cx="3174189" cy="1662344"/>
          </a:xfrm>
        </p:spPr>
        <p:txBody>
          <a:bodyPr>
            <a:noAutofit/>
          </a:bodyPr>
          <a:lstStyle>
            <a:lvl1pPr marL="92075" indent="0">
              <a:buNone/>
              <a:defRPr lang="en-US" sz="2000" b="0" i="0" u="none" strike="noStrike" cap="none" dirty="0">
                <a:solidFill>
                  <a:srgbClr val="000000"/>
                </a:solidFill>
                <a:latin typeface="Pangolin"/>
                <a:ea typeface="Pangolin"/>
                <a:cs typeface="Pangolin"/>
                <a:sym typeface="Arial"/>
              </a:defRPr>
            </a:lvl1pPr>
          </a:lstStyle>
          <a:p>
            <a:pPr marL="92075" marR="0" lvl="0" indent="0" algn="ctr" defTabSz="914400" rtl="0" eaLnBrk="1" fontAlgn="auto" latinLnBrk="0" hangingPunct="1">
              <a:lnSpc>
                <a:spcPct val="100000"/>
              </a:lnSpc>
              <a:spcBef>
                <a:spcPts val="640"/>
              </a:spcBef>
              <a:spcAft>
                <a:spcPts val="0"/>
              </a:spcAft>
              <a:buClr>
                <a:schemeClr val="dk1"/>
              </a:buClr>
              <a:buSzPts val="2150"/>
              <a:buFont typeface="Pangolin"/>
              <a:buNone/>
              <a:tabLst/>
              <a:defRPr/>
            </a:pPr>
            <a:r>
              <a:rPr lang="en-US" dirty="0"/>
              <a:t>Content5, 80, str</a:t>
            </a:r>
          </a:p>
        </p:txBody>
      </p:sp>
      <p:sp>
        <p:nvSpPr>
          <p:cNvPr id="53" name="Text Placeholder 25">
            <a:extLst>
              <a:ext uri="{FF2B5EF4-FFF2-40B4-BE49-F238E27FC236}">
                <a16:creationId xmlns:a16="http://schemas.microsoft.com/office/drawing/2014/main" id="{03B3F2D0-EB84-F097-359D-46469B8A489B}"/>
              </a:ext>
            </a:extLst>
          </p:cNvPr>
          <p:cNvSpPr>
            <a:spLocks noGrp="1"/>
          </p:cNvSpPr>
          <p:nvPr>
            <p:ph type="body" sz="quarter" idx="15" hasCustomPrompt="1"/>
          </p:nvPr>
        </p:nvSpPr>
        <p:spPr>
          <a:xfrm>
            <a:off x="1396033" y="6172848"/>
            <a:ext cx="3174189" cy="1662344"/>
          </a:xfrm>
        </p:spPr>
        <p:txBody>
          <a:bodyPr>
            <a:noAutofit/>
          </a:bodyPr>
          <a:lstStyle>
            <a:lvl1pPr marL="92075" indent="0">
              <a:buNone/>
              <a:defRPr lang="en-US" sz="2000" b="0" i="0" u="none" strike="noStrike" cap="none" dirty="0">
                <a:solidFill>
                  <a:srgbClr val="000000"/>
                </a:solidFill>
                <a:latin typeface="Pangolin"/>
                <a:ea typeface="Pangolin"/>
                <a:cs typeface="Pangolin"/>
                <a:sym typeface="Arial"/>
              </a:defRPr>
            </a:lvl1pPr>
          </a:lstStyle>
          <a:p>
            <a:pPr marL="92075" marR="0" lvl="0" indent="0" algn="ctr" defTabSz="914400" rtl="0" eaLnBrk="1" fontAlgn="auto" latinLnBrk="0" hangingPunct="1">
              <a:lnSpc>
                <a:spcPct val="100000"/>
              </a:lnSpc>
              <a:spcBef>
                <a:spcPts val="640"/>
              </a:spcBef>
              <a:spcAft>
                <a:spcPts val="0"/>
              </a:spcAft>
              <a:buClr>
                <a:schemeClr val="dk1"/>
              </a:buClr>
              <a:buSzPts val="2150"/>
              <a:buFont typeface="Pangolin"/>
              <a:buNone/>
              <a:tabLst/>
              <a:defRPr/>
            </a:pPr>
            <a:r>
              <a:rPr lang="en-US" dirty="0"/>
              <a:t>Content6, 80, str</a:t>
            </a:r>
          </a:p>
        </p:txBody>
      </p:sp>
    </p:spTree>
    <p:extLst>
      <p:ext uri="{BB962C8B-B14F-4D97-AF65-F5344CB8AC3E}">
        <p14:creationId xmlns:p14="http://schemas.microsoft.com/office/powerpoint/2010/main" val="130930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DA901-484C-04C1-0994-8AFBAEB4B211}"/>
              </a:ext>
            </a:extLst>
          </p:cNvPr>
          <p:cNvSpPr>
            <a:spLocks noGrp="1"/>
          </p:cNvSpPr>
          <p:nvPr>
            <p:ph type="title" hasCustomPrompt="1"/>
          </p:nvPr>
        </p:nvSpPr>
        <p:spPr>
          <a:xfrm>
            <a:off x="1885950" y="724350"/>
            <a:ext cx="14535150" cy="2190300"/>
          </a:xfrm>
        </p:spPr>
        <p:txBody>
          <a:bodyPr/>
          <a:lstStyle>
            <a:lvl1pPr>
              <a:defRPr sz="8000"/>
            </a:lvl1pPr>
          </a:lstStyle>
          <a:p>
            <a:r>
              <a:rPr lang="en-US" dirty="0"/>
              <a:t>Title, 74, str</a:t>
            </a:r>
          </a:p>
        </p:txBody>
      </p:sp>
      <p:sp>
        <p:nvSpPr>
          <p:cNvPr id="4" name="Text Placeholder 3">
            <a:extLst>
              <a:ext uri="{FF2B5EF4-FFF2-40B4-BE49-F238E27FC236}">
                <a16:creationId xmlns:a16="http://schemas.microsoft.com/office/drawing/2014/main" id="{12B6C829-4B41-5ED7-366E-D3B2242D68B4}"/>
              </a:ext>
            </a:extLst>
          </p:cNvPr>
          <p:cNvSpPr>
            <a:spLocks noGrp="1"/>
          </p:cNvSpPr>
          <p:nvPr>
            <p:ph type="body" sz="quarter" idx="10" hasCustomPrompt="1"/>
          </p:nvPr>
        </p:nvSpPr>
        <p:spPr>
          <a:xfrm>
            <a:off x="1582738" y="3295650"/>
            <a:ext cx="4606924" cy="781050"/>
          </a:xfrm>
        </p:spPr>
        <p:txBody>
          <a:bodyPr>
            <a:noAutofit/>
          </a:bodyPr>
          <a:lstStyle>
            <a:lvl1pPr marL="92075" indent="0">
              <a:buNone/>
              <a:defRPr lang="en-US" sz="3600" b="0" i="0" u="none" strike="noStrike" cap="none" dirty="0">
                <a:solidFill>
                  <a:srgbClr val="515450"/>
                </a:solidFill>
                <a:latin typeface="Marck Script"/>
                <a:ea typeface="Marck Script"/>
                <a:cs typeface="Marck Script"/>
                <a:sym typeface="Arial"/>
              </a:defRPr>
            </a:lvl1pPr>
          </a:lstStyle>
          <a:p>
            <a:pPr lvl="0"/>
            <a:r>
              <a:rPr lang="en-US" dirty="0"/>
              <a:t>Subtitle1, 35, str </a:t>
            </a:r>
          </a:p>
        </p:txBody>
      </p:sp>
      <p:sp>
        <p:nvSpPr>
          <p:cNvPr id="9" name="Text Placeholder 8">
            <a:extLst>
              <a:ext uri="{FF2B5EF4-FFF2-40B4-BE49-F238E27FC236}">
                <a16:creationId xmlns:a16="http://schemas.microsoft.com/office/drawing/2014/main" id="{0B1A79F0-E190-3D2E-5EFC-E692416A8DFD}"/>
              </a:ext>
            </a:extLst>
          </p:cNvPr>
          <p:cNvSpPr>
            <a:spLocks noGrp="1"/>
          </p:cNvSpPr>
          <p:nvPr>
            <p:ph type="body" sz="quarter" idx="11" hasCustomPrompt="1"/>
          </p:nvPr>
        </p:nvSpPr>
        <p:spPr>
          <a:xfrm>
            <a:off x="1544204" y="8142008"/>
            <a:ext cx="4721225" cy="1554442"/>
          </a:xfrm>
        </p:spPr>
        <p:txBody>
          <a:bodyPr>
            <a:normAutofit/>
          </a:bodyPr>
          <a:lstStyle>
            <a:lvl1pPr marL="92075" indent="0">
              <a:buNone/>
              <a:defRPr lang="en-US" sz="1999" b="0" i="0" u="none" strike="noStrike" cap="none" dirty="0">
                <a:solidFill>
                  <a:srgbClr val="000000"/>
                </a:solidFill>
                <a:latin typeface="Pangolin"/>
                <a:ea typeface="Pangolin"/>
                <a:cs typeface="Pangolin"/>
                <a:sym typeface="Arial"/>
              </a:defRPr>
            </a:lvl1pPr>
          </a:lstStyle>
          <a:p>
            <a:pPr lvl="0"/>
            <a:r>
              <a:rPr lang="en-US" dirty="0"/>
              <a:t>Content1, 80, str </a:t>
            </a:r>
          </a:p>
        </p:txBody>
      </p:sp>
      <p:sp>
        <p:nvSpPr>
          <p:cNvPr id="13" name="Picture Placeholder 12">
            <a:extLst>
              <a:ext uri="{FF2B5EF4-FFF2-40B4-BE49-F238E27FC236}">
                <a16:creationId xmlns:a16="http://schemas.microsoft.com/office/drawing/2014/main" id="{40A4466A-B3AD-6A13-900D-6CC7CE45A38F}"/>
              </a:ext>
            </a:extLst>
          </p:cNvPr>
          <p:cNvSpPr>
            <a:spLocks noGrp="1"/>
          </p:cNvSpPr>
          <p:nvPr>
            <p:ph type="pic" sz="quarter" idx="12" hasCustomPrompt="1"/>
          </p:nvPr>
        </p:nvSpPr>
        <p:spPr>
          <a:xfrm>
            <a:off x="1525587" y="4177366"/>
            <a:ext cx="4721225" cy="3863975"/>
          </a:xfrm>
        </p:spPr>
        <p:txBody>
          <a:bodyPr/>
          <a:lstStyle>
            <a:lvl1pPr marL="92075" indent="0">
              <a:buNone/>
              <a:defRPr/>
            </a:lvl1pPr>
          </a:lstStyle>
          <a:p>
            <a:r>
              <a:rPr lang="en-US" dirty="0"/>
              <a:t>Image1, 0, </a:t>
            </a:r>
            <a:r>
              <a:rPr lang="en-US" dirty="0" err="1"/>
              <a:t>img</a:t>
            </a:r>
            <a:endParaRPr lang="en-US" dirty="0"/>
          </a:p>
        </p:txBody>
      </p:sp>
      <p:sp>
        <p:nvSpPr>
          <p:cNvPr id="14" name="Text Placeholder 3">
            <a:extLst>
              <a:ext uri="{FF2B5EF4-FFF2-40B4-BE49-F238E27FC236}">
                <a16:creationId xmlns:a16="http://schemas.microsoft.com/office/drawing/2014/main" id="{9D27FED6-1FED-EFD7-940D-E1ACD3BB809D}"/>
              </a:ext>
            </a:extLst>
          </p:cNvPr>
          <p:cNvSpPr>
            <a:spLocks noGrp="1"/>
          </p:cNvSpPr>
          <p:nvPr>
            <p:ph type="body" sz="quarter" idx="13" hasCustomPrompt="1"/>
          </p:nvPr>
        </p:nvSpPr>
        <p:spPr>
          <a:xfrm>
            <a:off x="6707188" y="3314700"/>
            <a:ext cx="4606924" cy="781050"/>
          </a:xfrm>
        </p:spPr>
        <p:txBody>
          <a:bodyPr>
            <a:noAutofit/>
          </a:bodyPr>
          <a:lstStyle>
            <a:lvl1pPr marL="92075" indent="0">
              <a:buNone/>
              <a:defRPr lang="en-US" sz="3600" b="0" i="0" u="none" strike="noStrike" cap="none" dirty="0">
                <a:solidFill>
                  <a:srgbClr val="515450"/>
                </a:solidFill>
                <a:latin typeface="Marck Script"/>
                <a:ea typeface="Marck Script"/>
                <a:cs typeface="Marck Script"/>
                <a:sym typeface="Arial"/>
              </a:defRPr>
            </a:lvl1pPr>
          </a:lstStyle>
          <a:p>
            <a:pPr lvl="0"/>
            <a:r>
              <a:rPr lang="en-US" dirty="0"/>
              <a:t>Subtitle2, 35, str </a:t>
            </a:r>
          </a:p>
        </p:txBody>
      </p:sp>
      <p:sp>
        <p:nvSpPr>
          <p:cNvPr id="15" name="Text Placeholder 8">
            <a:extLst>
              <a:ext uri="{FF2B5EF4-FFF2-40B4-BE49-F238E27FC236}">
                <a16:creationId xmlns:a16="http://schemas.microsoft.com/office/drawing/2014/main" id="{61953F6A-71F8-A4BE-EC8D-EE9E991FBC0C}"/>
              </a:ext>
            </a:extLst>
          </p:cNvPr>
          <p:cNvSpPr>
            <a:spLocks noGrp="1"/>
          </p:cNvSpPr>
          <p:nvPr>
            <p:ph type="body" sz="quarter" idx="14" hasCustomPrompt="1"/>
          </p:nvPr>
        </p:nvSpPr>
        <p:spPr>
          <a:xfrm>
            <a:off x="6668654" y="8161058"/>
            <a:ext cx="4721225" cy="1554442"/>
          </a:xfrm>
        </p:spPr>
        <p:txBody>
          <a:bodyPr>
            <a:normAutofit/>
          </a:bodyPr>
          <a:lstStyle>
            <a:lvl1pPr marL="92075" indent="0">
              <a:buNone/>
              <a:defRPr lang="en-US" sz="1999" b="0" i="0" u="none" strike="noStrike" cap="none" dirty="0">
                <a:solidFill>
                  <a:srgbClr val="000000"/>
                </a:solidFill>
                <a:latin typeface="Pangolin"/>
                <a:ea typeface="Pangolin"/>
                <a:cs typeface="Pangolin"/>
                <a:sym typeface="Arial"/>
              </a:defRPr>
            </a:lvl1pPr>
          </a:lstStyle>
          <a:p>
            <a:pPr lvl="0"/>
            <a:r>
              <a:rPr lang="en-US" dirty="0"/>
              <a:t>Content2, 80, str </a:t>
            </a:r>
          </a:p>
        </p:txBody>
      </p:sp>
      <p:sp>
        <p:nvSpPr>
          <p:cNvPr id="16" name="Picture Placeholder 12">
            <a:extLst>
              <a:ext uri="{FF2B5EF4-FFF2-40B4-BE49-F238E27FC236}">
                <a16:creationId xmlns:a16="http://schemas.microsoft.com/office/drawing/2014/main" id="{370A3BE8-5E21-48B3-2E76-5416F1285143}"/>
              </a:ext>
            </a:extLst>
          </p:cNvPr>
          <p:cNvSpPr>
            <a:spLocks noGrp="1"/>
          </p:cNvSpPr>
          <p:nvPr>
            <p:ph type="pic" sz="quarter" idx="15" hasCustomPrompt="1"/>
          </p:nvPr>
        </p:nvSpPr>
        <p:spPr>
          <a:xfrm>
            <a:off x="6650037" y="4196416"/>
            <a:ext cx="4721225" cy="3863975"/>
          </a:xfrm>
        </p:spPr>
        <p:txBody>
          <a:bodyPr/>
          <a:lstStyle>
            <a:lvl1pPr marL="92075" indent="0">
              <a:buNone/>
              <a:defRPr/>
            </a:lvl1pPr>
          </a:lstStyle>
          <a:p>
            <a:r>
              <a:rPr lang="en-US" dirty="0"/>
              <a:t>Image2, 0, </a:t>
            </a:r>
            <a:r>
              <a:rPr lang="en-US" dirty="0" err="1"/>
              <a:t>img</a:t>
            </a:r>
            <a:endParaRPr lang="en-US" dirty="0"/>
          </a:p>
        </p:txBody>
      </p:sp>
      <p:sp>
        <p:nvSpPr>
          <p:cNvPr id="17" name="Text Placeholder 3">
            <a:extLst>
              <a:ext uri="{FF2B5EF4-FFF2-40B4-BE49-F238E27FC236}">
                <a16:creationId xmlns:a16="http://schemas.microsoft.com/office/drawing/2014/main" id="{F31DE613-5EEE-7742-28D3-1F0E6ED5F88B}"/>
              </a:ext>
            </a:extLst>
          </p:cNvPr>
          <p:cNvSpPr>
            <a:spLocks noGrp="1"/>
          </p:cNvSpPr>
          <p:nvPr>
            <p:ph type="body" sz="quarter" idx="16" hasCustomPrompt="1"/>
          </p:nvPr>
        </p:nvSpPr>
        <p:spPr>
          <a:xfrm>
            <a:off x="11831638" y="3295650"/>
            <a:ext cx="4606924" cy="781050"/>
          </a:xfrm>
        </p:spPr>
        <p:txBody>
          <a:bodyPr>
            <a:noAutofit/>
          </a:bodyPr>
          <a:lstStyle>
            <a:lvl1pPr marL="92075" indent="0">
              <a:buNone/>
              <a:defRPr lang="en-US" sz="3600" b="0" i="0" u="none" strike="noStrike" cap="none" dirty="0">
                <a:solidFill>
                  <a:srgbClr val="515450"/>
                </a:solidFill>
                <a:latin typeface="Marck Script"/>
                <a:ea typeface="Marck Script"/>
                <a:cs typeface="Marck Script"/>
                <a:sym typeface="Arial"/>
              </a:defRPr>
            </a:lvl1pPr>
          </a:lstStyle>
          <a:p>
            <a:pPr lvl="0"/>
            <a:r>
              <a:rPr lang="en-US" dirty="0"/>
              <a:t>Subtitle3, 35, str </a:t>
            </a:r>
          </a:p>
        </p:txBody>
      </p:sp>
      <p:sp>
        <p:nvSpPr>
          <p:cNvPr id="18" name="Text Placeholder 8">
            <a:extLst>
              <a:ext uri="{FF2B5EF4-FFF2-40B4-BE49-F238E27FC236}">
                <a16:creationId xmlns:a16="http://schemas.microsoft.com/office/drawing/2014/main" id="{B666B8BD-657A-5B57-D9D8-A69D0683FDA2}"/>
              </a:ext>
            </a:extLst>
          </p:cNvPr>
          <p:cNvSpPr>
            <a:spLocks noGrp="1"/>
          </p:cNvSpPr>
          <p:nvPr>
            <p:ph type="body" sz="quarter" idx="17" hasCustomPrompt="1"/>
          </p:nvPr>
        </p:nvSpPr>
        <p:spPr>
          <a:xfrm>
            <a:off x="11793104" y="8142008"/>
            <a:ext cx="4721225" cy="1554442"/>
          </a:xfrm>
        </p:spPr>
        <p:txBody>
          <a:bodyPr>
            <a:normAutofit/>
          </a:bodyPr>
          <a:lstStyle>
            <a:lvl1pPr marL="92075" indent="0">
              <a:buNone/>
              <a:defRPr lang="en-US" sz="1999" b="0" i="0" u="none" strike="noStrike" cap="none" dirty="0">
                <a:solidFill>
                  <a:srgbClr val="000000"/>
                </a:solidFill>
                <a:latin typeface="Pangolin"/>
                <a:ea typeface="Pangolin"/>
                <a:cs typeface="Pangolin"/>
                <a:sym typeface="Arial"/>
              </a:defRPr>
            </a:lvl1pPr>
          </a:lstStyle>
          <a:p>
            <a:pPr lvl="0"/>
            <a:r>
              <a:rPr lang="en-US" dirty="0"/>
              <a:t>Content3, 80, str </a:t>
            </a:r>
          </a:p>
        </p:txBody>
      </p:sp>
      <p:sp>
        <p:nvSpPr>
          <p:cNvPr id="19" name="Picture Placeholder 12">
            <a:extLst>
              <a:ext uri="{FF2B5EF4-FFF2-40B4-BE49-F238E27FC236}">
                <a16:creationId xmlns:a16="http://schemas.microsoft.com/office/drawing/2014/main" id="{3B4D80C7-0F8C-948E-EC2A-70948F19C4AF}"/>
              </a:ext>
            </a:extLst>
          </p:cNvPr>
          <p:cNvSpPr>
            <a:spLocks noGrp="1"/>
          </p:cNvSpPr>
          <p:nvPr>
            <p:ph type="pic" sz="quarter" idx="18" hasCustomPrompt="1"/>
          </p:nvPr>
        </p:nvSpPr>
        <p:spPr>
          <a:xfrm>
            <a:off x="11774487" y="4177366"/>
            <a:ext cx="4721225" cy="3863975"/>
          </a:xfrm>
        </p:spPr>
        <p:txBody>
          <a:bodyPr/>
          <a:lstStyle>
            <a:lvl1pPr marL="92075" indent="0">
              <a:buNone/>
              <a:defRPr/>
            </a:lvl1pPr>
          </a:lstStyle>
          <a:p>
            <a:r>
              <a:rPr lang="en-US" dirty="0"/>
              <a:t>Image3, 0, </a:t>
            </a:r>
            <a:r>
              <a:rPr lang="en-US" dirty="0" err="1"/>
              <a:t>img</a:t>
            </a:r>
            <a:endParaRPr lang="en-US" dirty="0"/>
          </a:p>
        </p:txBody>
      </p:sp>
    </p:spTree>
    <p:extLst>
      <p:ext uri="{BB962C8B-B14F-4D97-AF65-F5344CB8AC3E}">
        <p14:creationId xmlns:p14="http://schemas.microsoft.com/office/powerpoint/2010/main" val="40523956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33AF0-6351-E12C-6F48-AE5D509F8D48}"/>
              </a:ext>
            </a:extLst>
          </p:cNvPr>
          <p:cNvSpPr>
            <a:spLocks noGrp="1"/>
          </p:cNvSpPr>
          <p:nvPr>
            <p:ph type="title" hasCustomPrompt="1"/>
          </p:nvPr>
        </p:nvSpPr>
        <p:spPr>
          <a:xfrm>
            <a:off x="357900" y="3648000"/>
            <a:ext cx="17572200" cy="2991000"/>
          </a:xfrm>
        </p:spPr>
        <p:txBody>
          <a:bodyPr/>
          <a:lstStyle>
            <a:lvl1pPr>
              <a:defRPr/>
            </a:lvl1pPr>
          </a:lstStyle>
          <a:p>
            <a:r>
              <a:rPr lang="en-US" dirty="0"/>
              <a:t>Outro, 70, str</a:t>
            </a:r>
          </a:p>
        </p:txBody>
      </p:sp>
      <p:sp>
        <p:nvSpPr>
          <p:cNvPr id="3" name="TextBox 3">
            <a:extLst>
              <a:ext uri="{FF2B5EF4-FFF2-40B4-BE49-F238E27FC236}">
                <a16:creationId xmlns:a16="http://schemas.microsoft.com/office/drawing/2014/main" id="{040DAD30-12E6-25BB-84F2-159AB16621B1}"/>
              </a:ext>
            </a:extLst>
          </p:cNvPr>
          <p:cNvSpPr txBox="1"/>
          <p:nvPr userDrawn="1"/>
        </p:nvSpPr>
        <p:spPr>
          <a:xfrm>
            <a:off x="15770157" y="9979223"/>
            <a:ext cx="3283087" cy="307777"/>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Calibri" panose="020F0502020204030204" pitchFamily="34" charset="0"/>
                <a:ea typeface="Calibri" panose="020F0502020204030204" pitchFamily="34" charset="0"/>
                <a:cs typeface="Calibri" panose="020F0502020204030204" pitchFamily="34" charset="0"/>
              </a:rPr>
              <a:t>Designed by </a:t>
            </a:r>
            <a:r>
              <a:rPr lang="en-US" sz="1400" b="1" dirty="0">
                <a:latin typeface="Calibri" panose="020F0502020204030204" pitchFamily="34" charset="0"/>
                <a:ea typeface="Calibri" panose="020F0502020204030204" pitchFamily="34" charset="0"/>
                <a:cs typeface="Calibri" panose="020F0502020204030204" pitchFamily="34" charset="0"/>
                <a:hlinkClick r:id="rId2"/>
              </a:rPr>
              <a:t>Slides</a:t>
            </a:r>
            <a:r>
              <a:rPr lang="en-US" sz="1400" b="1" dirty="0">
                <a:latin typeface="Calibri" panose="020F0502020204030204" pitchFamily="34" charset="0"/>
                <a:ea typeface="Calibri" panose="020F0502020204030204" pitchFamily="34" charset="0"/>
                <a:cs typeface="Calibri" panose="020F0502020204030204" pitchFamily="34" charset="0"/>
              </a:rPr>
              <a:t> </a:t>
            </a:r>
            <a:r>
              <a:rPr lang="en-US" sz="1400" b="1" dirty="0">
                <a:latin typeface="Calibri" panose="020F0502020204030204" pitchFamily="34" charset="0"/>
                <a:ea typeface="Calibri" panose="020F0502020204030204" pitchFamily="34" charset="0"/>
                <a:cs typeface="Calibri" panose="020F0502020204030204" pitchFamily="34" charset="0"/>
                <a:hlinkClick r:id="rId2"/>
              </a:rPr>
              <a:t>Carnival</a:t>
            </a:r>
            <a:endParaRPr lang="en-US" sz="14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747846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4" name="Google Shape;9;p1">
            <a:extLst>
              <a:ext uri="{FF2B5EF4-FFF2-40B4-BE49-F238E27FC236}">
                <a16:creationId xmlns:a16="http://schemas.microsoft.com/office/drawing/2014/main" id="{6EB98C7D-18DB-BD7A-D690-FECBA6ACAEF0}"/>
              </a:ext>
            </a:extLst>
          </p:cNvPr>
          <p:cNvSpPr txBox="1">
            <a:spLocks noGrp="1"/>
          </p:cNvSpPr>
          <p:nvPr>
            <p:ph type="title" hasCustomPrompt="1"/>
          </p:nvPr>
        </p:nvSpPr>
        <p:spPr>
          <a:xfrm>
            <a:off x="1103480" y="724350"/>
            <a:ext cx="16081040" cy="1231450"/>
          </a:xfrm>
          <a:prstGeom prst="rect">
            <a:avLst/>
          </a:prstGeom>
          <a:noFill/>
          <a:ln>
            <a:noFill/>
          </a:ln>
        </p:spPr>
        <p:txBody>
          <a:bodyPr spcFirstLastPara="1" wrap="square" lIns="91425" tIns="45700" rIns="91425" bIns="45700" anchor="t" anchorCtr="0">
            <a:noAutofit/>
          </a:bodyPr>
          <a:lstStyle>
            <a:lvl1pPr marR="0" lvl="0" algn="ctr" rtl="0">
              <a:lnSpc>
                <a:spcPct val="80000"/>
              </a:lnSpc>
              <a:spcBef>
                <a:spcPts val="0"/>
              </a:spcBef>
              <a:spcAft>
                <a:spcPts val="0"/>
              </a:spcAft>
              <a:buClr>
                <a:srgbClr val="876A46"/>
              </a:buClr>
              <a:buSzPts val="14250"/>
              <a:buFont typeface="Marck Script"/>
              <a:buNone/>
              <a:defRPr sz="8000" i="0" u="none" strike="noStrike" cap="none">
                <a:solidFill>
                  <a:srgbClr val="876A46"/>
                </a:solidFill>
                <a:latin typeface="Marck Script"/>
                <a:ea typeface="Marck Script"/>
                <a:cs typeface="Marck Script"/>
                <a:sym typeface="Marck Scrip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dirty="0"/>
              <a:t>title</a:t>
            </a:r>
            <a:endParaRPr dirty="0"/>
          </a:p>
        </p:txBody>
      </p:sp>
      <p:sp>
        <p:nvSpPr>
          <p:cNvPr id="5" name="Google Shape;10;p1">
            <a:extLst>
              <a:ext uri="{FF2B5EF4-FFF2-40B4-BE49-F238E27FC236}">
                <a16:creationId xmlns:a16="http://schemas.microsoft.com/office/drawing/2014/main" id="{9493BD80-9B40-E82D-ECC4-4600818CB4E6}"/>
              </a:ext>
            </a:extLst>
          </p:cNvPr>
          <p:cNvSpPr txBox="1">
            <a:spLocks noGrp="1"/>
          </p:cNvSpPr>
          <p:nvPr>
            <p:ph idx="1" hasCustomPrompt="1"/>
          </p:nvPr>
        </p:nvSpPr>
        <p:spPr>
          <a:xfrm>
            <a:off x="1104900" y="2807825"/>
            <a:ext cx="16167100" cy="6132975"/>
          </a:xfrm>
          <a:prstGeom prst="rect">
            <a:avLst/>
          </a:prstGeom>
          <a:noFill/>
          <a:ln>
            <a:noFill/>
          </a:ln>
        </p:spPr>
        <p:txBody>
          <a:bodyPr spcFirstLastPara="1" wrap="square" lIns="91425" tIns="45700" rIns="91425" bIns="45700" anchor="t" anchorCtr="0">
            <a:normAutofit/>
          </a:bodyPr>
          <a:lstStyle>
            <a:lvl1pPr marL="92075" marR="0" lvl="0" indent="0" algn="l" rtl="0">
              <a:spcBef>
                <a:spcPts val="640"/>
              </a:spcBef>
              <a:spcAft>
                <a:spcPts val="0"/>
              </a:spcAft>
              <a:buClr>
                <a:schemeClr val="dk1"/>
              </a:buClr>
              <a:buSzPts val="2150"/>
              <a:buFont typeface="Pangolin"/>
              <a:buNone/>
              <a:defRPr sz="2400" i="0" u="none" strike="noStrike" cap="none">
                <a:solidFill>
                  <a:schemeClr val="dk1"/>
                </a:solidFill>
                <a:latin typeface="Pangolin"/>
                <a:ea typeface="Pangolin"/>
                <a:cs typeface="Pangolin"/>
                <a:sym typeface="Pangolin"/>
              </a:defRPr>
            </a:lvl1pPr>
            <a:lvl2pPr marL="914400" marR="0" lvl="1" indent="-365125" algn="ctr" rtl="0">
              <a:spcBef>
                <a:spcPts val="560"/>
              </a:spcBef>
              <a:spcAft>
                <a:spcPts val="0"/>
              </a:spcAft>
              <a:buClr>
                <a:schemeClr val="dk1"/>
              </a:buClr>
              <a:buSzPts val="2150"/>
              <a:buFont typeface="Pangolin"/>
              <a:buChar char="–"/>
              <a:defRPr sz="2150" i="0" u="none" strike="noStrike" cap="none">
                <a:solidFill>
                  <a:schemeClr val="dk1"/>
                </a:solidFill>
                <a:latin typeface="Pangolin"/>
                <a:ea typeface="Pangolin"/>
                <a:cs typeface="Pangolin"/>
                <a:sym typeface="Pangolin"/>
              </a:defRPr>
            </a:lvl2pPr>
            <a:lvl3pPr marL="1371600" marR="0" lvl="2" indent="-365125" algn="ctr" rtl="0">
              <a:spcBef>
                <a:spcPts val="480"/>
              </a:spcBef>
              <a:spcAft>
                <a:spcPts val="0"/>
              </a:spcAft>
              <a:buClr>
                <a:schemeClr val="dk1"/>
              </a:buClr>
              <a:buSzPts val="2150"/>
              <a:buFont typeface="Pangolin"/>
              <a:buChar char="•"/>
              <a:defRPr sz="2150" i="0" u="none" strike="noStrike" cap="none">
                <a:solidFill>
                  <a:schemeClr val="dk1"/>
                </a:solidFill>
                <a:latin typeface="Pangolin"/>
                <a:ea typeface="Pangolin"/>
                <a:cs typeface="Pangolin"/>
                <a:sym typeface="Pangolin"/>
              </a:defRPr>
            </a:lvl3pPr>
            <a:lvl4pPr marL="1828800" marR="0" lvl="3" indent="-365125" algn="ctr" rtl="0">
              <a:spcBef>
                <a:spcPts val="400"/>
              </a:spcBef>
              <a:spcAft>
                <a:spcPts val="0"/>
              </a:spcAft>
              <a:buClr>
                <a:schemeClr val="dk1"/>
              </a:buClr>
              <a:buSzPts val="2150"/>
              <a:buFont typeface="Pangolin"/>
              <a:buChar char="–"/>
              <a:defRPr sz="2150" i="0" u="none" strike="noStrike" cap="none">
                <a:solidFill>
                  <a:schemeClr val="dk1"/>
                </a:solidFill>
                <a:latin typeface="Pangolin"/>
                <a:ea typeface="Pangolin"/>
                <a:cs typeface="Pangolin"/>
                <a:sym typeface="Pangolin"/>
              </a:defRPr>
            </a:lvl4pPr>
            <a:lvl5pPr marL="2286000" marR="0" lvl="4" indent="-365125" algn="ctr" rtl="0">
              <a:spcBef>
                <a:spcPts val="400"/>
              </a:spcBef>
              <a:spcAft>
                <a:spcPts val="0"/>
              </a:spcAft>
              <a:buClr>
                <a:schemeClr val="dk1"/>
              </a:buClr>
              <a:buSzPts val="2150"/>
              <a:buFont typeface="Pangolin"/>
              <a:buChar char="»"/>
              <a:defRPr sz="2150" i="0" u="none" strike="noStrike" cap="none">
                <a:solidFill>
                  <a:schemeClr val="dk1"/>
                </a:solidFill>
                <a:latin typeface="Pangolin"/>
                <a:ea typeface="Pangolin"/>
                <a:cs typeface="Pangolin"/>
                <a:sym typeface="Pangolin"/>
              </a:defRPr>
            </a:lvl5pPr>
            <a:lvl6pPr marL="2743200" marR="0" lvl="5" indent="-365125" algn="ctr" rtl="0">
              <a:spcBef>
                <a:spcPts val="400"/>
              </a:spcBef>
              <a:spcAft>
                <a:spcPts val="0"/>
              </a:spcAft>
              <a:buClr>
                <a:schemeClr val="dk1"/>
              </a:buClr>
              <a:buSzPts val="2150"/>
              <a:buFont typeface="Pangolin"/>
              <a:buChar char="•"/>
              <a:defRPr sz="2150" i="0" u="none" strike="noStrike" cap="none">
                <a:solidFill>
                  <a:schemeClr val="dk1"/>
                </a:solidFill>
                <a:latin typeface="Pangolin"/>
                <a:ea typeface="Pangolin"/>
                <a:cs typeface="Pangolin"/>
                <a:sym typeface="Pangolin"/>
              </a:defRPr>
            </a:lvl6pPr>
            <a:lvl7pPr marL="3200400" marR="0" lvl="6" indent="-365125" algn="ctr" rtl="0">
              <a:spcBef>
                <a:spcPts val="400"/>
              </a:spcBef>
              <a:spcAft>
                <a:spcPts val="0"/>
              </a:spcAft>
              <a:buClr>
                <a:schemeClr val="dk1"/>
              </a:buClr>
              <a:buSzPts val="2150"/>
              <a:buFont typeface="Pangolin"/>
              <a:buChar char="•"/>
              <a:defRPr sz="2150" i="0" u="none" strike="noStrike" cap="none">
                <a:solidFill>
                  <a:schemeClr val="dk1"/>
                </a:solidFill>
                <a:latin typeface="Pangolin"/>
                <a:ea typeface="Pangolin"/>
                <a:cs typeface="Pangolin"/>
                <a:sym typeface="Pangolin"/>
              </a:defRPr>
            </a:lvl7pPr>
            <a:lvl8pPr marL="3657600" marR="0" lvl="7" indent="-365125" algn="ctr" rtl="0">
              <a:spcBef>
                <a:spcPts val="400"/>
              </a:spcBef>
              <a:spcAft>
                <a:spcPts val="0"/>
              </a:spcAft>
              <a:buClr>
                <a:schemeClr val="dk1"/>
              </a:buClr>
              <a:buSzPts val="2150"/>
              <a:buFont typeface="Pangolin"/>
              <a:buChar char="•"/>
              <a:defRPr sz="2150" i="0" u="none" strike="noStrike" cap="none">
                <a:solidFill>
                  <a:schemeClr val="dk1"/>
                </a:solidFill>
                <a:latin typeface="Pangolin"/>
                <a:ea typeface="Pangolin"/>
                <a:cs typeface="Pangolin"/>
                <a:sym typeface="Pangolin"/>
              </a:defRPr>
            </a:lvl8pPr>
            <a:lvl9pPr marL="4114800" marR="0" lvl="8" indent="-365125" algn="ctr" rtl="0">
              <a:spcBef>
                <a:spcPts val="400"/>
              </a:spcBef>
              <a:spcAft>
                <a:spcPts val="0"/>
              </a:spcAft>
              <a:buClr>
                <a:schemeClr val="dk1"/>
              </a:buClr>
              <a:buSzPts val="2150"/>
              <a:buFont typeface="Pangolin"/>
              <a:buChar char="•"/>
              <a:defRPr sz="2150" i="0" u="none" strike="noStrike" cap="none">
                <a:solidFill>
                  <a:schemeClr val="dk1"/>
                </a:solidFill>
                <a:latin typeface="Pangolin"/>
                <a:ea typeface="Pangolin"/>
                <a:cs typeface="Pangolin"/>
                <a:sym typeface="Pangolin"/>
              </a:defRPr>
            </a:lvl9pPr>
          </a:lstStyle>
          <a:p>
            <a:r>
              <a:rPr lang="en-US" dirty="0"/>
              <a:t>content</a:t>
            </a:r>
            <a:endParaRPr dirty="0"/>
          </a:p>
        </p:txBody>
      </p:sp>
    </p:spTree>
    <p:extLst>
      <p:ext uri="{BB962C8B-B14F-4D97-AF65-F5344CB8AC3E}">
        <p14:creationId xmlns:p14="http://schemas.microsoft.com/office/powerpoint/2010/main" val="15651120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BC9A0380-EF94-EFDF-5BEA-40289E2DF59D}"/>
              </a:ext>
            </a:extLst>
          </p:cNvPr>
          <p:cNvSpPr>
            <a:spLocks noGrp="1"/>
          </p:cNvSpPr>
          <p:nvPr>
            <p:ph type="title" hasCustomPrompt="1"/>
          </p:nvPr>
        </p:nvSpPr>
        <p:spPr>
          <a:xfrm>
            <a:off x="9361922" y="818263"/>
            <a:ext cx="7646219" cy="2264435"/>
          </a:xfrm>
          <a:prstGeom prst="rect">
            <a:avLst/>
          </a:prstGeom>
        </p:spPr>
        <p:txBody>
          <a:bodyPr anchor="ctr">
            <a:normAutofit/>
          </a:bodyPr>
          <a:lstStyle>
            <a:lvl1pPr>
              <a:defRPr sz="4400" baseline="0">
                <a:latin typeface="Times New Roman" panose="02020603050405020304" pitchFamily="18" charset="0"/>
                <a:cs typeface="Times New Roman" panose="02020603050405020304" pitchFamily="18" charset="0"/>
              </a:defRPr>
            </a:lvl1pPr>
          </a:lstStyle>
          <a:p>
            <a:r>
              <a:rPr lang="en-US" dirty="0"/>
              <a:t>Title, 80, str, 44</a:t>
            </a:r>
          </a:p>
        </p:txBody>
      </p:sp>
      <p:sp>
        <p:nvSpPr>
          <p:cNvPr id="10" name="Picture Placeholder 18">
            <a:extLst>
              <a:ext uri="{FF2B5EF4-FFF2-40B4-BE49-F238E27FC236}">
                <a16:creationId xmlns:a16="http://schemas.microsoft.com/office/drawing/2014/main" id="{9996374F-8CD0-7B4A-7B89-AB98116447A3}"/>
              </a:ext>
            </a:extLst>
          </p:cNvPr>
          <p:cNvSpPr>
            <a:spLocks noGrp="1"/>
          </p:cNvSpPr>
          <p:nvPr>
            <p:ph type="pic" sz="quarter" idx="13" hasCustomPrompt="1"/>
          </p:nvPr>
        </p:nvSpPr>
        <p:spPr>
          <a:xfrm>
            <a:off x="1723980" y="818263"/>
            <a:ext cx="7202100" cy="8367713"/>
          </a:xfrm>
          <a:prstGeom prst="rect">
            <a:avLst/>
          </a:prstGeom>
        </p:spPr>
        <p:txBody>
          <a:bodyPr/>
          <a:lstStyle>
            <a:lvl1pPr algn="ctr">
              <a:defRPr sz="2800">
                <a:latin typeface="Times New Roman" panose="02020603050405020304" pitchFamily="18" charset="0"/>
                <a:cs typeface="Times New Roman" panose="02020603050405020304" pitchFamily="18" charset="0"/>
              </a:defRPr>
            </a:lvl1pPr>
          </a:lstStyle>
          <a:p>
            <a:r>
              <a:rPr lang="en-US" dirty="0"/>
              <a:t>Image, 0, </a:t>
            </a:r>
            <a:r>
              <a:rPr lang="en-US" dirty="0" err="1"/>
              <a:t>img</a:t>
            </a:r>
            <a:r>
              <a:rPr lang="en-US" dirty="0"/>
              <a:t>, 15</a:t>
            </a:r>
          </a:p>
        </p:txBody>
      </p:sp>
      <p:sp>
        <p:nvSpPr>
          <p:cNvPr id="11" name="Text Placeholder 24">
            <a:extLst>
              <a:ext uri="{FF2B5EF4-FFF2-40B4-BE49-F238E27FC236}">
                <a16:creationId xmlns:a16="http://schemas.microsoft.com/office/drawing/2014/main" id="{06E399BB-7242-DBE1-93F1-6A2A24CD6FD3}"/>
              </a:ext>
            </a:extLst>
          </p:cNvPr>
          <p:cNvSpPr>
            <a:spLocks noGrp="1"/>
          </p:cNvSpPr>
          <p:nvPr>
            <p:ph type="body" sz="quarter" idx="15" hasCustomPrompt="1"/>
          </p:nvPr>
        </p:nvSpPr>
        <p:spPr>
          <a:xfrm>
            <a:off x="9361922" y="3512454"/>
            <a:ext cx="7646219" cy="5673521"/>
          </a:xfrm>
          <a:prstGeom prst="rect">
            <a:avLst/>
          </a:prstGeom>
        </p:spPr>
        <p:txBody>
          <a:bodyPr>
            <a:noAutofit/>
          </a:bodyPr>
          <a:lstStyle>
            <a:lvl1pPr marL="92075" indent="0" algn="l">
              <a:buNone/>
              <a:defRPr sz="2400" b="0" cap="none" spc="0" baseline="0">
                <a:latin typeface="Times New Roman" panose="02020603050405020304" pitchFamily="18" charset="0"/>
                <a:cs typeface="Times New Roman" panose="02020603050405020304" pitchFamily="18" charset="0"/>
              </a:defRPr>
            </a:lvl1pPr>
          </a:lstStyle>
          <a:p>
            <a:pPr lvl="0"/>
            <a:r>
              <a:rPr lang="en-US" dirty="0"/>
              <a:t>content, 450, str, 24</a:t>
            </a:r>
          </a:p>
        </p:txBody>
      </p:sp>
    </p:spTree>
    <p:extLst>
      <p:ext uri="{BB962C8B-B14F-4D97-AF65-F5344CB8AC3E}">
        <p14:creationId xmlns:p14="http://schemas.microsoft.com/office/powerpoint/2010/main" val="37369960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4" name="Google Shape;9;p1">
            <a:extLst>
              <a:ext uri="{FF2B5EF4-FFF2-40B4-BE49-F238E27FC236}">
                <a16:creationId xmlns:a16="http://schemas.microsoft.com/office/drawing/2014/main" id="{6EB98C7D-18DB-BD7A-D690-FECBA6ACAEF0}"/>
              </a:ext>
            </a:extLst>
          </p:cNvPr>
          <p:cNvSpPr txBox="1">
            <a:spLocks noGrp="1"/>
          </p:cNvSpPr>
          <p:nvPr>
            <p:ph type="title" hasCustomPrompt="1"/>
          </p:nvPr>
        </p:nvSpPr>
        <p:spPr>
          <a:xfrm>
            <a:off x="1103480" y="724350"/>
            <a:ext cx="16081040" cy="1231450"/>
          </a:xfrm>
          <a:prstGeom prst="rect">
            <a:avLst/>
          </a:prstGeom>
          <a:noFill/>
          <a:ln>
            <a:noFill/>
          </a:ln>
        </p:spPr>
        <p:txBody>
          <a:bodyPr spcFirstLastPara="1" wrap="square" lIns="91425" tIns="45700" rIns="91425" bIns="45700" anchor="t" anchorCtr="0">
            <a:noAutofit/>
          </a:bodyPr>
          <a:lstStyle>
            <a:lvl1pPr marR="0" lvl="0" algn="ctr" rtl="0">
              <a:lnSpc>
                <a:spcPct val="80000"/>
              </a:lnSpc>
              <a:spcBef>
                <a:spcPts val="0"/>
              </a:spcBef>
              <a:spcAft>
                <a:spcPts val="0"/>
              </a:spcAft>
              <a:buClr>
                <a:srgbClr val="876A46"/>
              </a:buClr>
              <a:buSzPts val="14250"/>
              <a:buFont typeface="Marck Script"/>
              <a:buNone/>
              <a:defRPr sz="6600" i="0" u="none" strike="noStrike" cap="none">
                <a:solidFill>
                  <a:srgbClr val="876A46"/>
                </a:solidFill>
                <a:latin typeface="Marck Script"/>
                <a:ea typeface="Marck Script"/>
                <a:cs typeface="Marck Script"/>
                <a:sym typeface="Marck Scrip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dirty="0"/>
              <a:t>Title, 60, str, 60 </a:t>
            </a:r>
            <a:endParaRPr dirty="0"/>
          </a:p>
        </p:txBody>
      </p:sp>
      <p:grpSp>
        <p:nvGrpSpPr>
          <p:cNvPr id="2" name="Group 1">
            <a:extLst>
              <a:ext uri="{FF2B5EF4-FFF2-40B4-BE49-F238E27FC236}">
                <a16:creationId xmlns:a16="http://schemas.microsoft.com/office/drawing/2014/main" id="{473256BD-3D13-4F92-CFBB-22C58B474CE9}"/>
              </a:ext>
            </a:extLst>
          </p:cNvPr>
          <p:cNvGrpSpPr/>
          <p:nvPr userDrawn="1"/>
        </p:nvGrpSpPr>
        <p:grpSpPr>
          <a:xfrm>
            <a:off x="1681441" y="3301294"/>
            <a:ext cx="1097280" cy="1127735"/>
            <a:chOff x="539711" y="2164339"/>
            <a:chExt cx="1594263" cy="1630086"/>
          </a:xfrm>
        </p:grpSpPr>
        <p:sp>
          <p:nvSpPr>
            <p:cNvPr id="3" name="Oval 2">
              <a:extLst>
                <a:ext uri="{FF2B5EF4-FFF2-40B4-BE49-F238E27FC236}">
                  <a16:creationId xmlns:a16="http://schemas.microsoft.com/office/drawing/2014/main" id="{DDFE8445-438B-C51C-54F8-1A4C1C0C5D2C}"/>
                </a:ext>
              </a:extLst>
            </p:cNvPr>
            <p:cNvSpPr/>
            <p:nvPr userDrawn="1"/>
          </p:nvSpPr>
          <p:spPr>
            <a:xfrm>
              <a:off x="539711" y="2208360"/>
              <a:ext cx="1594263" cy="1586065"/>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FCDC80B-7B0B-C2FF-3F84-F91D8C09B59B}"/>
                </a:ext>
              </a:extLst>
            </p:cNvPr>
            <p:cNvSpPr txBox="1"/>
            <p:nvPr userDrawn="1"/>
          </p:nvSpPr>
          <p:spPr>
            <a:xfrm>
              <a:off x="927253" y="2164339"/>
              <a:ext cx="853456" cy="1468092"/>
            </a:xfrm>
            <a:prstGeom prst="rect">
              <a:avLst/>
            </a:prstGeom>
            <a:noFill/>
          </p:spPr>
          <p:txBody>
            <a:bodyPr wrap="square" rtlCol="0">
              <a:spAutoFit/>
            </a:bodyPr>
            <a:lstStyle/>
            <a:p>
              <a:r>
                <a:rPr lang="en-US" sz="6000" dirty="0">
                  <a:solidFill>
                    <a:schemeClr val="bg1"/>
                  </a:solidFill>
                  <a:latin typeface="Times New Roman" panose="02020603050405020304" pitchFamily="18" charset="0"/>
                  <a:cs typeface="Times New Roman" panose="02020603050405020304" pitchFamily="18" charset="0"/>
                </a:rPr>
                <a:t>1</a:t>
              </a:r>
            </a:p>
          </p:txBody>
        </p:sp>
      </p:grpSp>
      <p:sp>
        <p:nvSpPr>
          <p:cNvPr id="6" name="Text Placeholder 16">
            <a:extLst>
              <a:ext uri="{FF2B5EF4-FFF2-40B4-BE49-F238E27FC236}">
                <a16:creationId xmlns:a16="http://schemas.microsoft.com/office/drawing/2014/main" id="{47DB3A6C-4B6C-59D1-7ABA-0AA349908317}"/>
              </a:ext>
            </a:extLst>
          </p:cNvPr>
          <p:cNvSpPr>
            <a:spLocks noGrp="1"/>
          </p:cNvSpPr>
          <p:nvPr>
            <p:ph type="body" sz="quarter" idx="10" hasCustomPrompt="1"/>
          </p:nvPr>
        </p:nvSpPr>
        <p:spPr>
          <a:xfrm>
            <a:off x="3105111" y="2918190"/>
            <a:ext cx="8420139" cy="1743768"/>
          </a:xfrm>
          <a:prstGeom prst="rect">
            <a:avLst/>
          </a:prstGeom>
        </p:spPr>
        <p:txBody>
          <a:bodyPr anchor="ctr">
            <a:normAutofit/>
          </a:bodyPr>
          <a:lstStyle>
            <a:lvl1pPr marL="92075" indent="0" algn="l">
              <a:buNone/>
              <a:defRPr lang="en-US" sz="2400" dirty="0">
                <a:latin typeface="Times New Roman" panose="02020603050405020304" pitchFamily="18" charset="0"/>
                <a:cs typeface="Times New Roman" panose="02020603050405020304" pitchFamily="18" charset="0"/>
              </a:defRPr>
            </a:lvl1pPr>
          </a:lstStyle>
          <a:p>
            <a:pPr lvl="0"/>
            <a:r>
              <a:rPr lang="en-US" dirty="0"/>
              <a:t>Content1, 300, str, 24</a:t>
            </a:r>
          </a:p>
        </p:txBody>
      </p:sp>
      <p:grpSp>
        <p:nvGrpSpPr>
          <p:cNvPr id="7" name="Group 6">
            <a:extLst>
              <a:ext uri="{FF2B5EF4-FFF2-40B4-BE49-F238E27FC236}">
                <a16:creationId xmlns:a16="http://schemas.microsoft.com/office/drawing/2014/main" id="{CB1BD8BB-A3FA-DB5D-A926-8B38DF8B1564}"/>
              </a:ext>
            </a:extLst>
          </p:cNvPr>
          <p:cNvGrpSpPr/>
          <p:nvPr userDrawn="1"/>
        </p:nvGrpSpPr>
        <p:grpSpPr>
          <a:xfrm>
            <a:off x="1639704" y="5321612"/>
            <a:ext cx="1097280" cy="1108685"/>
            <a:chOff x="539711" y="2191875"/>
            <a:chExt cx="1594263" cy="1602550"/>
          </a:xfrm>
        </p:grpSpPr>
        <p:sp>
          <p:nvSpPr>
            <p:cNvPr id="8" name="Oval 7">
              <a:extLst>
                <a:ext uri="{FF2B5EF4-FFF2-40B4-BE49-F238E27FC236}">
                  <a16:creationId xmlns:a16="http://schemas.microsoft.com/office/drawing/2014/main" id="{24B65250-294A-943C-BF69-A1449BC3A1F3}"/>
                </a:ext>
              </a:extLst>
            </p:cNvPr>
            <p:cNvSpPr/>
            <p:nvPr userDrawn="1"/>
          </p:nvSpPr>
          <p:spPr>
            <a:xfrm>
              <a:off x="539711" y="2208360"/>
              <a:ext cx="1594263" cy="1586065"/>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A53BEE37-C00E-20E9-1668-BC7D91A0C2B7}"/>
                </a:ext>
              </a:extLst>
            </p:cNvPr>
            <p:cNvSpPr txBox="1"/>
            <p:nvPr userDrawn="1"/>
          </p:nvSpPr>
          <p:spPr>
            <a:xfrm>
              <a:off x="954932" y="2191875"/>
              <a:ext cx="853456" cy="1468091"/>
            </a:xfrm>
            <a:prstGeom prst="rect">
              <a:avLst/>
            </a:prstGeom>
            <a:noFill/>
          </p:spPr>
          <p:txBody>
            <a:bodyPr wrap="square" rtlCol="0">
              <a:spAutoFit/>
            </a:bodyPr>
            <a:lstStyle/>
            <a:p>
              <a:r>
                <a:rPr lang="en-US" sz="6000" dirty="0">
                  <a:solidFill>
                    <a:schemeClr val="bg1"/>
                  </a:solidFill>
                  <a:latin typeface="Times New Roman" panose="02020603050405020304" pitchFamily="18" charset="0"/>
                  <a:cs typeface="Times New Roman" panose="02020603050405020304" pitchFamily="18" charset="0"/>
                </a:rPr>
                <a:t>2</a:t>
              </a:r>
            </a:p>
          </p:txBody>
        </p:sp>
      </p:grpSp>
      <p:grpSp>
        <p:nvGrpSpPr>
          <p:cNvPr id="10" name="Group 9">
            <a:extLst>
              <a:ext uri="{FF2B5EF4-FFF2-40B4-BE49-F238E27FC236}">
                <a16:creationId xmlns:a16="http://schemas.microsoft.com/office/drawing/2014/main" id="{6EFE31BA-CEB5-4BF7-EEE1-4639B5C17250}"/>
              </a:ext>
            </a:extLst>
          </p:cNvPr>
          <p:cNvGrpSpPr/>
          <p:nvPr userDrawn="1"/>
        </p:nvGrpSpPr>
        <p:grpSpPr>
          <a:xfrm>
            <a:off x="1639704" y="7401040"/>
            <a:ext cx="1097280" cy="1097280"/>
            <a:chOff x="539711" y="2208360"/>
            <a:chExt cx="1594263" cy="1586065"/>
          </a:xfrm>
        </p:grpSpPr>
        <p:sp>
          <p:nvSpPr>
            <p:cNvPr id="11" name="Oval 10">
              <a:extLst>
                <a:ext uri="{FF2B5EF4-FFF2-40B4-BE49-F238E27FC236}">
                  <a16:creationId xmlns:a16="http://schemas.microsoft.com/office/drawing/2014/main" id="{52F44F7E-406F-C501-8EE4-FA69FF1D0C33}"/>
                </a:ext>
              </a:extLst>
            </p:cNvPr>
            <p:cNvSpPr/>
            <p:nvPr userDrawn="1"/>
          </p:nvSpPr>
          <p:spPr>
            <a:xfrm>
              <a:off x="539711" y="2208360"/>
              <a:ext cx="1594263" cy="1586065"/>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ED6D57F3-B98B-EEA1-37F5-1D8EAF812341}"/>
                </a:ext>
              </a:extLst>
            </p:cNvPr>
            <p:cNvSpPr txBox="1"/>
            <p:nvPr userDrawn="1"/>
          </p:nvSpPr>
          <p:spPr>
            <a:xfrm>
              <a:off x="982610" y="2246946"/>
              <a:ext cx="853456" cy="1468092"/>
            </a:xfrm>
            <a:prstGeom prst="rect">
              <a:avLst/>
            </a:prstGeom>
            <a:noFill/>
          </p:spPr>
          <p:txBody>
            <a:bodyPr wrap="square" rtlCol="0">
              <a:spAutoFit/>
            </a:bodyPr>
            <a:lstStyle/>
            <a:p>
              <a:r>
                <a:rPr lang="en-US" sz="6000" dirty="0">
                  <a:solidFill>
                    <a:schemeClr val="bg1"/>
                  </a:solidFill>
                  <a:latin typeface="Times New Roman" panose="02020603050405020304" pitchFamily="18" charset="0"/>
                  <a:cs typeface="Times New Roman" panose="02020603050405020304" pitchFamily="18" charset="0"/>
                </a:rPr>
                <a:t>3</a:t>
              </a:r>
            </a:p>
          </p:txBody>
        </p:sp>
      </p:grpSp>
      <p:sp>
        <p:nvSpPr>
          <p:cNvPr id="13" name="Text Placeholder 16">
            <a:extLst>
              <a:ext uri="{FF2B5EF4-FFF2-40B4-BE49-F238E27FC236}">
                <a16:creationId xmlns:a16="http://schemas.microsoft.com/office/drawing/2014/main" id="{A3E50762-22AF-681A-2A61-A5F99171DF54}"/>
              </a:ext>
            </a:extLst>
          </p:cNvPr>
          <p:cNvSpPr>
            <a:spLocks noGrp="1"/>
          </p:cNvSpPr>
          <p:nvPr>
            <p:ph type="body" sz="quarter" idx="11" hasCustomPrompt="1"/>
          </p:nvPr>
        </p:nvSpPr>
        <p:spPr>
          <a:xfrm>
            <a:off x="3105110" y="4919458"/>
            <a:ext cx="8420139" cy="1743768"/>
          </a:xfrm>
          <a:prstGeom prst="rect">
            <a:avLst/>
          </a:prstGeom>
        </p:spPr>
        <p:txBody>
          <a:bodyPr anchor="ctr">
            <a:normAutofit/>
          </a:bodyPr>
          <a:lstStyle>
            <a:lvl1pPr marL="92075" indent="0" algn="l">
              <a:buNone/>
              <a:defRPr lang="en-US" sz="2400" dirty="0">
                <a:latin typeface="Times New Roman" panose="02020603050405020304" pitchFamily="18" charset="0"/>
                <a:cs typeface="Times New Roman" panose="02020603050405020304" pitchFamily="18" charset="0"/>
              </a:defRPr>
            </a:lvl1pPr>
          </a:lstStyle>
          <a:p>
            <a:pPr lvl="0"/>
            <a:r>
              <a:rPr lang="en-US" dirty="0"/>
              <a:t>Content2, 300, str, 24</a:t>
            </a:r>
          </a:p>
        </p:txBody>
      </p:sp>
      <p:sp>
        <p:nvSpPr>
          <p:cNvPr id="14" name="Text Placeholder 16">
            <a:extLst>
              <a:ext uri="{FF2B5EF4-FFF2-40B4-BE49-F238E27FC236}">
                <a16:creationId xmlns:a16="http://schemas.microsoft.com/office/drawing/2014/main" id="{3AD77A63-274F-C6C7-45DC-FBE33D118D99}"/>
              </a:ext>
            </a:extLst>
          </p:cNvPr>
          <p:cNvSpPr>
            <a:spLocks noGrp="1"/>
          </p:cNvSpPr>
          <p:nvPr>
            <p:ph type="body" sz="quarter" idx="12" hasCustomPrompt="1"/>
          </p:nvPr>
        </p:nvSpPr>
        <p:spPr>
          <a:xfrm>
            <a:off x="3105110" y="6987482"/>
            <a:ext cx="8420139" cy="1743768"/>
          </a:xfrm>
          <a:prstGeom prst="rect">
            <a:avLst/>
          </a:prstGeom>
        </p:spPr>
        <p:txBody>
          <a:bodyPr anchor="ctr">
            <a:normAutofit/>
          </a:bodyPr>
          <a:lstStyle>
            <a:lvl1pPr marL="92075" indent="0" algn="l">
              <a:buNone/>
              <a:defRPr lang="en-US" sz="2400" dirty="0">
                <a:latin typeface="Times New Roman" panose="02020603050405020304" pitchFamily="18" charset="0"/>
                <a:cs typeface="Times New Roman" panose="02020603050405020304" pitchFamily="18" charset="0"/>
              </a:defRPr>
            </a:lvl1pPr>
          </a:lstStyle>
          <a:p>
            <a:pPr lvl="0"/>
            <a:r>
              <a:rPr lang="en-US" dirty="0"/>
              <a:t>Content3, 300, str, 24</a:t>
            </a:r>
          </a:p>
        </p:txBody>
      </p:sp>
      <p:sp>
        <p:nvSpPr>
          <p:cNvPr id="15" name="Picture Placeholder 28">
            <a:extLst>
              <a:ext uri="{FF2B5EF4-FFF2-40B4-BE49-F238E27FC236}">
                <a16:creationId xmlns:a16="http://schemas.microsoft.com/office/drawing/2014/main" id="{BBAABCB4-5E5A-58F6-EF23-1ABED5F2E72F}"/>
              </a:ext>
            </a:extLst>
          </p:cNvPr>
          <p:cNvSpPr>
            <a:spLocks noGrp="1"/>
          </p:cNvSpPr>
          <p:nvPr>
            <p:ph type="pic" sz="quarter" idx="13" hasCustomPrompt="1"/>
          </p:nvPr>
        </p:nvSpPr>
        <p:spPr>
          <a:xfrm>
            <a:off x="12004892" y="2918190"/>
            <a:ext cx="4968658" cy="5813060"/>
          </a:xfrm>
          <a:prstGeom prst="rect">
            <a:avLst/>
          </a:prstGeom>
        </p:spPr>
        <p:txBody>
          <a:bodyPr/>
          <a:lstStyle>
            <a:lvl1pPr>
              <a:defRPr lang="en-US" sz="2400" dirty="0">
                <a:latin typeface="Times New Roman" panose="02020603050405020304" pitchFamily="18" charset="0"/>
                <a:cs typeface="Times New Roman" panose="02020603050405020304" pitchFamily="18" charset="0"/>
              </a:defRPr>
            </a:lvl1pPr>
          </a:lstStyle>
          <a:p>
            <a:r>
              <a:rPr lang="en-US" dirty="0"/>
              <a:t>Image, 0, </a:t>
            </a:r>
            <a:r>
              <a:rPr lang="en-US" dirty="0" err="1"/>
              <a:t>img</a:t>
            </a:r>
            <a:r>
              <a:rPr lang="en-US" dirty="0"/>
              <a:t>, 16</a:t>
            </a:r>
          </a:p>
        </p:txBody>
      </p:sp>
    </p:spTree>
    <p:extLst>
      <p:ext uri="{BB962C8B-B14F-4D97-AF65-F5344CB8AC3E}">
        <p14:creationId xmlns:p14="http://schemas.microsoft.com/office/powerpoint/2010/main" val="23394508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4" name="Google Shape;9;p1">
            <a:extLst>
              <a:ext uri="{FF2B5EF4-FFF2-40B4-BE49-F238E27FC236}">
                <a16:creationId xmlns:a16="http://schemas.microsoft.com/office/drawing/2014/main" id="{6EB98C7D-18DB-BD7A-D690-FECBA6ACAEF0}"/>
              </a:ext>
            </a:extLst>
          </p:cNvPr>
          <p:cNvSpPr txBox="1">
            <a:spLocks noGrp="1"/>
          </p:cNvSpPr>
          <p:nvPr>
            <p:ph type="title" hasCustomPrompt="1"/>
          </p:nvPr>
        </p:nvSpPr>
        <p:spPr>
          <a:xfrm>
            <a:off x="1103480" y="724350"/>
            <a:ext cx="16081040" cy="1231450"/>
          </a:xfrm>
          <a:prstGeom prst="rect">
            <a:avLst/>
          </a:prstGeom>
          <a:noFill/>
          <a:ln>
            <a:noFill/>
          </a:ln>
        </p:spPr>
        <p:txBody>
          <a:bodyPr spcFirstLastPara="1" wrap="square" lIns="91425" tIns="45700" rIns="91425" bIns="45700" anchor="t" anchorCtr="0">
            <a:noAutofit/>
          </a:bodyPr>
          <a:lstStyle>
            <a:lvl1pPr marR="0" lvl="0" algn="ctr" rtl="0">
              <a:lnSpc>
                <a:spcPct val="80000"/>
              </a:lnSpc>
              <a:spcBef>
                <a:spcPts val="0"/>
              </a:spcBef>
              <a:spcAft>
                <a:spcPts val="0"/>
              </a:spcAft>
              <a:buClr>
                <a:srgbClr val="876A46"/>
              </a:buClr>
              <a:buSzPts val="14250"/>
              <a:buFont typeface="Marck Script"/>
              <a:buNone/>
              <a:defRPr sz="6600" i="0" u="none" strike="noStrike" cap="none">
                <a:solidFill>
                  <a:srgbClr val="876A46"/>
                </a:solidFill>
                <a:latin typeface="Marck Script"/>
                <a:ea typeface="Marck Script"/>
                <a:cs typeface="Marck Script"/>
                <a:sym typeface="Marck Scrip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dirty="0"/>
              <a:t>Title, 60, str, 60 </a:t>
            </a:r>
            <a:endParaRPr dirty="0"/>
          </a:p>
        </p:txBody>
      </p:sp>
      <p:graphicFrame>
        <p:nvGraphicFramePr>
          <p:cNvPr id="16" name="Diagram 15">
            <a:extLst>
              <a:ext uri="{FF2B5EF4-FFF2-40B4-BE49-F238E27FC236}">
                <a16:creationId xmlns:a16="http://schemas.microsoft.com/office/drawing/2014/main" id="{43B0F64C-3116-0EE2-3DBE-593003445790}"/>
              </a:ext>
            </a:extLst>
          </p:cNvPr>
          <p:cNvGraphicFramePr/>
          <p:nvPr userDrawn="1">
            <p:extLst>
              <p:ext uri="{D42A27DB-BD31-4B8C-83A1-F6EECF244321}">
                <p14:modId xmlns:p14="http://schemas.microsoft.com/office/powerpoint/2010/main" val="4008115843"/>
              </p:ext>
            </p:extLst>
          </p:nvPr>
        </p:nvGraphicFramePr>
        <p:xfrm>
          <a:off x="2452914" y="2612571"/>
          <a:ext cx="13382172" cy="75238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7" name="Text Placeholder 7">
            <a:extLst>
              <a:ext uri="{FF2B5EF4-FFF2-40B4-BE49-F238E27FC236}">
                <a16:creationId xmlns:a16="http://schemas.microsoft.com/office/drawing/2014/main" id="{DA367D07-E624-A70C-4041-63B71E513C9F}"/>
              </a:ext>
            </a:extLst>
          </p:cNvPr>
          <p:cNvSpPr>
            <a:spLocks noGrp="1"/>
          </p:cNvSpPr>
          <p:nvPr>
            <p:ph type="body" sz="quarter" idx="10" hasCustomPrompt="1"/>
          </p:nvPr>
        </p:nvSpPr>
        <p:spPr>
          <a:xfrm>
            <a:off x="4339019" y="2612571"/>
            <a:ext cx="11379951" cy="1691329"/>
          </a:xfrm>
          <a:prstGeom prst="rect">
            <a:avLst/>
          </a:prstGeom>
        </p:spPr>
        <p:txBody>
          <a:bodyPr/>
          <a:lstStyle>
            <a:lvl1pPr marL="41275" indent="0" algn="l">
              <a:lnSpc>
                <a:spcPct val="100000"/>
              </a:lnSpc>
              <a:buNone/>
              <a:defRPr sz="2400" spc="0">
                <a:solidFill>
                  <a:srgbClr val="000000"/>
                </a:solidFill>
                <a:latin typeface="Times New Roman" panose="02020603050405020304" pitchFamily="18" charset="0"/>
                <a:cs typeface="Times New Roman" panose="02020603050405020304" pitchFamily="18" charset="0"/>
              </a:defRPr>
            </a:lvl1pPr>
          </a:lstStyle>
          <a:p>
            <a:pPr lvl="0"/>
            <a:r>
              <a:rPr lang="en-US" dirty="0"/>
              <a:t>Content1, 350, str, 26</a:t>
            </a:r>
          </a:p>
        </p:txBody>
      </p:sp>
      <p:sp>
        <p:nvSpPr>
          <p:cNvPr id="18" name="Text Placeholder 7">
            <a:extLst>
              <a:ext uri="{FF2B5EF4-FFF2-40B4-BE49-F238E27FC236}">
                <a16:creationId xmlns:a16="http://schemas.microsoft.com/office/drawing/2014/main" id="{32853571-6DC6-7C9A-3C20-ED2569C7DB6F}"/>
              </a:ext>
            </a:extLst>
          </p:cNvPr>
          <p:cNvSpPr>
            <a:spLocks noGrp="1"/>
          </p:cNvSpPr>
          <p:nvPr>
            <p:ph type="body" sz="quarter" idx="11" hasCustomPrompt="1"/>
          </p:nvPr>
        </p:nvSpPr>
        <p:spPr>
          <a:xfrm>
            <a:off x="4339017" y="5033609"/>
            <a:ext cx="11379951" cy="1691328"/>
          </a:xfrm>
          <a:prstGeom prst="rect">
            <a:avLst/>
          </a:prstGeom>
        </p:spPr>
        <p:txBody>
          <a:bodyPr/>
          <a:lstStyle>
            <a:lvl1pPr marL="41275" indent="0" algn="l">
              <a:lnSpc>
                <a:spcPct val="100000"/>
              </a:lnSpc>
              <a:buNone/>
              <a:defRPr sz="2400" spc="0">
                <a:solidFill>
                  <a:srgbClr val="000000"/>
                </a:solidFill>
                <a:latin typeface="Times New Roman" panose="02020603050405020304" pitchFamily="18" charset="0"/>
                <a:cs typeface="Times New Roman" panose="02020603050405020304" pitchFamily="18" charset="0"/>
              </a:defRPr>
            </a:lvl1pPr>
          </a:lstStyle>
          <a:p>
            <a:pPr lvl="0"/>
            <a:r>
              <a:rPr lang="en-US" dirty="0"/>
              <a:t>Content2, 350, str, 26</a:t>
            </a:r>
          </a:p>
        </p:txBody>
      </p:sp>
      <p:sp>
        <p:nvSpPr>
          <p:cNvPr id="19" name="Text Placeholder 7">
            <a:extLst>
              <a:ext uri="{FF2B5EF4-FFF2-40B4-BE49-F238E27FC236}">
                <a16:creationId xmlns:a16="http://schemas.microsoft.com/office/drawing/2014/main" id="{F2BA116F-7648-0856-05F7-0BBB9D4A38EE}"/>
              </a:ext>
            </a:extLst>
          </p:cNvPr>
          <p:cNvSpPr>
            <a:spLocks noGrp="1"/>
          </p:cNvSpPr>
          <p:nvPr>
            <p:ph type="body" sz="quarter" idx="12" hasCustomPrompt="1"/>
          </p:nvPr>
        </p:nvSpPr>
        <p:spPr>
          <a:xfrm>
            <a:off x="4339018" y="7525244"/>
            <a:ext cx="11379951" cy="1691328"/>
          </a:xfrm>
          <a:prstGeom prst="rect">
            <a:avLst/>
          </a:prstGeom>
        </p:spPr>
        <p:txBody>
          <a:bodyPr/>
          <a:lstStyle>
            <a:lvl1pPr marL="41275" indent="0" algn="l">
              <a:lnSpc>
                <a:spcPct val="100000"/>
              </a:lnSpc>
              <a:buNone/>
              <a:defRPr sz="2400" spc="0">
                <a:solidFill>
                  <a:srgbClr val="000000"/>
                </a:solidFill>
                <a:latin typeface="Times New Roman" panose="02020603050405020304" pitchFamily="18" charset="0"/>
                <a:cs typeface="Times New Roman" panose="02020603050405020304" pitchFamily="18" charset="0"/>
              </a:defRPr>
            </a:lvl1pPr>
          </a:lstStyle>
          <a:p>
            <a:pPr lvl="0"/>
            <a:r>
              <a:rPr lang="en-US" dirty="0"/>
              <a:t>Content3, 350, str, 26</a:t>
            </a:r>
          </a:p>
        </p:txBody>
      </p:sp>
    </p:spTree>
    <p:extLst>
      <p:ext uri="{BB962C8B-B14F-4D97-AF65-F5344CB8AC3E}">
        <p14:creationId xmlns:p14="http://schemas.microsoft.com/office/powerpoint/2010/main" val="29813196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362C6AC7-5842-B1CF-AA1B-85209061F337}"/>
              </a:ext>
            </a:extLst>
          </p:cNvPr>
          <p:cNvSpPr>
            <a:spLocks noGrp="1"/>
          </p:cNvSpPr>
          <p:nvPr>
            <p:ph type="body" sz="quarter" idx="10" hasCustomPrompt="1"/>
          </p:nvPr>
        </p:nvSpPr>
        <p:spPr>
          <a:xfrm>
            <a:off x="1495178" y="5668123"/>
            <a:ext cx="5858122" cy="3247278"/>
          </a:xfrm>
          <a:prstGeom prst="rect">
            <a:avLst/>
          </a:prstGeom>
        </p:spPr>
        <p:txBody>
          <a:bodyPr anchor="ctr">
            <a:normAutofit/>
          </a:bodyPr>
          <a:lstStyle>
            <a:lvl1pPr marL="92075" indent="0" algn="ctr">
              <a:lnSpc>
                <a:spcPct val="100000"/>
              </a:lnSpc>
              <a:buNone/>
              <a:defRPr sz="3600" b="1" spc="0">
                <a:latin typeface="Times New Roman" panose="02020603050405020304" pitchFamily="18" charset="0"/>
                <a:cs typeface="Times New Roman" panose="02020603050405020304" pitchFamily="18" charset="0"/>
              </a:defRPr>
            </a:lvl1pPr>
          </a:lstStyle>
          <a:p>
            <a:pPr lvl="0"/>
            <a:r>
              <a:rPr lang="en-US" dirty="0"/>
              <a:t>Title, 100, str, 36</a:t>
            </a:r>
          </a:p>
        </p:txBody>
      </p:sp>
      <p:sp>
        <p:nvSpPr>
          <p:cNvPr id="3" name="Text Placeholder 2">
            <a:extLst>
              <a:ext uri="{FF2B5EF4-FFF2-40B4-BE49-F238E27FC236}">
                <a16:creationId xmlns:a16="http://schemas.microsoft.com/office/drawing/2014/main" id="{3C8D2669-C58D-3674-AFD3-C9073C7FA70F}"/>
              </a:ext>
            </a:extLst>
          </p:cNvPr>
          <p:cNvSpPr>
            <a:spLocks noGrp="1"/>
          </p:cNvSpPr>
          <p:nvPr>
            <p:ph type="body" sz="quarter" idx="11" hasCustomPrompt="1"/>
          </p:nvPr>
        </p:nvSpPr>
        <p:spPr>
          <a:xfrm>
            <a:off x="8134350" y="5372100"/>
            <a:ext cx="9112252" cy="3839324"/>
          </a:xfrm>
          <a:prstGeom prst="rect">
            <a:avLst/>
          </a:prstGeom>
        </p:spPr>
        <p:txBody>
          <a:bodyPr anchor="t">
            <a:normAutofit/>
          </a:bodyPr>
          <a:lstStyle>
            <a:lvl1pPr marL="92075" indent="0" algn="l">
              <a:lnSpc>
                <a:spcPct val="100000"/>
              </a:lnSpc>
              <a:buNone/>
              <a:defRPr sz="2800" b="0" spc="0">
                <a:latin typeface="Times New Roman" panose="02020603050405020304" pitchFamily="18" charset="0"/>
                <a:cs typeface="Times New Roman" panose="02020603050405020304" pitchFamily="18" charset="0"/>
              </a:defRPr>
            </a:lvl1pPr>
          </a:lstStyle>
          <a:p>
            <a:pPr lvl="0"/>
            <a:r>
              <a:rPr lang="en-US" dirty="0"/>
              <a:t>content, 400, str, 26</a:t>
            </a:r>
          </a:p>
        </p:txBody>
      </p:sp>
      <p:sp>
        <p:nvSpPr>
          <p:cNvPr id="5" name="Picture Placeholder 5">
            <a:extLst>
              <a:ext uri="{FF2B5EF4-FFF2-40B4-BE49-F238E27FC236}">
                <a16:creationId xmlns:a16="http://schemas.microsoft.com/office/drawing/2014/main" id="{812D50E3-3373-9E21-85FE-54FED2785737}"/>
              </a:ext>
            </a:extLst>
          </p:cNvPr>
          <p:cNvSpPr>
            <a:spLocks noGrp="1"/>
          </p:cNvSpPr>
          <p:nvPr>
            <p:ph type="pic" sz="quarter" idx="12" hasCustomPrompt="1"/>
          </p:nvPr>
        </p:nvSpPr>
        <p:spPr>
          <a:xfrm>
            <a:off x="1104900" y="1005841"/>
            <a:ext cx="16141701" cy="3909060"/>
          </a:xfrm>
          <a:prstGeom prst="rect">
            <a:avLst/>
          </a:prstGeom>
        </p:spPr>
        <p:txBody>
          <a:bodyPr/>
          <a:lstStyle>
            <a:lvl1pPr>
              <a:defRPr/>
            </a:lvl1pPr>
          </a:lstStyle>
          <a:p>
            <a:r>
              <a:rPr lang="en-US" dirty="0"/>
              <a:t>Image, 0, </a:t>
            </a:r>
            <a:r>
              <a:rPr lang="en-US" dirty="0" err="1"/>
              <a:t>img</a:t>
            </a:r>
            <a:r>
              <a:rPr lang="en-US" dirty="0"/>
              <a:t>, 16</a:t>
            </a:r>
          </a:p>
        </p:txBody>
      </p:sp>
    </p:spTree>
    <p:extLst>
      <p:ext uri="{BB962C8B-B14F-4D97-AF65-F5344CB8AC3E}">
        <p14:creationId xmlns:p14="http://schemas.microsoft.com/office/powerpoint/2010/main" val="36231047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4" name="Google Shape;9;p1">
            <a:extLst>
              <a:ext uri="{FF2B5EF4-FFF2-40B4-BE49-F238E27FC236}">
                <a16:creationId xmlns:a16="http://schemas.microsoft.com/office/drawing/2014/main" id="{6EB98C7D-18DB-BD7A-D690-FECBA6ACAEF0}"/>
              </a:ext>
            </a:extLst>
          </p:cNvPr>
          <p:cNvSpPr txBox="1">
            <a:spLocks noGrp="1"/>
          </p:cNvSpPr>
          <p:nvPr>
            <p:ph type="title" hasCustomPrompt="1"/>
          </p:nvPr>
        </p:nvSpPr>
        <p:spPr>
          <a:xfrm>
            <a:off x="1103480" y="724350"/>
            <a:ext cx="16081040" cy="1231450"/>
          </a:xfrm>
          <a:prstGeom prst="rect">
            <a:avLst/>
          </a:prstGeom>
          <a:noFill/>
          <a:ln>
            <a:noFill/>
          </a:ln>
        </p:spPr>
        <p:txBody>
          <a:bodyPr spcFirstLastPara="1" wrap="square" lIns="91425" tIns="45700" rIns="91425" bIns="45700" anchor="t" anchorCtr="0">
            <a:noAutofit/>
          </a:bodyPr>
          <a:lstStyle>
            <a:lvl1pPr marR="0" lvl="0" algn="ctr" rtl="0">
              <a:lnSpc>
                <a:spcPct val="80000"/>
              </a:lnSpc>
              <a:spcBef>
                <a:spcPts val="0"/>
              </a:spcBef>
              <a:spcAft>
                <a:spcPts val="0"/>
              </a:spcAft>
              <a:buClr>
                <a:srgbClr val="876A46"/>
              </a:buClr>
              <a:buSzPts val="14250"/>
              <a:buFont typeface="Marck Script"/>
              <a:buNone/>
              <a:defRPr sz="6600" i="0" u="none" strike="noStrike" cap="none">
                <a:solidFill>
                  <a:srgbClr val="876A46"/>
                </a:solidFill>
                <a:latin typeface="Marck Script"/>
                <a:ea typeface="Marck Script"/>
                <a:cs typeface="Marck Script"/>
                <a:sym typeface="Marck Scrip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dirty="0"/>
              <a:t>Title, 60, str, 60 </a:t>
            </a:r>
            <a:endParaRPr dirty="0"/>
          </a:p>
        </p:txBody>
      </p:sp>
      <p:graphicFrame>
        <p:nvGraphicFramePr>
          <p:cNvPr id="2" name="Diagram 1">
            <a:extLst>
              <a:ext uri="{FF2B5EF4-FFF2-40B4-BE49-F238E27FC236}">
                <a16:creationId xmlns:a16="http://schemas.microsoft.com/office/drawing/2014/main" id="{0E2AC775-A0D6-B87D-E053-7FA919958260}"/>
              </a:ext>
            </a:extLst>
          </p:cNvPr>
          <p:cNvGraphicFramePr/>
          <p:nvPr userDrawn="1">
            <p:extLst>
              <p:ext uri="{D42A27DB-BD31-4B8C-83A1-F6EECF244321}">
                <p14:modId xmlns:p14="http://schemas.microsoft.com/office/powerpoint/2010/main" val="150807650"/>
              </p:ext>
            </p:extLst>
          </p:nvPr>
        </p:nvGraphicFramePr>
        <p:xfrm>
          <a:off x="1600200" y="2362200"/>
          <a:ext cx="14973300" cy="6788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 Placeholder 7">
            <a:extLst>
              <a:ext uri="{FF2B5EF4-FFF2-40B4-BE49-F238E27FC236}">
                <a16:creationId xmlns:a16="http://schemas.microsoft.com/office/drawing/2014/main" id="{74CD5F78-9EAE-6823-187E-EF4226BCB774}"/>
              </a:ext>
            </a:extLst>
          </p:cNvPr>
          <p:cNvSpPr>
            <a:spLocks noGrp="1"/>
          </p:cNvSpPr>
          <p:nvPr>
            <p:ph type="body" sz="quarter" idx="10" hasCustomPrompt="1"/>
          </p:nvPr>
        </p:nvSpPr>
        <p:spPr>
          <a:xfrm>
            <a:off x="4339019" y="2612571"/>
            <a:ext cx="11379951" cy="1691329"/>
          </a:xfrm>
          <a:prstGeom prst="rect">
            <a:avLst/>
          </a:prstGeom>
        </p:spPr>
        <p:txBody>
          <a:bodyPr>
            <a:normAutofit/>
          </a:bodyPr>
          <a:lstStyle>
            <a:lvl1pPr marL="41275" indent="0" algn="l">
              <a:lnSpc>
                <a:spcPct val="100000"/>
              </a:lnSpc>
              <a:buNone/>
              <a:defRPr sz="2600" spc="0">
                <a:solidFill>
                  <a:srgbClr val="917450"/>
                </a:solidFill>
                <a:latin typeface="Times New Roman" panose="02020603050405020304" pitchFamily="18" charset="0"/>
                <a:cs typeface="Times New Roman" panose="02020603050405020304" pitchFamily="18" charset="0"/>
              </a:defRPr>
            </a:lvl1pPr>
          </a:lstStyle>
          <a:p>
            <a:pPr lvl="0"/>
            <a:r>
              <a:rPr lang="en-US" dirty="0"/>
              <a:t>Content1, 350, str, 26</a:t>
            </a:r>
          </a:p>
        </p:txBody>
      </p:sp>
      <p:sp>
        <p:nvSpPr>
          <p:cNvPr id="5" name="Text Placeholder 7">
            <a:extLst>
              <a:ext uri="{FF2B5EF4-FFF2-40B4-BE49-F238E27FC236}">
                <a16:creationId xmlns:a16="http://schemas.microsoft.com/office/drawing/2014/main" id="{4FD9F638-ECC3-6C04-973E-51C6FCBF07A2}"/>
              </a:ext>
            </a:extLst>
          </p:cNvPr>
          <p:cNvSpPr>
            <a:spLocks noGrp="1"/>
          </p:cNvSpPr>
          <p:nvPr>
            <p:ph type="body" sz="quarter" idx="11" hasCustomPrompt="1"/>
          </p:nvPr>
        </p:nvSpPr>
        <p:spPr>
          <a:xfrm>
            <a:off x="4339017" y="4938359"/>
            <a:ext cx="11379951" cy="1691328"/>
          </a:xfrm>
          <a:prstGeom prst="rect">
            <a:avLst/>
          </a:prstGeom>
        </p:spPr>
        <p:txBody>
          <a:bodyPr>
            <a:normAutofit/>
          </a:bodyPr>
          <a:lstStyle>
            <a:lvl1pPr marL="41275" indent="0" algn="l">
              <a:lnSpc>
                <a:spcPct val="100000"/>
              </a:lnSpc>
              <a:buNone/>
              <a:defRPr sz="2600" spc="0">
                <a:solidFill>
                  <a:srgbClr val="917450"/>
                </a:solidFill>
                <a:latin typeface="Times New Roman" panose="02020603050405020304" pitchFamily="18" charset="0"/>
                <a:cs typeface="Times New Roman" panose="02020603050405020304" pitchFamily="18" charset="0"/>
              </a:defRPr>
            </a:lvl1pPr>
          </a:lstStyle>
          <a:p>
            <a:pPr lvl="0"/>
            <a:r>
              <a:rPr lang="en-US" dirty="0"/>
              <a:t>Content2, 350, str, 26</a:t>
            </a:r>
          </a:p>
        </p:txBody>
      </p:sp>
      <p:sp>
        <p:nvSpPr>
          <p:cNvPr id="6" name="Text Placeholder 7">
            <a:extLst>
              <a:ext uri="{FF2B5EF4-FFF2-40B4-BE49-F238E27FC236}">
                <a16:creationId xmlns:a16="http://schemas.microsoft.com/office/drawing/2014/main" id="{40843EF5-1070-8191-808A-82624878C64A}"/>
              </a:ext>
            </a:extLst>
          </p:cNvPr>
          <p:cNvSpPr>
            <a:spLocks noGrp="1"/>
          </p:cNvSpPr>
          <p:nvPr>
            <p:ph type="body" sz="quarter" idx="12" hasCustomPrompt="1"/>
          </p:nvPr>
        </p:nvSpPr>
        <p:spPr>
          <a:xfrm>
            <a:off x="4339018" y="7220444"/>
            <a:ext cx="11379951" cy="1691328"/>
          </a:xfrm>
          <a:prstGeom prst="rect">
            <a:avLst/>
          </a:prstGeom>
        </p:spPr>
        <p:txBody>
          <a:bodyPr>
            <a:normAutofit/>
          </a:bodyPr>
          <a:lstStyle>
            <a:lvl1pPr marL="41275" indent="0" algn="l">
              <a:lnSpc>
                <a:spcPct val="100000"/>
              </a:lnSpc>
              <a:buNone/>
              <a:defRPr sz="2600" spc="0">
                <a:solidFill>
                  <a:srgbClr val="917450"/>
                </a:solidFill>
                <a:latin typeface="Times New Roman" panose="02020603050405020304" pitchFamily="18" charset="0"/>
                <a:cs typeface="Times New Roman" panose="02020603050405020304" pitchFamily="18" charset="0"/>
              </a:defRPr>
            </a:lvl1pPr>
          </a:lstStyle>
          <a:p>
            <a:pPr lvl="0"/>
            <a:r>
              <a:rPr lang="en-US" dirty="0"/>
              <a:t>Content3, 350, str, 26</a:t>
            </a:r>
          </a:p>
        </p:txBody>
      </p:sp>
    </p:spTree>
    <p:extLst>
      <p:ext uri="{BB962C8B-B14F-4D97-AF65-F5344CB8AC3E}">
        <p14:creationId xmlns:p14="http://schemas.microsoft.com/office/powerpoint/2010/main" val="40967682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7" name="Google Shape;9;p1">
            <a:extLst>
              <a:ext uri="{FF2B5EF4-FFF2-40B4-BE49-F238E27FC236}">
                <a16:creationId xmlns:a16="http://schemas.microsoft.com/office/drawing/2014/main" id="{FD64C842-8665-9A27-8977-110D0BAD9E02}"/>
              </a:ext>
            </a:extLst>
          </p:cNvPr>
          <p:cNvSpPr txBox="1">
            <a:spLocks noGrp="1"/>
          </p:cNvSpPr>
          <p:nvPr>
            <p:ph type="title" hasCustomPrompt="1"/>
          </p:nvPr>
        </p:nvSpPr>
        <p:spPr>
          <a:xfrm>
            <a:off x="1103480" y="724350"/>
            <a:ext cx="16081040" cy="1231450"/>
          </a:xfrm>
          <a:prstGeom prst="rect">
            <a:avLst/>
          </a:prstGeom>
          <a:noFill/>
          <a:ln>
            <a:noFill/>
          </a:ln>
        </p:spPr>
        <p:txBody>
          <a:bodyPr spcFirstLastPara="1" wrap="square" lIns="91425" tIns="45700" rIns="91425" bIns="45700" anchor="t" anchorCtr="0">
            <a:noAutofit/>
          </a:bodyPr>
          <a:lstStyle>
            <a:lvl1pPr marR="0" lvl="0" algn="ctr" rtl="0">
              <a:lnSpc>
                <a:spcPct val="80000"/>
              </a:lnSpc>
              <a:spcBef>
                <a:spcPts val="0"/>
              </a:spcBef>
              <a:spcAft>
                <a:spcPts val="0"/>
              </a:spcAft>
              <a:buClr>
                <a:srgbClr val="876A46"/>
              </a:buClr>
              <a:buSzPts val="14250"/>
              <a:buFont typeface="Marck Script"/>
              <a:buNone/>
              <a:defRPr sz="6600" i="0" u="none" strike="noStrike" cap="none">
                <a:solidFill>
                  <a:srgbClr val="876A46"/>
                </a:solidFill>
                <a:latin typeface="Marck Script"/>
                <a:ea typeface="Marck Script"/>
                <a:cs typeface="Marck Script"/>
                <a:sym typeface="Marck Scrip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dirty="0"/>
              <a:t>Title, 60, str, 60 </a:t>
            </a:r>
            <a:endParaRPr dirty="0"/>
          </a:p>
        </p:txBody>
      </p:sp>
      <p:graphicFrame>
        <p:nvGraphicFramePr>
          <p:cNvPr id="8" name="Diagram 7">
            <a:extLst>
              <a:ext uri="{FF2B5EF4-FFF2-40B4-BE49-F238E27FC236}">
                <a16:creationId xmlns:a16="http://schemas.microsoft.com/office/drawing/2014/main" id="{CD193E8E-DA52-CDB1-72F6-4959E952D0A9}"/>
              </a:ext>
            </a:extLst>
          </p:cNvPr>
          <p:cNvGraphicFramePr/>
          <p:nvPr userDrawn="1">
            <p:extLst>
              <p:ext uri="{D42A27DB-BD31-4B8C-83A1-F6EECF244321}">
                <p14:modId xmlns:p14="http://schemas.microsoft.com/office/powerpoint/2010/main" val="3989609604"/>
              </p:ext>
            </p:extLst>
          </p:nvPr>
        </p:nvGraphicFramePr>
        <p:xfrm>
          <a:off x="246211" y="2960914"/>
          <a:ext cx="16271577" cy="62164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 Placeholder 7">
            <a:extLst>
              <a:ext uri="{FF2B5EF4-FFF2-40B4-BE49-F238E27FC236}">
                <a16:creationId xmlns:a16="http://schemas.microsoft.com/office/drawing/2014/main" id="{3D53487D-950B-E15B-6EA3-F90EF266AF57}"/>
              </a:ext>
            </a:extLst>
          </p:cNvPr>
          <p:cNvSpPr>
            <a:spLocks noGrp="1"/>
          </p:cNvSpPr>
          <p:nvPr>
            <p:ph type="body" sz="quarter" idx="10" hasCustomPrompt="1"/>
          </p:nvPr>
        </p:nvSpPr>
        <p:spPr>
          <a:xfrm>
            <a:off x="5862488" y="3964634"/>
            <a:ext cx="10515600" cy="1206079"/>
          </a:xfrm>
          <a:prstGeom prst="rect">
            <a:avLst/>
          </a:prstGeom>
        </p:spPr>
        <p:txBody>
          <a:bodyPr/>
          <a:lstStyle>
            <a:lvl1pPr marL="92075" indent="0" algn="l">
              <a:lnSpc>
                <a:spcPct val="100000"/>
              </a:lnSpc>
              <a:buNone/>
              <a:defRPr sz="2400" spc="0">
                <a:latin typeface="Times New Roman" panose="02020603050405020304" pitchFamily="18" charset="0"/>
                <a:cs typeface="Times New Roman" panose="02020603050405020304" pitchFamily="18" charset="0"/>
              </a:defRPr>
            </a:lvl1pPr>
          </a:lstStyle>
          <a:p>
            <a:pPr lvl="0"/>
            <a:r>
              <a:rPr lang="en-US" dirty="0"/>
              <a:t>Content1, 350, str, 15</a:t>
            </a:r>
          </a:p>
        </p:txBody>
      </p:sp>
      <p:sp>
        <p:nvSpPr>
          <p:cNvPr id="10" name="Text Placeholder 7">
            <a:extLst>
              <a:ext uri="{FF2B5EF4-FFF2-40B4-BE49-F238E27FC236}">
                <a16:creationId xmlns:a16="http://schemas.microsoft.com/office/drawing/2014/main" id="{6C68CABC-00FE-281F-26C4-253BA9F6635E}"/>
              </a:ext>
            </a:extLst>
          </p:cNvPr>
          <p:cNvSpPr>
            <a:spLocks noGrp="1"/>
          </p:cNvSpPr>
          <p:nvPr>
            <p:ph type="body" sz="quarter" idx="11" hasCustomPrompt="1"/>
          </p:nvPr>
        </p:nvSpPr>
        <p:spPr>
          <a:xfrm>
            <a:off x="5862488" y="5647383"/>
            <a:ext cx="10515600" cy="1206078"/>
          </a:xfrm>
          <a:prstGeom prst="rect">
            <a:avLst/>
          </a:prstGeom>
        </p:spPr>
        <p:txBody>
          <a:bodyPr/>
          <a:lstStyle>
            <a:lvl1pPr marL="92075" indent="0" algn="l">
              <a:lnSpc>
                <a:spcPct val="100000"/>
              </a:lnSpc>
              <a:buNone/>
              <a:defRPr sz="2400" spc="0">
                <a:latin typeface="Times New Roman" panose="02020603050405020304" pitchFamily="18" charset="0"/>
                <a:cs typeface="Times New Roman" panose="02020603050405020304" pitchFamily="18" charset="0"/>
              </a:defRPr>
            </a:lvl1pPr>
          </a:lstStyle>
          <a:p>
            <a:pPr lvl="0"/>
            <a:r>
              <a:rPr lang="en-US" dirty="0"/>
              <a:t>Content2, 350, str, 15</a:t>
            </a:r>
          </a:p>
        </p:txBody>
      </p:sp>
      <p:sp>
        <p:nvSpPr>
          <p:cNvPr id="11" name="Text Placeholder 7">
            <a:extLst>
              <a:ext uri="{FF2B5EF4-FFF2-40B4-BE49-F238E27FC236}">
                <a16:creationId xmlns:a16="http://schemas.microsoft.com/office/drawing/2014/main" id="{4C3AEEF8-B139-5E83-0F41-8ED4A3FC285E}"/>
              </a:ext>
            </a:extLst>
          </p:cNvPr>
          <p:cNvSpPr>
            <a:spLocks noGrp="1"/>
          </p:cNvSpPr>
          <p:nvPr>
            <p:ph type="body" sz="quarter" idx="12" hasCustomPrompt="1"/>
          </p:nvPr>
        </p:nvSpPr>
        <p:spPr>
          <a:xfrm>
            <a:off x="5862488" y="7266221"/>
            <a:ext cx="10515600" cy="1206078"/>
          </a:xfrm>
          <a:prstGeom prst="rect">
            <a:avLst/>
          </a:prstGeom>
        </p:spPr>
        <p:txBody>
          <a:bodyPr/>
          <a:lstStyle>
            <a:lvl1pPr marL="92075" indent="0" algn="l">
              <a:lnSpc>
                <a:spcPct val="100000"/>
              </a:lnSpc>
              <a:buNone/>
              <a:defRPr sz="2400" spc="0">
                <a:latin typeface="Times New Roman" panose="02020603050405020304" pitchFamily="18" charset="0"/>
                <a:cs typeface="Times New Roman" panose="02020603050405020304" pitchFamily="18" charset="0"/>
              </a:defRPr>
            </a:lvl1pPr>
          </a:lstStyle>
          <a:p>
            <a:pPr lvl="0"/>
            <a:r>
              <a:rPr lang="en-US" dirty="0"/>
              <a:t>Content3, 350, str, 15</a:t>
            </a:r>
          </a:p>
        </p:txBody>
      </p:sp>
    </p:spTree>
    <p:extLst>
      <p:ext uri="{BB962C8B-B14F-4D97-AF65-F5344CB8AC3E}">
        <p14:creationId xmlns:p14="http://schemas.microsoft.com/office/powerpoint/2010/main" val="41789141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 Type="http://schemas.openxmlformats.org/officeDocument/2006/relationships/slideLayout" Target="../slideLayouts/slideLayout2.xml"/><Relationship Id="rId20" Type="http://schemas.openxmlformats.org/officeDocument/2006/relationships/theme" Target="../theme/theme1.xml"/><Relationship Id="rId21" Type="http://schemas.openxmlformats.org/officeDocument/2006/relationships/image" Target="../media/image1.jpg"/><Relationship Id="rId22" Type="http://schemas.openxmlformats.org/officeDocument/2006/relationships/image" Target="../media/image2.png"/><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21">
              <a:alphaModFix/>
            </a:blip>
            <a:stretch>
              <a:fillRect l="-88565" t="-118543" r="-88557" b="-118553"/>
            </a:stretch>
          </a:blipFill>
          <a:ln>
            <a:noFill/>
          </a:ln>
        </p:spPr>
      </p:sp>
      <p:pic>
        <p:nvPicPr>
          <p:cNvPr id="7" name="Google Shape;7;p1"/>
          <p:cNvPicPr preferRelativeResize="0"/>
          <p:nvPr/>
        </p:nvPicPr>
        <p:blipFill rotWithShape="1">
          <a:blip r:embed="rId22">
            <a:alphaModFix/>
          </a:blip>
          <a:srcRect t="77729" r="-847" b="-2029"/>
          <a:stretch/>
        </p:blipFill>
        <p:spPr>
          <a:xfrm>
            <a:off x="372950" y="7770402"/>
            <a:ext cx="17691126" cy="2301976"/>
          </a:xfrm>
          <a:prstGeom prst="rect">
            <a:avLst/>
          </a:prstGeom>
          <a:noFill/>
          <a:ln>
            <a:noFill/>
          </a:ln>
        </p:spPr>
      </p:pic>
      <p:pic>
        <p:nvPicPr>
          <p:cNvPr id="8" name="Google Shape;8;p1"/>
          <p:cNvPicPr preferRelativeResize="0"/>
          <p:nvPr/>
        </p:nvPicPr>
        <p:blipFill rotWithShape="1">
          <a:blip r:embed="rId22">
            <a:alphaModFix/>
          </a:blip>
          <a:srcRect b="77816"/>
          <a:stretch/>
        </p:blipFill>
        <p:spPr>
          <a:xfrm>
            <a:off x="372950" y="406781"/>
            <a:ext cx="17542098" cy="2101574"/>
          </a:xfrm>
          <a:prstGeom prst="rect">
            <a:avLst/>
          </a:prstGeom>
          <a:noFill/>
          <a:ln>
            <a:noFill/>
          </a:ln>
        </p:spPr>
      </p:pic>
      <p:sp>
        <p:nvSpPr>
          <p:cNvPr id="9" name="Google Shape;9;p1"/>
          <p:cNvSpPr txBox="1">
            <a:spLocks noGrp="1"/>
          </p:cNvSpPr>
          <p:nvPr>
            <p:ph type="title"/>
          </p:nvPr>
        </p:nvSpPr>
        <p:spPr>
          <a:xfrm>
            <a:off x="357900" y="724350"/>
            <a:ext cx="17572200" cy="2991000"/>
          </a:xfrm>
          <a:prstGeom prst="rect">
            <a:avLst/>
          </a:prstGeom>
          <a:noFill/>
          <a:ln>
            <a:noFill/>
          </a:ln>
        </p:spPr>
        <p:txBody>
          <a:bodyPr spcFirstLastPara="1" wrap="square" lIns="91425" tIns="45700" rIns="91425" bIns="45700" anchor="t" anchorCtr="0">
            <a:noAutofit/>
          </a:bodyPr>
          <a:lstStyle>
            <a:lvl1pPr marR="0" lvl="0" algn="ctr" rtl="0">
              <a:lnSpc>
                <a:spcPct val="80000"/>
              </a:lnSpc>
              <a:spcBef>
                <a:spcPts val="0"/>
              </a:spcBef>
              <a:spcAft>
                <a:spcPts val="0"/>
              </a:spcAft>
              <a:buClr>
                <a:srgbClr val="876A46"/>
              </a:buClr>
              <a:buSzPts val="14250"/>
              <a:buFont typeface="Marck Script"/>
              <a:buNone/>
              <a:defRPr sz="14250" i="0" u="none" strike="noStrike" cap="none">
                <a:solidFill>
                  <a:srgbClr val="876A46"/>
                </a:solidFill>
                <a:latin typeface="Marck Script"/>
                <a:ea typeface="Marck Script"/>
                <a:cs typeface="Marck Script"/>
                <a:sym typeface="Marck Scrip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0" name="Google Shape;10;p1"/>
          <p:cNvSpPr txBox="1">
            <a:spLocks noGrp="1"/>
          </p:cNvSpPr>
          <p:nvPr>
            <p:ph type="body" idx="1"/>
          </p:nvPr>
        </p:nvSpPr>
        <p:spPr>
          <a:xfrm>
            <a:off x="5029200" y="4712825"/>
            <a:ext cx="8229600" cy="4526100"/>
          </a:xfrm>
          <a:prstGeom prst="rect">
            <a:avLst/>
          </a:prstGeom>
          <a:noFill/>
          <a:ln>
            <a:noFill/>
          </a:ln>
        </p:spPr>
        <p:txBody>
          <a:bodyPr spcFirstLastPara="1" wrap="square" lIns="91425" tIns="45700" rIns="91425" bIns="45700" anchor="t" anchorCtr="0">
            <a:normAutofit/>
          </a:bodyPr>
          <a:lstStyle>
            <a:lvl1pPr marL="457200" marR="0" lvl="0" indent="-365125" algn="ctr" rtl="0">
              <a:spcBef>
                <a:spcPts val="640"/>
              </a:spcBef>
              <a:spcAft>
                <a:spcPts val="0"/>
              </a:spcAft>
              <a:buClr>
                <a:schemeClr val="dk1"/>
              </a:buClr>
              <a:buSzPts val="2150"/>
              <a:buFont typeface="Pangolin"/>
              <a:buChar char="•"/>
              <a:defRPr sz="2150" i="0" u="none" strike="noStrike" cap="none">
                <a:solidFill>
                  <a:schemeClr val="dk1"/>
                </a:solidFill>
                <a:latin typeface="Pangolin"/>
                <a:ea typeface="Pangolin"/>
                <a:cs typeface="Pangolin"/>
                <a:sym typeface="Pangolin"/>
              </a:defRPr>
            </a:lvl1pPr>
            <a:lvl2pPr marL="914400" marR="0" lvl="1" indent="-365125" algn="ctr" rtl="0">
              <a:spcBef>
                <a:spcPts val="560"/>
              </a:spcBef>
              <a:spcAft>
                <a:spcPts val="0"/>
              </a:spcAft>
              <a:buClr>
                <a:schemeClr val="dk1"/>
              </a:buClr>
              <a:buSzPts val="2150"/>
              <a:buFont typeface="Pangolin"/>
              <a:buChar char="–"/>
              <a:defRPr sz="2150" i="0" u="none" strike="noStrike" cap="none">
                <a:solidFill>
                  <a:schemeClr val="dk1"/>
                </a:solidFill>
                <a:latin typeface="Pangolin"/>
                <a:ea typeface="Pangolin"/>
                <a:cs typeface="Pangolin"/>
                <a:sym typeface="Pangolin"/>
              </a:defRPr>
            </a:lvl2pPr>
            <a:lvl3pPr marL="1371600" marR="0" lvl="2" indent="-365125" algn="ctr" rtl="0">
              <a:spcBef>
                <a:spcPts val="480"/>
              </a:spcBef>
              <a:spcAft>
                <a:spcPts val="0"/>
              </a:spcAft>
              <a:buClr>
                <a:schemeClr val="dk1"/>
              </a:buClr>
              <a:buSzPts val="2150"/>
              <a:buFont typeface="Pangolin"/>
              <a:buChar char="•"/>
              <a:defRPr sz="2150" i="0" u="none" strike="noStrike" cap="none">
                <a:solidFill>
                  <a:schemeClr val="dk1"/>
                </a:solidFill>
                <a:latin typeface="Pangolin"/>
                <a:ea typeface="Pangolin"/>
                <a:cs typeface="Pangolin"/>
                <a:sym typeface="Pangolin"/>
              </a:defRPr>
            </a:lvl3pPr>
            <a:lvl4pPr marL="1828800" marR="0" lvl="3" indent="-365125" algn="ctr" rtl="0">
              <a:spcBef>
                <a:spcPts val="400"/>
              </a:spcBef>
              <a:spcAft>
                <a:spcPts val="0"/>
              </a:spcAft>
              <a:buClr>
                <a:schemeClr val="dk1"/>
              </a:buClr>
              <a:buSzPts val="2150"/>
              <a:buFont typeface="Pangolin"/>
              <a:buChar char="–"/>
              <a:defRPr sz="2150" i="0" u="none" strike="noStrike" cap="none">
                <a:solidFill>
                  <a:schemeClr val="dk1"/>
                </a:solidFill>
                <a:latin typeface="Pangolin"/>
                <a:ea typeface="Pangolin"/>
                <a:cs typeface="Pangolin"/>
                <a:sym typeface="Pangolin"/>
              </a:defRPr>
            </a:lvl4pPr>
            <a:lvl5pPr marL="2286000" marR="0" lvl="4" indent="-365125" algn="ctr" rtl="0">
              <a:spcBef>
                <a:spcPts val="400"/>
              </a:spcBef>
              <a:spcAft>
                <a:spcPts val="0"/>
              </a:spcAft>
              <a:buClr>
                <a:schemeClr val="dk1"/>
              </a:buClr>
              <a:buSzPts val="2150"/>
              <a:buFont typeface="Pangolin"/>
              <a:buChar char="»"/>
              <a:defRPr sz="2150" i="0" u="none" strike="noStrike" cap="none">
                <a:solidFill>
                  <a:schemeClr val="dk1"/>
                </a:solidFill>
                <a:latin typeface="Pangolin"/>
                <a:ea typeface="Pangolin"/>
                <a:cs typeface="Pangolin"/>
                <a:sym typeface="Pangolin"/>
              </a:defRPr>
            </a:lvl5pPr>
            <a:lvl6pPr marL="2743200" marR="0" lvl="5" indent="-365125" algn="ctr" rtl="0">
              <a:spcBef>
                <a:spcPts val="400"/>
              </a:spcBef>
              <a:spcAft>
                <a:spcPts val="0"/>
              </a:spcAft>
              <a:buClr>
                <a:schemeClr val="dk1"/>
              </a:buClr>
              <a:buSzPts val="2150"/>
              <a:buFont typeface="Pangolin"/>
              <a:buChar char="•"/>
              <a:defRPr sz="2150" i="0" u="none" strike="noStrike" cap="none">
                <a:solidFill>
                  <a:schemeClr val="dk1"/>
                </a:solidFill>
                <a:latin typeface="Pangolin"/>
                <a:ea typeface="Pangolin"/>
                <a:cs typeface="Pangolin"/>
                <a:sym typeface="Pangolin"/>
              </a:defRPr>
            </a:lvl6pPr>
            <a:lvl7pPr marL="3200400" marR="0" lvl="6" indent="-365125" algn="ctr" rtl="0">
              <a:spcBef>
                <a:spcPts val="400"/>
              </a:spcBef>
              <a:spcAft>
                <a:spcPts val="0"/>
              </a:spcAft>
              <a:buClr>
                <a:schemeClr val="dk1"/>
              </a:buClr>
              <a:buSzPts val="2150"/>
              <a:buFont typeface="Pangolin"/>
              <a:buChar char="•"/>
              <a:defRPr sz="2150" i="0" u="none" strike="noStrike" cap="none">
                <a:solidFill>
                  <a:schemeClr val="dk1"/>
                </a:solidFill>
                <a:latin typeface="Pangolin"/>
                <a:ea typeface="Pangolin"/>
                <a:cs typeface="Pangolin"/>
                <a:sym typeface="Pangolin"/>
              </a:defRPr>
            </a:lvl7pPr>
            <a:lvl8pPr marL="3657600" marR="0" lvl="7" indent="-365125" algn="ctr" rtl="0">
              <a:spcBef>
                <a:spcPts val="400"/>
              </a:spcBef>
              <a:spcAft>
                <a:spcPts val="0"/>
              </a:spcAft>
              <a:buClr>
                <a:schemeClr val="dk1"/>
              </a:buClr>
              <a:buSzPts val="2150"/>
              <a:buFont typeface="Pangolin"/>
              <a:buChar char="•"/>
              <a:defRPr sz="2150" i="0" u="none" strike="noStrike" cap="none">
                <a:solidFill>
                  <a:schemeClr val="dk1"/>
                </a:solidFill>
                <a:latin typeface="Pangolin"/>
                <a:ea typeface="Pangolin"/>
                <a:cs typeface="Pangolin"/>
                <a:sym typeface="Pangolin"/>
              </a:defRPr>
            </a:lvl8pPr>
            <a:lvl9pPr marL="4114800" marR="0" lvl="8" indent="-365125" algn="ctr" rtl="0">
              <a:spcBef>
                <a:spcPts val="400"/>
              </a:spcBef>
              <a:spcAft>
                <a:spcPts val="0"/>
              </a:spcAft>
              <a:buClr>
                <a:schemeClr val="dk1"/>
              </a:buClr>
              <a:buSzPts val="2150"/>
              <a:buFont typeface="Pangolin"/>
              <a:buChar char="•"/>
              <a:defRPr sz="2150" i="0" u="none" strike="noStrike" cap="none">
                <a:solidFill>
                  <a:schemeClr val="dk1"/>
                </a:solidFill>
                <a:latin typeface="Pangolin"/>
                <a:ea typeface="Pangolin"/>
                <a:cs typeface="Pangolin"/>
                <a:sym typeface="Pangolin"/>
              </a:defRPr>
            </a:lvl9pPr>
          </a:lstStyle>
          <a:p>
            <a:endParaRPr/>
          </a:p>
        </p:txBody>
      </p:sp>
    </p:spTree>
  </p:cSld>
  <p:clrMap bg1="lt1" tx1="dk1" bg2="dk2" tx2="lt2" accent1="accent1" accent2="accent2" accent3="accent3" accent4="accent4" accent5="accent5" accent6="accent6" hlink="hlink" folHlink="folHlink"/>
  <p:sldLayoutIdLst>
    <p:sldLayoutId id="2147483662" r:id="rId1"/>
    <p:sldLayoutId id="2147483650" r:id="rId2"/>
    <p:sldLayoutId id="2147483651" r:id="rId3"/>
    <p:sldLayoutId id="2147483652" r:id="rId4"/>
    <p:sldLayoutId id="2147483653" r:id="rId5"/>
    <p:sldLayoutId id="2147483660" r:id="rId6"/>
    <p:sldLayoutId id="2147483659" r:id="rId7"/>
    <p:sldLayoutId id="2147483654" r:id="rId8"/>
    <p:sldLayoutId id="2147483656" r:id="rId9"/>
    <p:sldLayoutId id="2147483657" r:id="rId10"/>
    <p:sldLayoutId id="2147483658" r:id="rId11"/>
    <p:sldLayoutId id="2147483661" r:id="rId12"/>
    <p:sldLayoutId id="2147483663" r:id="rId13"/>
    <p:sldLayoutId id="2147483664" r:id="rId14"/>
    <p:sldLayoutId id="2147483665" r:id="rId15"/>
    <p:sldLayoutId id="2147483666" r:id="rId16"/>
    <p:sldLayoutId id="2147483667" r:id="rId17"/>
    <p:sldLayoutId id="2147483668" r:id="rId18"/>
    <p:sldLayoutId id="2147483669"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jpg"/><Relationship Id="rId3" Type="http://schemas.openxmlformats.org/officeDocument/2006/relationships/hyperlink" Target="https://unsplash.com/@libraryofcongress?utm_source=ai_slide_maker&amp;utm_medium=referral" TargetMode="External"/><Relationship Id="rId4" Type="http://schemas.openxmlformats.org/officeDocument/2006/relationships/hyperlink" Target="https://unsplash.com/photos/blowing-horns-on-bleeker-street-on-new-years-day-iQN2zgXi5BQ?utm_source=ai_slide_maker&amp;utm_medium=referra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9600"/>
              <a:t>Amir temur</a:t>
            </a:r>
          </a:p>
        </p:txBody>
      </p:sp>
      <p:sp>
        <p:nvSpPr>
          <p:cNvPr id="3" name="Subtitle 2"/>
          <p:cNvSpPr>
            <a:spLocks noGrp="1"/>
          </p:cNvSpPr>
          <p:nvPr>
            <p:ph type="subTitle" idx="1"/>
          </p:nvPr>
        </p:nvSpPr>
        <p:spPr/>
        <p:txBody>
          <a:bodyPr/>
          <a:lstStyle/>
          <a:p>
            <a:r>
              <a:t>Hc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Reja</a:t>
            </a:r>
          </a:p>
        </p:txBody>
      </p:sp>
      <p:sp>
        <p:nvSpPr>
          <p:cNvPr id="3" name="Subtitle 2"/>
          <p:cNvSpPr>
            <a:spLocks noGrp="1"/>
          </p:cNvSpPr>
          <p:nvPr>
            <p:ph type="subTitle" idx="1"/>
          </p:nvPr>
        </p:nvSpPr>
        <p:spPr/>
        <p:txBody>
          <a:bodyPr/>
          <a:lstStyle/>
          <a:p>
            <a:r>
              <a:t>Amir Temurning hayoti va davri haqida asosiy tushuncha</a:t>
            </a:r>
          </a:p>
        </p:txBody>
      </p:sp>
      <p:sp>
        <p:nvSpPr>
          <p:cNvPr id="4" name="Subtitle 3"/>
          <p:cNvSpPr>
            <a:spLocks noGrp="1"/>
          </p:cNvSpPr>
          <p:nvPr>
            <p:ph type="subTitle" idx="2"/>
          </p:nvPr>
        </p:nvSpPr>
        <p:spPr/>
        <p:txBody>
          <a:bodyPr/>
          <a:lstStyle/>
          <a:p>
            <a:r>
              <a:t>Amir Temurning davlat va harbiy yutuqlari</a:t>
            </a:r>
          </a:p>
        </p:txBody>
      </p:sp>
      <p:sp>
        <p:nvSpPr>
          <p:cNvPr id="5" name="Subtitle 4"/>
          <p:cNvSpPr>
            <a:spLocks noGrp="1"/>
          </p:cNvSpPr>
          <p:nvPr>
            <p:ph type="subTitle" idx="3"/>
          </p:nvPr>
        </p:nvSpPr>
        <p:spPr/>
        <p:txBody>
          <a:bodyPr/>
          <a:lstStyle/>
          <a:p>
            <a:r>
              <a:t>Amir Temurning merosi va uning hozirgi davrdagi ta'siri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5310"/>
              <a:t>Amir Temurning Hayoti</a:t>
            </a:r>
          </a:p>
        </p:txBody>
      </p:sp>
      <p:sp>
        <p:nvSpPr>
          <p:cNvPr id="3" name="Text Placeholder 2"/>
          <p:cNvSpPr>
            <a:spLocks noGrp="1"/>
          </p:cNvSpPr>
          <p:nvPr>
            <p:ph type="body" idx="10" sz="quarter"/>
          </p:nvPr>
        </p:nvSpPr>
        <p:spPr/>
        <p:txBody>
          <a:bodyPr/>
          <a:lstStyle/>
          <a:p>
            <a:r>
              <a:rPr sz="2039"/>
              <a:t>Amir Temur Toshkent va Buxoroda ta'lim oldi va harbiy tajribalar to'pladi.</a:t>
            </a:r>
          </a:p>
        </p:txBody>
      </p:sp>
      <p:sp>
        <p:nvSpPr>
          <p:cNvPr id="4" name="Text Placeholder 3"/>
          <p:cNvSpPr>
            <a:spLocks noGrp="1"/>
          </p:cNvSpPr>
          <p:nvPr>
            <p:ph type="body" idx="11" sz="quarter"/>
          </p:nvPr>
        </p:nvSpPr>
        <p:spPr/>
        <p:txBody>
          <a:bodyPr/>
          <a:lstStyle/>
          <a:p>
            <a:r>
              <a:rPr sz="2070"/>
              <a:t>Uning hayoti va faoliyati tarixiy voqealar bilan chambarchas bog'liq.</a:t>
            </a:r>
          </a:p>
        </p:txBody>
      </p:sp>
      <p:sp>
        <p:nvSpPr>
          <p:cNvPr id="5" name="Text Placeholder 4"/>
          <p:cNvSpPr>
            <a:spLocks noGrp="1"/>
          </p:cNvSpPr>
          <p:nvPr>
            <p:ph type="body" idx="12" sz="quarter"/>
          </p:nvPr>
        </p:nvSpPr>
        <p:spPr/>
        <p:txBody>
          <a:bodyPr/>
          <a:lstStyle/>
          <a:p>
            <a:r>
              <a:rPr sz="2060"/>
              <a:t>Amir Temur yoshligida o'zining liderlik qobiliyatlarini rivojlantirdi.</a:t>
            </a:r>
          </a:p>
        </p:txBody>
      </p:sp>
      <p:sp>
        <p:nvSpPr>
          <p:cNvPr id="6" name="Text Placeholder 5"/>
          <p:cNvSpPr>
            <a:spLocks noGrp="1"/>
          </p:cNvSpPr>
          <p:nvPr>
            <p:ph type="body" idx="13" sz="quarter"/>
          </p:nvPr>
        </p:nvSpPr>
        <p:spPr/>
        <p:txBody>
          <a:bodyPr/>
          <a:lstStyle/>
          <a:p>
            <a:r>
              <a:rPr sz="2080"/>
              <a:t>Uning shaxsiyati qat'iyatli va halol bo'lishi bilan ajralib turadi.</a:t>
            </a:r>
          </a:p>
        </p:txBody>
      </p:sp>
      <p:sp>
        <p:nvSpPr>
          <p:cNvPr id="7" name="Text Placeholder 6"/>
          <p:cNvSpPr>
            <a:spLocks noGrp="1"/>
          </p:cNvSpPr>
          <p:nvPr>
            <p:ph type="body" idx="14" sz="quarter"/>
          </p:nvPr>
        </p:nvSpPr>
        <p:spPr/>
        <p:txBody>
          <a:bodyPr/>
          <a:lstStyle/>
          <a:p>
            <a:r>
              <a:rPr sz="2110"/>
              <a:t>O'smirlik davrida ta'lim va madaniyatga katta e'tibor qaratdi.</a:t>
            </a:r>
          </a:p>
        </p:txBody>
      </p:sp>
      <p:sp>
        <p:nvSpPr>
          <p:cNvPr id="8" name="Text Placeholder 7"/>
          <p:cNvSpPr>
            <a:spLocks noGrp="1"/>
          </p:cNvSpPr>
          <p:nvPr>
            <p:ph type="body" idx="15" sz="quarter"/>
          </p:nvPr>
        </p:nvSpPr>
        <p:spPr/>
        <p:txBody>
          <a:bodyPr/>
          <a:lstStyle/>
          <a:p>
            <a:r>
              <a:rPr sz="2030"/>
              <a:t>Uning yoshligida qiyinchiliklarga duch keldi, lekin maqsadiga sodiq qoladi.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7000"/>
              <a:t>Amir Temurning Davri</a:t>
            </a:r>
          </a:p>
        </p:txBody>
      </p:sp>
      <p:sp>
        <p:nvSpPr>
          <p:cNvPr id="3" name="Text Placeholder 2"/>
          <p:cNvSpPr>
            <a:spLocks noGrp="1"/>
          </p:cNvSpPr>
          <p:nvPr>
            <p:ph type="body" idx="10" sz="quarter"/>
          </p:nvPr>
        </p:nvSpPr>
        <p:spPr/>
        <p:txBody>
          <a:bodyPr/>
          <a:lstStyle/>
          <a:p>
            <a:r>
              <a:rPr sz="2450"/>
              <a:t>Amir Temur, XIV asrning oxiri va XV asr boshlarida hukmronlik qilgan buyuk davlat arbobi va jangari. Uning davri, O'rta Osiyo tarixida muhim burilish nuqtasi bo'lib, katta siyosiy va iqtisodiy o'zgarishlarga sabab bo'ldi.</a:t>
            </a:r>
          </a:p>
        </p:txBody>
      </p:sp>
      <p:sp>
        <p:nvSpPr>
          <p:cNvPr id="4" name="Text Placeholder 3"/>
          <p:cNvSpPr>
            <a:spLocks noGrp="1"/>
          </p:cNvSpPr>
          <p:nvPr>
            <p:ph type="body" idx="11" sz="quarter"/>
          </p:nvPr>
        </p:nvSpPr>
        <p:spPr/>
        <p:txBody>
          <a:bodyPr/>
          <a:lstStyle/>
          <a:p>
            <a:r>
              <a:rPr sz="2380"/>
              <a:t>Davrda iqtisodiy rivojlanish uchun savdo yo'llari kengaytirildi, yangi shaharlar va madaniyat markazlari qurildi. Amir Temur zamonaviy madaniyat va san'atni rivojlantirishga katta e'tibor qaratdi. Uning hukmronligi davomida ilm-fan va adabiyot ham rivojlandi.</a:t>
            </a:r>
          </a:p>
        </p:txBody>
      </p:sp>
      <p:sp>
        <p:nvSpPr>
          <p:cNvPr id="5" name="Text Placeholder 4"/>
          <p:cNvSpPr>
            <a:spLocks noGrp="1"/>
          </p:cNvSpPr>
          <p:nvPr>
            <p:ph type="body" idx="12" sz="quarter"/>
          </p:nvPr>
        </p:nvSpPr>
        <p:spPr/>
        <p:txBody>
          <a:bodyPr/>
          <a:lstStyle/>
          <a:p>
            <a:r>
              <a:rPr sz="2400"/>
              <a:t>Amir Temur davrida yuz bergan muhim voqealar orasida unga qarshi ko'tarilgan isyonlar va tashqi tahdidlar bo'ldi. U davlatni mustahkamlash uchun qattiq siyosat yuritdi, yangi harbiy yurishlar o'tkazdi va davlat boshqaruvini yanada takomillashtirdi.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6720"/>
              <a:t>Amir Temurning Harbiy Yutuqlari</a:t>
            </a:r>
          </a:p>
        </p:txBody>
      </p:sp>
      <p:sp>
        <p:nvSpPr>
          <p:cNvPr id="3" name="Text Placeholder 2"/>
          <p:cNvSpPr>
            <a:spLocks noGrp="1"/>
          </p:cNvSpPr>
          <p:nvPr>
            <p:ph type="body" idx="10" sz="quarter"/>
          </p:nvPr>
        </p:nvSpPr>
        <p:spPr/>
        <p:txBody>
          <a:bodyPr/>
          <a:lstStyle/>
          <a:p>
            <a:r>
              <a:rPr sz="2080"/>
              <a:t>Amir Temur, harbiy strategiya va taktikada o'ziga xos usullarga ega bo'lgan etakchi jangari edi. Uning harbiy yondashuvi keng ko'lamli urushlar va muvaffaqiyatli janglar bilan tanilgan, u jang maydonida tezkor harakatlar va kuchli muvozanatni qo'llagan.</a:t>
            </a:r>
          </a:p>
        </p:txBody>
      </p:sp>
      <p:sp>
        <p:nvSpPr>
          <p:cNvPr id="4" name="Text Placeholder 3"/>
          <p:cNvSpPr>
            <a:spLocks noGrp="1"/>
          </p:cNvSpPr>
          <p:nvPr>
            <p:ph type="body" idx="11" sz="quarter"/>
          </p:nvPr>
        </p:nvSpPr>
        <p:spPr/>
        <p:txBody>
          <a:bodyPr/>
          <a:lstStyle/>
          <a:p>
            <a:r>
              <a:rPr sz="2020"/>
              <a:t>O'zbekistonni birlashtirishdagi roli muhim bo'lib, u keng hududlarni birlashtirish uchun o'z armiyasini tashkil etgan va mahalliy hukmdorlar bilan hamkorlik qilgan. Bu jarayon davomida u o'z hukmronligini mustahkamlash uchun harbiy qudrat va siyosiy diplomatiyani muvaffaqiyatli qo'llagan.</a:t>
            </a:r>
          </a:p>
        </p:txBody>
      </p:sp>
      <p:sp>
        <p:nvSpPr>
          <p:cNvPr id="5" name="Text Placeholder 4"/>
          <p:cNvSpPr>
            <a:spLocks noGrp="1"/>
          </p:cNvSpPr>
          <p:nvPr>
            <p:ph type="body" idx="12" sz="quarter"/>
          </p:nvPr>
        </p:nvSpPr>
        <p:spPr/>
        <p:txBody>
          <a:bodyPr/>
          <a:lstStyle/>
          <a:p>
            <a:r>
              <a:rPr sz="1900"/>
              <a:t>Muqaddas urushlar va janglar, masalan, Chorchil va Sultaniy urushlari, uning harbiy yutuqlari uchun asos bo'lgan. U harbiy kuchlarni tashkil etishda yangi texnologiyalar va taktikalarni joriy etgan, shuningdek, jang maydonida muhim strategik qadamlar bilan ajralib turgan. Bu yutuqlar uning keng tarqalgan harbiy kuchlarini shakllantirishda muhim rol o'ynagan.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5720"/>
              <a:t>Amir Temur o'z davlatchiligi davomida ma'muriy islohotlar o'tkazdi, iqtisodiy rivojlanishni ta'minladi, madaniyat va ilm-fan sohasida yutuqlarga erishdi. Uning merosi zamonaviy O'zbekistonning asoslarini belgilab, ta'sir o'tkazdi.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5640"/>
              <a:t>Amir Temurning Merosi</a:t>
            </a:r>
          </a:p>
        </p:txBody>
      </p:sp>
      <p:sp>
        <p:nvSpPr>
          <p:cNvPr id="3" name="Text Placeholder 2"/>
          <p:cNvSpPr>
            <a:spLocks noGrp="1"/>
          </p:cNvSpPr>
          <p:nvPr>
            <p:ph type="body" idx="10" sz="quarter"/>
          </p:nvPr>
        </p:nvSpPr>
        <p:spPr/>
        <p:txBody>
          <a:bodyPr/>
          <a:lstStyle/>
          <a:p>
            <a:r>
              <a:rPr sz="2460"/>
              <a:t>Amir Temurning merosi madaniy, ilmiy va harbiy sohalardagi ta'siri bilan ajralib turadi. Asarlari va arxitekturasi hozirgacha saqlangan.</a:t>
            </a:r>
          </a:p>
        </p:txBody>
      </p:sp>
      <p:sp>
        <p:nvSpPr>
          <p:cNvPr id="4" name="Text Placeholder 3"/>
          <p:cNvSpPr>
            <a:spLocks noGrp="1"/>
          </p:cNvSpPr>
          <p:nvPr>
            <p:ph type="body" idx="11" sz="quarter"/>
          </p:nvPr>
        </p:nvSpPr>
        <p:spPr/>
        <p:txBody>
          <a:bodyPr/>
          <a:lstStyle/>
          <a:p>
            <a:r>
              <a:rPr sz="2420"/>
              <a:t>Meros tarixi davomida madaniyat va ta'lim rivojlanishiga katta ta'sir ko'rsatdi. Bu meros milliy identitet va madaniyatimizning asosi hisoblanadi.</a:t>
            </a:r>
          </a:p>
        </p:txBody>
      </p:sp>
      <p:sp>
        <p:nvSpPr>
          <p:cNvPr id="5" name="Text Placeholder 4"/>
          <p:cNvSpPr>
            <a:spLocks noGrp="1"/>
          </p:cNvSpPr>
          <p:nvPr>
            <p:ph type="body" idx="12" sz="quarter"/>
          </p:nvPr>
        </p:nvSpPr>
        <p:spPr/>
        <p:txBody>
          <a:bodyPr/>
          <a:lstStyle/>
          <a:p>
            <a:r>
              <a:rPr sz="2510"/>
              <a:t>Hozirda, merosni saqlash uchun muzeylar va madaniyat markazlari faoliyat yuritmoqda. Xalqaro hamkorliklar kengaytirilmoqda.</a:t>
            </a:r>
          </a:p>
        </p:txBody>
      </p:sp>
      <p:pic>
        <p:nvPicPr>
          <p:cNvPr id="6" name="Picture Placeholder 5" descr="image.jpg"/>
          <p:cNvPicPr>
            <a:picLocks noGrp="1" noChangeAspect="1"/>
          </p:cNvPicPr>
          <p:nvPr>
            <p:ph type="pic" idx="13" sz="quarter"/>
          </p:nvPr>
        </p:nvPicPr>
        <p:blipFill>
          <a:blip r:embed="rId2"/>
          <a:srcRect t="1952" b="1952"/>
          <a:stretch>
            <a:fillRect/>
          </a:stretch>
        </p:blipFill>
        <p:spPr/>
      </p:pic>
      <p:sp>
        <p:nvSpPr>
          <p:cNvPr id="7" name="TextBox 6"/>
          <p:cNvSpPr txBox="1"/>
          <p:nvPr/>
        </p:nvSpPr>
        <p:spPr>
          <a:xfrm>
            <a:off x="2686050" y="7379302"/>
            <a:ext cx="4895850" cy="228600"/>
          </a:xfrm>
          <a:prstGeom prst="rect">
            <a:avLst/>
          </a:prstGeom>
          <a:solidFill>
            <a:srgbClr val="F5F3F2"/>
          </a:solidFill>
        </p:spPr>
        <p:txBody>
          <a:bodyPr wrap="none" tIns="0" bIns="0" lIns="0" rIns="0">
            <a:spAutoFit/>
          </a:bodyPr>
          <a:lstStyle/>
          <a:p>
            <a:pPr algn="ctr"/>
            <a:r>
              <a:rPr sz="1100"/>
              <a:t>Photo by </a:t>
            </a:r>
            <a:r>
              <a:rPr sz="1100">
                <a:hlinkClick r:id="rId3"/>
              </a:rPr>
              <a:t>Library of Congress</a:t>
            </a:r>
            <a:r>
              <a:rPr sz="1100"/>
              <a:t> on </a:t>
            </a:r>
            <a:r>
              <a:rPr sz="1100">
                <a:hlinkClick r:id="rId4"/>
              </a:rPr>
              <a:t>Unsplash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5760"/>
              <a:t>Amir Temur va Zamonaviy O'zbekiston</a:t>
            </a:r>
          </a:p>
        </p:txBody>
      </p:sp>
      <p:sp>
        <p:nvSpPr>
          <p:cNvPr id="3" name="Subtitle 2"/>
          <p:cNvSpPr>
            <a:spLocks noGrp="1"/>
          </p:cNvSpPr>
          <p:nvPr>
            <p:ph type="subTitle" idx="1"/>
          </p:nvPr>
        </p:nvSpPr>
        <p:spPr/>
        <p:txBody>
          <a:bodyPr/>
          <a:lstStyle/>
          <a:p>
            <a:r>
              <a:rPr sz="3010"/>
              <a:t>Hozirgi ta'siri</a:t>
            </a:r>
          </a:p>
        </p:txBody>
      </p:sp>
      <p:sp>
        <p:nvSpPr>
          <p:cNvPr id="4" name="Text Placeholder 3"/>
          <p:cNvSpPr>
            <a:spLocks noGrp="1"/>
          </p:cNvSpPr>
          <p:nvPr>
            <p:ph type="body" idx="2"/>
          </p:nvPr>
        </p:nvSpPr>
        <p:spPr/>
        <p:txBody>
          <a:bodyPr/>
          <a:lstStyle/>
          <a:p>
            <a:r>
              <a:rPr sz="2010"/>
              <a:t>Amir Temurning merosi hozirgi O'zbekiston madaniyatida chuqur aks etadi. Uning shaxsiyati va tafakkuri milliy identitetga ta'sir qilmoqda.</a:t>
            </a:r>
          </a:p>
        </p:txBody>
      </p:sp>
      <p:sp>
        <p:nvSpPr>
          <p:cNvPr id="5" name="Subtitle 4"/>
          <p:cNvSpPr>
            <a:spLocks noGrp="1"/>
          </p:cNvSpPr>
          <p:nvPr>
            <p:ph type="subTitle" idx="3"/>
          </p:nvPr>
        </p:nvSpPr>
        <p:spPr/>
        <p:txBody>
          <a:bodyPr/>
          <a:lstStyle/>
          <a:p>
            <a:r>
              <a:rPr sz="2840"/>
              <a:t>Madaniy va ijtimoiy o'rni</a:t>
            </a:r>
          </a:p>
        </p:txBody>
      </p:sp>
      <p:sp>
        <p:nvSpPr>
          <p:cNvPr id="6" name="Text Placeholder 5"/>
          <p:cNvSpPr>
            <a:spLocks noGrp="1"/>
          </p:cNvSpPr>
          <p:nvPr>
            <p:ph type="body" idx="4"/>
          </p:nvPr>
        </p:nvSpPr>
        <p:spPr/>
        <p:txBody>
          <a:bodyPr/>
          <a:lstStyle/>
          <a:p>
            <a:r>
              <a:rPr sz="1950"/>
              <a:t>O'zbekiston madaniyatida Amir Temur asarlarini saqlash va rivojlantirish davom etmoqda. Tarixiy joylar va madaniyat markazlari uning merosini yodga oladi.</a:t>
            </a:r>
          </a:p>
        </p:txBody>
      </p:sp>
      <p:sp>
        <p:nvSpPr>
          <p:cNvPr id="7" name="Subtitle 6"/>
          <p:cNvSpPr>
            <a:spLocks noGrp="1"/>
          </p:cNvSpPr>
          <p:nvPr>
            <p:ph type="subTitle" idx="5"/>
          </p:nvPr>
        </p:nvSpPr>
        <p:spPr/>
        <p:txBody>
          <a:bodyPr/>
          <a:lstStyle/>
          <a:p>
            <a:r>
              <a:rPr sz="2750"/>
              <a:t>Zamonaviy siyosatdagi ahamiyati</a:t>
            </a:r>
          </a:p>
        </p:txBody>
      </p:sp>
      <p:sp>
        <p:nvSpPr>
          <p:cNvPr id="8" name="Text Placeholder 7"/>
          <p:cNvSpPr>
            <a:spLocks noGrp="1"/>
          </p:cNvSpPr>
          <p:nvPr>
            <p:ph type="body" idx="6"/>
          </p:nvPr>
        </p:nvSpPr>
        <p:spPr/>
        <p:txBody>
          <a:bodyPr/>
          <a:lstStyle/>
          <a:p>
            <a:r>
              <a:rPr sz="1939"/>
              <a:t>Zamonaviy siyosatda Amir Temur ramzi va mafkura asoslari ishlatiladi. Uning adolat va jasorat usullari siyosiy va milliy strategiyalarda o'z aksini topmoqda.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7200"/>
              <a:t>Xulosa</a:t>
            </a:r>
          </a:p>
        </p:txBody>
      </p:sp>
      <p:sp>
        <p:nvSpPr>
          <p:cNvPr id="3" name="Text Placeholder 2"/>
          <p:cNvSpPr>
            <a:spLocks noGrp="1"/>
          </p:cNvSpPr>
          <p:nvPr>
            <p:ph type="body" idx="10" sz="quarter"/>
          </p:nvPr>
        </p:nvSpPr>
        <p:spPr/>
        <p:txBody>
          <a:bodyPr/>
          <a:lstStyle/>
          <a:p>
            <a:r>
              <a:rPr sz="2570"/>
              <a:t>Amir Temurning hayoti va shaxsiyati uning buyuk lider sifatida rivojlanishiga asos bo‘ldi. Ijtimoiy, iqtisodiy va madaniy rivojlanishga katta ta'sir ko‘rsatdi.</a:t>
            </a:r>
          </a:p>
        </p:txBody>
      </p:sp>
      <p:sp>
        <p:nvSpPr>
          <p:cNvPr id="4" name="Text Placeholder 3"/>
          <p:cNvSpPr>
            <a:spLocks noGrp="1"/>
          </p:cNvSpPr>
          <p:nvPr>
            <p:ph type="body" idx="11" sz="quarter"/>
          </p:nvPr>
        </p:nvSpPr>
        <p:spPr/>
        <p:txBody>
          <a:bodyPr/>
          <a:lstStyle/>
          <a:p>
            <a:r>
              <a:rPr sz="2570"/>
              <a:t>Uning harbiy muvaffaqiyatlari O‘zbekiston tarixida muhim o‘rin tutadi. Davlat boshqaruvi va iqtisodiy islohotlar uning merosining asosiy qismini tashkil etadi.</a:t>
            </a:r>
          </a:p>
        </p:txBody>
      </p:sp>
      <p:sp>
        <p:nvSpPr>
          <p:cNvPr id="5" name="Text Placeholder 4"/>
          <p:cNvSpPr>
            <a:spLocks noGrp="1"/>
          </p:cNvSpPr>
          <p:nvPr>
            <p:ph type="body" idx="12" sz="quarter"/>
          </p:nvPr>
        </p:nvSpPr>
        <p:spPr/>
        <p:txBody>
          <a:bodyPr/>
          <a:lstStyle/>
          <a:p>
            <a:r>
              <a:rPr sz="2580"/>
              <a:t>Zamonaviy O‘zbekiston uchun uning shaxsiyati va yutuqlari ruhiy va madaniy ildizlarni tashkil etadi. Uning merosi hozirgi davrda ham muhim ahamiyatga ega.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Foydalanilgan Adabiyotlar</a:t>
            </a:r>
          </a:p>
        </p:txBody>
      </p:sp>
      <p:sp>
        <p:nvSpPr>
          <p:cNvPr id="3" name="Content Placeholder 2"/>
          <p:cNvSpPr>
            <a:spLocks noGrp="1"/>
          </p:cNvSpPr>
          <p:nvPr>
            <p:ph idx="1"/>
          </p:nvPr>
        </p:nvSpPr>
        <p:spPr/>
        <p:txBody>
          <a:bodyPr/>
          <a:lstStyle/>
          <a:p>
            <a:r>
              <a:t>1. Saidov, A. Amir Temur va uning davrida davlat boshqaruvi. O'zbekiston Milliy Ensiklopediyasi, 2010.</a:t>
            </a:r>
          </a:p>
          <a:p>
            <a:r>
              <a:t>2. Qodirov, A. Amir Temur va uning merosi. Toshkent Davlat Universiteti nashriyoti, 2015.</a:t>
            </a:r>
          </a:p>
          <a:p>
            <a:r>
              <a:t>3. Yusufov, M. Amir Temurning harbiy strategiyalari va jangovar taktikalar. Ilm-fan, 2018.</a:t>
            </a:r>
          </a:p>
          <a:p>
            <a:r>
              <a:t>4. Kamalov, R. Amir Temur va zamonaviy O'zbekiston: tarixiy va madaniy ta'sirlar. O'zbekiston Tarixi, 2020.</a:t>
            </a:r>
          </a:p>
          <a:p>
            <a:r>
              <a:t>5. Abdullayev, S. Amir Temur hayoti va shaxsiyati. O'zbekiston Yozuvchilar Uyushmasi, 2012.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E'tiboringiz uchun rahmat!</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TotalTime>
  <Words>0</Words>
  <Application>Microsoft Office PowerPoint</Application>
  <PresentationFormat>Custom</PresentationFormat>
  <Paragraphs>0</Paragraphs>
  <Slides>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0</vt:i4>
      </vt:variant>
    </vt:vector>
  </HeadingPairs>
  <TitlesOfParts>
    <vt:vector size="7" baseType="lpstr">
      <vt:lpstr>Marck Script</vt:lpstr>
      <vt:lpstr>Times New Roman</vt:lpstr>
      <vt:lpstr>Arial</vt:lpstr>
      <vt:lpstr>Calibri</vt:lpstr>
      <vt:lpstr>Pangolin</vt:lpstr>
      <vt:lpstr>Algerian</vt:lpstr>
      <vt:lpstr>Office Theme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Akbarjon</dc:creator>
  <cp:lastModifiedBy>OsiyoCOmputers™</cp:lastModifiedBy>
  <cp:revision>13</cp:revision>
  <dcterms:modified xsi:type="dcterms:W3CDTF">2025-01-08T17:11:37Z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3574938</vt:lpwstr>
  </property>
  <property fmtid="{D5CDD505-2E9C-101B-9397-08002B2CF9AE}" pid="3" name="NXPowerLiteSettings">
    <vt:lpwstr>F7C0031C027800</vt:lpwstr>
  </property>
  <property fmtid="{D5CDD505-2E9C-101B-9397-08002B2CF9AE}" pid="4" name="NXPowerLiteVersion">
    <vt:lpwstr>D10.2.0</vt:lpwstr>
  </property>
</Properties>
</file>