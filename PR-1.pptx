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jpe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image" Target="../media/image-7-6.jpe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jpe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jpe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EFFF"/>
        </a:solidFill>
      </p:bgPr>
    </p:bg>
    <p:spTree>
      <p:nvGrpSpPr>
        <p:cNvPr id="1" name=""/>
        <p:cNvGrpSpPr/>
        <p:nvPr/>
      </p:nvGrpSpPr>
      <p:grpSpPr>
        <a:xfrm>
          <a:off x="0" y="0"/>
          <a:ext cx="0" cy="0"/>
          <a:chOff x="0" y="0"/>
          <a:chExt cx="0" cy="0"/>
        </a:xfrm>
      </p:grpSpPr>
      <p:sp>
        <p:nvSpPr>
          <p:cNvPr id="2" name="Text 0"/>
          <p:cNvSpPr/>
          <p:nvPr/>
        </p:nvSpPr>
        <p:spPr>
          <a:xfrm>
            <a:off x="523875" y="434790"/>
            <a:ext cx="2964416" cy="5524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3600" b="1" dirty="0">
                <a:solidFill>
                  <a:srgbClr val="333333"/>
                </a:solidFill>
                <a:highlight>
                  <a:srgbClr val="F4EFFE"/>
                </a:highlight>
                <a:latin typeface="微软雅黑" pitchFamily="34" charset="0"/>
                <a:ea typeface="微软雅黑" pitchFamily="34" charset="-122"/>
                <a:cs typeface="微软雅黑" pitchFamily="34" charset="-120"/>
              </a:rPr>
              <a:t>Amir Temur</a:t>
            </a:r>
            <a:endParaRPr lang="en-US" sz="600" dirty="0"/>
          </a:p>
        </p:txBody>
      </p:sp>
      <p:sp>
        <p:nvSpPr>
          <p:cNvPr id="3" name="Text 1"/>
          <p:cNvSpPr/>
          <p:nvPr/>
        </p:nvSpPr>
        <p:spPr>
          <a:xfrm>
            <a:off x="6208174" y="1270258"/>
            <a:ext cx="2726350" cy="38100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2250" b="1" dirty="0">
                <a:solidFill>
                  <a:srgbClr val="333333"/>
                </a:solidFill>
                <a:latin typeface="微软雅黑" pitchFamily="34" charset="0"/>
                <a:ea typeface="微软雅黑" pitchFamily="34" charset="-122"/>
                <a:cs typeface="微软雅黑" pitchFamily="34" charset="-120"/>
              </a:rPr>
              <a:t>Azizjon Aliqulov</a:t>
            </a:r>
            <a:endParaRPr lang="en-US" sz="6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3875" y="4909660"/>
            <a:ext cx="8105775" cy="233840"/>
          </a:xfrm>
          <a:prstGeom prst="rect">
            <a:avLst/>
          </a:prstGeom>
        </p:spPr>
      </p:pic>
      <p:sp>
        <p:nvSpPr>
          <p:cNvPr id="5" name="Text 2"/>
          <p:cNvSpPr/>
          <p:nvPr/>
        </p:nvSpPr>
        <p:spPr>
          <a:xfrm>
            <a:off x="523875" y="4909660"/>
            <a:ext cx="8105775" cy="233840"/>
          </a:xfrm>
          <a:prstGeom prst="rect">
            <a:avLst/>
          </a:prstGeom>
          <a:noFill/>
          <a:ln/>
        </p:spPr>
        <p:txBody>
          <a:bodyPr wrap="square" rtlCol="0" anchor="t"/>
          <a:lstStyle/>
          <a:p>
            <a:pPr indent="0" marL="0">
              <a:spcBef>
                <a:spcPts val="188"/>
              </a:spcBef>
              <a:buNone/>
            </a:pPr>
            <a:endParaRPr lang="en-US" sz="600" dirty="0"/>
          </a:p>
        </p:txBody>
      </p:sp>
      <p:sp>
        <p:nvSpPr>
          <p:cNvPr id="6" name="Text 3"/>
          <p:cNvSpPr/>
          <p:nvPr/>
        </p:nvSpPr>
        <p:spPr>
          <a:xfrm>
            <a:off x="523875" y="4837330"/>
            <a:ext cx="8105775"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7" name="Image 1" descr="preencoded.png">    </p:cNvPr>
          <p:cNvPicPr>
            <a:picLocks noChangeAspect="1"/>
          </p:cNvPicPr>
          <p:nvPr/>
        </p:nvPicPr>
        <p:blipFill>
          <a:blip r:embed="rId3"/>
          <a:stretch>
            <a:fillRect/>
          </a:stretch>
        </p:blipFill>
        <p:spPr>
          <a:xfrm>
            <a:off x="68595" y="1701619"/>
            <a:ext cx="9025860" cy="344188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B268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22715" y="0"/>
            <a:ext cx="3906935" cy="5143500"/>
          </a:xfrm>
          <a:prstGeom prst="rect">
            <a:avLst/>
          </a:prstGeom>
        </p:spPr>
      </p:pic>
      <p:sp>
        <p:nvSpPr>
          <p:cNvPr id="3" name="Text 0"/>
          <p:cNvSpPr/>
          <p:nvPr/>
        </p:nvSpPr>
        <p:spPr>
          <a:xfrm>
            <a:off x="4722715" y="0"/>
            <a:ext cx="3906935" cy="5143500"/>
          </a:xfrm>
          <a:prstGeom prst="rect">
            <a:avLst/>
          </a:prstGeom>
          <a:noFill/>
          <a:ln/>
        </p:spPr>
        <p:txBody>
          <a:bodyPr wrap="square" rtlCol="0" anchor="t"/>
          <a:lstStyle/>
          <a:p>
            <a:pPr indent="0" marL="0">
              <a:spcBef>
                <a:spcPts val="188"/>
              </a:spcBef>
              <a:buNone/>
            </a:pPr>
            <a:endParaRPr lang="en-US" sz="600" dirty="0"/>
          </a:p>
        </p:txBody>
      </p:sp>
      <p:sp>
        <p:nvSpPr>
          <p:cNvPr id="4" name="Text 1"/>
          <p:cNvSpPr/>
          <p:nvPr/>
        </p:nvSpPr>
        <p:spPr>
          <a:xfrm>
            <a:off x="4722715" y="-72330"/>
            <a:ext cx="3906935"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5" name="Text 2"/>
          <p:cNvSpPr/>
          <p:nvPr/>
        </p:nvSpPr>
        <p:spPr>
          <a:xfrm>
            <a:off x="320574" y="2286792"/>
            <a:ext cx="4057650" cy="7300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4988" b="1" dirty="0">
                <a:solidFill>
                  <a:srgbClr val="FFFFFF"/>
                </a:solidFill>
                <a:latin typeface="Montserrat" pitchFamily="34" charset="0"/>
                <a:ea typeface="Montserrat" pitchFamily="34" charset="-122"/>
                <a:cs typeface="Montserrat" pitchFamily="34" charset="-120"/>
              </a:rPr>
              <a:t>Reja:</a:t>
            </a:r>
            <a:endParaRPr lang="en-US" sz="600" dirty="0"/>
          </a:p>
        </p:txBody>
      </p:sp>
      <p:sp>
        <p:nvSpPr>
          <p:cNvPr id="6" name="Text 3"/>
          <p:cNvSpPr/>
          <p:nvPr/>
        </p:nvSpPr>
        <p:spPr>
          <a:xfrm>
            <a:off x="4750118" y="788612"/>
            <a:ext cx="3692819" cy="4381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350" dirty="0">
                <a:solidFill>
                  <a:srgbClr val="4B2683"/>
                </a:solidFill>
                <a:latin typeface="Montserrat" pitchFamily="34" charset="0"/>
                <a:ea typeface="Montserrat" pitchFamily="34" charset="-122"/>
                <a:cs typeface="Montserrat" pitchFamily="34" charset="-120"/>
              </a:rPr>
              <a:t>1. </a:t>
            </a:r>
            <a:pPr indent="0" marL="0">
              <a:lnSpc>
                <a:spcPct val="80000"/>
              </a:lnSpc>
              <a:spcBef>
                <a:spcPts val="188"/>
              </a:spcBef>
              <a:buNone/>
            </a:pPr>
            <a:r>
              <a:rPr lang="en-US" sz="1350" dirty="0">
                <a:solidFill>
                  <a:srgbClr val="4B2683"/>
                </a:solidFill>
                <a:latin typeface="Lilita One" pitchFamily="34" charset="0"/>
                <a:ea typeface="Lilita One" pitchFamily="34" charset="-122"/>
                <a:cs typeface="Lilita One" pitchFamily="34" charset="-120"/>
              </a:rPr>
              <a:t>Navoiyning hayoti va ijodining asosiy nuqtalari</a:t>
            </a:r>
            <a:endParaRPr lang="en-US" sz="600" dirty="0"/>
          </a:p>
        </p:txBody>
      </p:sp>
      <p:sp>
        <p:nvSpPr>
          <p:cNvPr id="7" name="Text 4"/>
          <p:cNvSpPr/>
          <p:nvPr/>
        </p:nvSpPr>
        <p:spPr>
          <a:xfrm>
            <a:off x="4750118" y="1381523"/>
            <a:ext cx="3692819" cy="4381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350" dirty="0">
                <a:solidFill>
                  <a:srgbClr val="4B2683"/>
                </a:solidFill>
                <a:latin typeface="Montserrat" pitchFamily="34" charset="0"/>
                <a:ea typeface="Montserrat" pitchFamily="34" charset="-122"/>
                <a:cs typeface="Montserrat" pitchFamily="34" charset="-120"/>
              </a:rPr>
              <a:t>2. </a:t>
            </a:r>
            <a:pPr indent="0" marL="0">
              <a:lnSpc>
                <a:spcPct val="80000"/>
              </a:lnSpc>
              <a:spcBef>
                <a:spcPts val="188"/>
              </a:spcBef>
              <a:buNone/>
            </a:pPr>
            <a:r>
              <a:rPr lang="en-US" sz="1350" dirty="0">
                <a:solidFill>
                  <a:srgbClr val="4B2683"/>
                </a:solidFill>
                <a:latin typeface="Lilita One" pitchFamily="34" charset="0"/>
                <a:ea typeface="Lilita One" pitchFamily="34" charset="-122"/>
                <a:cs typeface="Lilita One" pitchFamily="34" charset="-120"/>
              </a:rPr>
              <a:t>Navoiyning hayoti va ijodining asosiy nuqtalari</a:t>
            </a:r>
            <a:endParaRPr lang="en-US" sz="600" dirty="0"/>
          </a:p>
        </p:txBody>
      </p:sp>
      <p:sp>
        <p:nvSpPr>
          <p:cNvPr id="8" name="Text 5"/>
          <p:cNvSpPr/>
          <p:nvPr/>
        </p:nvSpPr>
        <p:spPr>
          <a:xfrm>
            <a:off x="4829773" y="2019845"/>
            <a:ext cx="3692819" cy="4381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350" dirty="0">
                <a:solidFill>
                  <a:srgbClr val="4B2683"/>
                </a:solidFill>
                <a:latin typeface="Montserrat" pitchFamily="34" charset="0"/>
                <a:ea typeface="Montserrat" pitchFamily="34" charset="-122"/>
                <a:cs typeface="Montserrat" pitchFamily="34" charset="-120"/>
              </a:rPr>
              <a:t>3. </a:t>
            </a:r>
            <a:pPr indent="0" marL="0">
              <a:lnSpc>
                <a:spcPct val="80000"/>
              </a:lnSpc>
              <a:spcBef>
                <a:spcPts val="188"/>
              </a:spcBef>
              <a:buNone/>
            </a:pPr>
            <a:r>
              <a:rPr lang="en-US" sz="1350" dirty="0">
                <a:solidFill>
                  <a:srgbClr val="4B2683"/>
                </a:solidFill>
                <a:latin typeface="Lilita One" pitchFamily="34" charset="0"/>
                <a:ea typeface="Lilita One" pitchFamily="34" charset="-122"/>
                <a:cs typeface="Lilita One" pitchFamily="34" charset="-120"/>
              </a:rPr>
              <a:t>Navoiyning hayoti va ijodining asosiy nuqtalari</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E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4350" y="514350"/>
            <a:ext cx="8115300" cy="980755"/>
          </a:xfrm>
          <a:prstGeom prst="rect">
            <a:avLst/>
          </a:prstGeom>
        </p:spPr>
      </p:pic>
      <p:sp>
        <p:nvSpPr>
          <p:cNvPr id="3" name="Text 0"/>
          <p:cNvSpPr/>
          <p:nvPr/>
        </p:nvSpPr>
        <p:spPr>
          <a:xfrm>
            <a:off x="514350" y="514350"/>
            <a:ext cx="8115300" cy="980755"/>
          </a:xfrm>
          <a:prstGeom prst="rect">
            <a:avLst/>
          </a:prstGeom>
          <a:noFill/>
          <a:ln/>
        </p:spPr>
        <p:txBody>
          <a:bodyPr wrap="square" rtlCol="0" anchor="t"/>
          <a:lstStyle/>
          <a:p>
            <a:pPr indent="0" marL="0">
              <a:spcBef>
                <a:spcPts val="188"/>
              </a:spcBef>
              <a:buNone/>
            </a:pPr>
            <a:endParaRPr lang="en-US" sz="600" dirty="0"/>
          </a:p>
        </p:txBody>
      </p:sp>
      <p:sp>
        <p:nvSpPr>
          <p:cNvPr id="4" name="Text 1"/>
          <p:cNvSpPr/>
          <p:nvPr/>
        </p:nvSpPr>
        <p:spPr>
          <a:xfrm>
            <a:off x="514350" y="442019"/>
            <a:ext cx="811530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5" name="Text 2"/>
          <p:cNvSpPr/>
          <p:nvPr/>
        </p:nvSpPr>
        <p:spPr>
          <a:xfrm>
            <a:off x="514350" y="782477"/>
            <a:ext cx="8115300" cy="603349"/>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975" b="1" dirty="0">
                <a:solidFill>
                  <a:srgbClr val="FFFFFF"/>
                </a:solidFill>
                <a:latin typeface="Montserrat" pitchFamily="34" charset="0"/>
                <a:ea typeface="Montserrat" pitchFamily="34" charset="-122"/>
                <a:cs typeface="Montserrat" pitchFamily="34" charset="-120"/>
              </a:rPr>
              <a:t>INTRODUCTION</a:t>
            </a:r>
            <a:endParaRPr lang="en-US" sz="6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4350" y="1638940"/>
            <a:ext cx="8115300" cy="2990210"/>
          </a:xfrm>
          <a:prstGeom prst="rect">
            <a:avLst/>
          </a:prstGeom>
        </p:spPr>
      </p:pic>
      <p:sp>
        <p:nvSpPr>
          <p:cNvPr id="7" name="Text 3"/>
          <p:cNvSpPr/>
          <p:nvPr/>
        </p:nvSpPr>
        <p:spPr>
          <a:xfrm>
            <a:off x="514350" y="1638940"/>
            <a:ext cx="8115300" cy="2990210"/>
          </a:xfrm>
          <a:prstGeom prst="rect">
            <a:avLst/>
          </a:prstGeom>
          <a:noFill/>
          <a:ln/>
        </p:spPr>
        <p:txBody>
          <a:bodyPr wrap="square" rtlCol="0" anchor="t"/>
          <a:lstStyle/>
          <a:p>
            <a:pPr indent="0" marL="0">
              <a:spcBef>
                <a:spcPts val="188"/>
              </a:spcBef>
              <a:buNone/>
            </a:pPr>
            <a:endParaRPr lang="en-US" sz="600" dirty="0"/>
          </a:p>
        </p:txBody>
      </p:sp>
      <p:sp>
        <p:nvSpPr>
          <p:cNvPr id="8" name="Text 4"/>
          <p:cNvSpPr/>
          <p:nvPr/>
        </p:nvSpPr>
        <p:spPr>
          <a:xfrm>
            <a:off x="514350" y="1566609"/>
            <a:ext cx="811530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9" name="Text 5"/>
          <p:cNvSpPr/>
          <p:nvPr/>
        </p:nvSpPr>
        <p:spPr>
          <a:xfrm>
            <a:off x="1011075" y="1995092"/>
            <a:ext cx="7121850" cy="1516410"/>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E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390589" y="514350"/>
            <a:ext cx="3753410" cy="4114800"/>
          </a:xfrm>
          <a:prstGeom prst="rect">
            <a:avLst/>
          </a:prstGeom>
        </p:spPr>
      </p:pic>
      <p:sp>
        <p:nvSpPr>
          <p:cNvPr id="3" name="Text 0"/>
          <p:cNvSpPr/>
          <p:nvPr/>
        </p:nvSpPr>
        <p:spPr>
          <a:xfrm>
            <a:off x="5390589" y="514350"/>
            <a:ext cx="3753410" cy="4114800"/>
          </a:xfrm>
          <a:prstGeom prst="rect">
            <a:avLst/>
          </a:prstGeom>
          <a:noFill/>
          <a:ln/>
        </p:spPr>
        <p:txBody>
          <a:bodyPr wrap="square" rtlCol="0" anchor="t"/>
          <a:lstStyle/>
          <a:p>
            <a:pPr indent="0" marL="0">
              <a:spcBef>
                <a:spcPts val="188"/>
              </a:spcBef>
              <a:buNone/>
            </a:pPr>
            <a:endParaRPr lang="en-US" sz="600" dirty="0"/>
          </a:p>
        </p:txBody>
      </p:sp>
      <p:pic>
        <p:nvPicPr>
          <p:cNvPr id="4" name="Image 1" descr="preencoded.png">    </p:cNvPr>
          <p:cNvPicPr>
            <a:picLocks noChangeAspect="1"/>
          </p:cNvPicPr>
          <p:nvPr/>
        </p:nvPicPr>
        <p:blipFill>
          <a:blip r:embed="rId3"/>
          <a:stretch>
            <a:fillRect/>
          </a:stretch>
        </p:blipFill>
        <p:spPr>
          <a:xfrm>
            <a:off x="5390589" y="514350"/>
            <a:ext cx="3753410" cy="4114800"/>
          </a:xfrm>
          <a:prstGeom prst="rect">
            <a:avLst/>
          </a:prstGeom>
        </p:spPr>
      </p:pic>
      <p:pic>
        <p:nvPicPr>
          <p:cNvPr id="5"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514350"/>
            <a:ext cx="5390591" cy="4114800"/>
          </a:xfrm>
          <a:prstGeom prst="rect">
            <a:avLst/>
          </a:prstGeom>
        </p:spPr>
      </p:pic>
      <p:sp>
        <p:nvSpPr>
          <p:cNvPr id="6" name="Text 1"/>
          <p:cNvSpPr/>
          <p:nvPr/>
        </p:nvSpPr>
        <p:spPr>
          <a:xfrm>
            <a:off x="0" y="514350"/>
            <a:ext cx="5390591" cy="4114800"/>
          </a:xfrm>
          <a:prstGeom prst="rect">
            <a:avLst/>
          </a:prstGeom>
          <a:noFill/>
          <a:ln/>
        </p:spPr>
        <p:txBody>
          <a:bodyPr wrap="square" rtlCol="0" anchor="t"/>
          <a:lstStyle/>
          <a:p>
            <a:pPr indent="0" marL="0">
              <a:spcBef>
                <a:spcPts val="188"/>
              </a:spcBef>
              <a:buNone/>
            </a:pPr>
            <a:endParaRPr lang="en-US" sz="600" dirty="0"/>
          </a:p>
        </p:txBody>
      </p:sp>
      <p:sp>
        <p:nvSpPr>
          <p:cNvPr id="7" name="Text 2"/>
          <p:cNvSpPr/>
          <p:nvPr/>
        </p:nvSpPr>
        <p:spPr>
          <a:xfrm>
            <a:off x="0" y="442019"/>
            <a:ext cx="539059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8" name="Text 3"/>
          <p:cNvSpPr/>
          <p:nvPr/>
        </p:nvSpPr>
        <p:spPr>
          <a:xfrm>
            <a:off x="514350" y="2302655"/>
            <a:ext cx="4363950" cy="1338783"/>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endParaRPr lang="en-US" sz="600" dirty="0"/>
          </a:p>
        </p:txBody>
      </p:sp>
      <p:sp>
        <p:nvSpPr>
          <p:cNvPr id="9" name="Text 4"/>
          <p:cNvSpPr/>
          <p:nvPr/>
        </p:nvSpPr>
        <p:spPr>
          <a:xfrm>
            <a:off x="514350" y="871392"/>
            <a:ext cx="4362900" cy="113533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975" b="1" dirty="0">
                <a:solidFill>
                  <a:srgbClr val="FFFFFF"/>
                </a:solidFill>
                <a:latin typeface="Montserrat" pitchFamily="34" charset="0"/>
                <a:ea typeface="Montserrat" pitchFamily="34" charset="-122"/>
                <a:cs typeface="Montserrat" pitchFamily="34" charset="-120"/>
              </a:rPr>
              <a:t>IMPACTED</a:t>
            </a:r>
            <a:endParaRPr lang="en-US" sz="600" dirty="0"/>
          </a:p>
          <a:p>
            <a:pPr algn="ctr" indent="0" marL="0">
              <a:lnSpc>
                <a:spcPct val="80000"/>
              </a:lnSpc>
              <a:spcBef>
                <a:spcPts val="188"/>
              </a:spcBef>
              <a:buNone/>
            </a:pPr>
            <a:r>
              <a:rPr lang="en-US" sz="3975" b="1" dirty="0">
                <a:solidFill>
                  <a:srgbClr val="FFFFFF"/>
                </a:solidFill>
                <a:latin typeface="Montserrat" pitchFamily="34" charset="0"/>
                <a:ea typeface="Montserrat" pitchFamily="34" charset="-122"/>
                <a:cs typeface="Montserrat" pitchFamily="34" charset="-120"/>
              </a:rPr>
              <a:t>TOOTH</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FFF"/>
        </a:solidFill>
      </p:bgPr>
    </p:bg>
    <p:spTree>
      <p:nvGrpSpPr>
        <p:cNvPr id="1" name=""/>
        <p:cNvGrpSpPr/>
        <p:nvPr/>
      </p:nvGrpSpPr>
      <p:grpSpPr>
        <a:xfrm>
          <a:off x="0" y="0"/>
          <a:ext cx="0" cy="0"/>
          <a:chOff x="0" y="0"/>
          <a:chExt cx="0" cy="0"/>
        </a:xfrm>
      </p:grpSpPr>
      <p:sp>
        <p:nvSpPr>
          <p:cNvPr id="2" name="Text 0"/>
          <p:cNvSpPr/>
          <p:nvPr/>
        </p:nvSpPr>
        <p:spPr>
          <a:xfrm>
            <a:off x="780906" y="826420"/>
            <a:ext cx="3212550" cy="113533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975" b="1" dirty="0">
                <a:solidFill>
                  <a:srgbClr val="4B2683"/>
                </a:solidFill>
                <a:latin typeface="Montserrat" pitchFamily="34" charset="0"/>
                <a:ea typeface="Montserrat" pitchFamily="34" charset="-122"/>
                <a:cs typeface="Montserrat" pitchFamily="34" charset="-120"/>
              </a:rPr>
              <a:t>CAUSES OF</a:t>
            </a:r>
            <a:endParaRPr lang="en-US" sz="600" dirty="0"/>
          </a:p>
          <a:p>
            <a:pPr algn="ctr" indent="0" marL="0">
              <a:lnSpc>
                <a:spcPct val="80000"/>
              </a:lnSpc>
              <a:spcBef>
                <a:spcPts val="188"/>
              </a:spcBef>
              <a:buNone/>
            </a:pPr>
            <a:r>
              <a:rPr lang="en-US" sz="3975" b="1" dirty="0">
                <a:solidFill>
                  <a:srgbClr val="4B2683"/>
                </a:solidFill>
                <a:latin typeface="Montserrat" pitchFamily="34" charset="0"/>
                <a:ea typeface="Montserrat" pitchFamily="34" charset="-122"/>
                <a:cs typeface="Montserrat" pitchFamily="34" charset="-120"/>
              </a:rPr>
              <a:t>IMPACTION</a:t>
            </a:r>
            <a:endParaRPr lang="en-US" sz="6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83978" y="514350"/>
            <a:ext cx="3745672" cy="921671"/>
          </a:xfrm>
          <a:prstGeom prst="rect">
            <a:avLst/>
          </a:prstGeom>
        </p:spPr>
      </p:pic>
      <p:sp>
        <p:nvSpPr>
          <p:cNvPr id="4" name="Text 1"/>
          <p:cNvSpPr/>
          <p:nvPr/>
        </p:nvSpPr>
        <p:spPr>
          <a:xfrm>
            <a:off x="4883978" y="514350"/>
            <a:ext cx="3745672" cy="921671"/>
          </a:xfrm>
          <a:prstGeom prst="rect">
            <a:avLst/>
          </a:prstGeom>
          <a:noFill/>
          <a:ln/>
        </p:spPr>
        <p:txBody>
          <a:bodyPr wrap="square" rtlCol="0" anchor="t"/>
          <a:lstStyle/>
          <a:p>
            <a:pPr indent="0" marL="0">
              <a:spcBef>
                <a:spcPts val="188"/>
              </a:spcBef>
              <a:buNone/>
            </a:pPr>
            <a:endParaRPr lang="en-US" sz="600" dirty="0"/>
          </a:p>
        </p:txBody>
      </p:sp>
      <p:sp>
        <p:nvSpPr>
          <p:cNvPr id="5" name="Text 2"/>
          <p:cNvSpPr/>
          <p:nvPr/>
        </p:nvSpPr>
        <p:spPr>
          <a:xfrm>
            <a:off x="4883978" y="442019"/>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3978" y="1578726"/>
            <a:ext cx="3745672" cy="921671"/>
          </a:xfrm>
          <a:prstGeom prst="rect">
            <a:avLst/>
          </a:prstGeom>
        </p:spPr>
      </p:pic>
      <p:sp>
        <p:nvSpPr>
          <p:cNvPr id="7" name="Text 3"/>
          <p:cNvSpPr/>
          <p:nvPr/>
        </p:nvSpPr>
        <p:spPr>
          <a:xfrm>
            <a:off x="4883978" y="1578726"/>
            <a:ext cx="3745672" cy="921671"/>
          </a:xfrm>
          <a:prstGeom prst="rect">
            <a:avLst/>
          </a:prstGeom>
          <a:noFill/>
          <a:ln/>
        </p:spPr>
        <p:txBody>
          <a:bodyPr wrap="square" rtlCol="0" anchor="t"/>
          <a:lstStyle/>
          <a:p>
            <a:pPr indent="0" marL="0">
              <a:spcBef>
                <a:spcPts val="188"/>
              </a:spcBef>
              <a:buNone/>
            </a:pPr>
            <a:endParaRPr lang="en-US" sz="600" dirty="0"/>
          </a:p>
        </p:txBody>
      </p:sp>
      <p:sp>
        <p:nvSpPr>
          <p:cNvPr id="8" name="Text 4"/>
          <p:cNvSpPr/>
          <p:nvPr/>
        </p:nvSpPr>
        <p:spPr>
          <a:xfrm>
            <a:off x="4883978" y="1506396"/>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83978" y="2643103"/>
            <a:ext cx="3745672" cy="921671"/>
          </a:xfrm>
          <a:prstGeom prst="rect">
            <a:avLst/>
          </a:prstGeom>
        </p:spPr>
      </p:pic>
      <p:sp>
        <p:nvSpPr>
          <p:cNvPr id="10" name="Text 5"/>
          <p:cNvSpPr/>
          <p:nvPr/>
        </p:nvSpPr>
        <p:spPr>
          <a:xfrm>
            <a:off x="4883978" y="2643103"/>
            <a:ext cx="3745672" cy="921671"/>
          </a:xfrm>
          <a:prstGeom prst="rect">
            <a:avLst/>
          </a:prstGeom>
          <a:noFill/>
          <a:ln/>
        </p:spPr>
        <p:txBody>
          <a:bodyPr wrap="square" rtlCol="0" anchor="t"/>
          <a:lstStyle/>
          <a:p>
            <a:pPr indent="0" marL="0">
              <a:spcBef>
                <a:spcPts val="188"/>
              </a:spcBef>
              <a:buNone/>
            </a:pPr>
            <a:endParaRPr lang="en-US" sz="600" dirty="0"/>
          </a:p>
        </p:txBody>
      </p:sp>
      <p:sp>
        <p:nvSpPr>
          <p:cNvPr id="11" name="Text 6"/>
          <p:cNvSpPr/>
          <p:nvPr/>
        </p:nvSpPr>
        <p:spPr>
          <a:xfrm>
            <a:off x="4883978" y="2570772"/>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4350" y="2643103"/>
            <a:ext cx="3745672" cy="921671"/>
          </a:xfrm>
          <a:prstGeom prst="rect">
            <a:avLst/>
          </a:prstGeom>
        </p:spPr>
      </p:pic>
      <p:sp>
        <p:nvSpPr>
          <p:cNvPr id="13" name="Text 7"/>
          <p:cNvSpPr/>
          <p:nvPr/>
        </p:nvSpPr>
        <p:spPr>
          <a:xfrm>
            <a:off x="514350" y="2643103"/>
            <a:ext cx="3745672" cy="921671"/>
          </a:xfrm>
          <a:prstGeom prst="rect">
            <a:avLst/>
          </a:prstGeom>
          <a:noFill/>
          <a:ln/>
        </p:spPr>
        <p:txBody>
          <a:bodyPr wrap="square" rtlCol="0" anchor="t"/>
          <a:lstStyle/>
          <a:p>
            <a:pPr indent="0" marL="0">
              <a:spcBef>
                <a:spcPts val="188"/>
              </a:spcBef>
              <a:buNone/>
            </a:pPr>
            <a:endParaRPr lang="en-US" sz="600" dirty="0"/>
          </a:p>
        </p:txBody>
      </p:sp>
      <p:sp>
        <p:nvSpPr>
          <p:cNvPr id="14" name="Text 8"/>
          <p:cNvSpPr/>
          <p:nvPr/>
        </p:nvSpPr>
        <p:spPr>
          <a:xfrm>
            <a:off x="514350" y="2570772"/>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83978" y="3707479"/>
            <a:ext cx="3745672" cy="921671"/>
          </a:xfrm>
          <a:prstGeom prst="rect">
            <a:avLst/>
          </a:prstGeom>
        </p:spPr>
      </p:pic>
      <p:sp>
        <p:nvSpPr>
          <p:cNvPr id="16" name="Text 9"/>
          <p:cNvSpPr/>
          <p:nvPr/>
        </p:nvSpPr>
        <p:spPr>
          <a:xfrm>
            <a:off x="4883978" y="3707479"/>
            <a:ext cx="3745672" cy="921671"/>
          </a:xfrm>
          <a:prstGeom prst="rect">
            <a:avLst/>
          </a:prstGeom>
          <a:noFill/>
          <a:ln/>
        </p:spPr>
        <p:txBody>
          <a:bodyPr wrap="square" rtlCol="0" anchor="t"/>
          <a:lstStyle/>
          <a:p>
            <a:pPr indent="0" marL="0">
              <a:spcBef>
                <a:spcPts val="188"/>
              </a:spcBef>
              <a:buNone/>
            </a:pPr>
            <a:endParaRPr lang="en-US" sz="600" dirty="0"/>
          </a:p>
        </p:txBody>
      </p:sp>
      <p:sp>
        <p:nvSpPr>
          <p:cNvPr id="17" name="Text 10"/>
          <p:cNvSpPr/>
          <p:nvPr/>
        </p:nvSpPr>
        <p:spPr>
          <a:xfrm>
            <a:off x="4883978" y="3635149"/>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4350" y="3707479"/>
            <a:ext cx="3745672" cy="921671"/>
          </a:xfrm>
          <a:prstGeom prst="rect">
            <a:avLst/>
          </a:prstGeom>
        </p:spPr>
      </p:pic>
      <p:sp>
        <p:nvSpPr>
          <p:cNvPr id="19" name="Text 11"/>
          <p:cNvSpPr/>
          <p:nvPr/>
        </p:nvSpPr>
        <p:spPr>
          <a:xfrm>
            <a:off x="514350" y="3707479"/>
            <a:ext cx="3745672" cy="921671"/>
          </a:xfrm>
          <a:prstGeom prst="rect">
            <a:avLst/>
          </a:prstGeom>
          <a:noFill/>
          <a:ln/>
        </p:spPr>
        <p:txBody>
          <a:bodyPr wrap="square" rtlCol="0" anchor="t"/>
          <a:lstStyle/>
          <a:p>
            <a:pPr indent="0" marL="0">
              <a:spcBef>
                <a:spcPts val="188"/>
              </a:spcBef>
              <a:buNone/>
            </a:pPr>
            <a:endParaRPr lang="en-US" sz="600" dirty="0"/>
          </a:p>
        </p:txBody>
      </p:sp>
      <p:sp>
        <p:nvSpPr>
          <p:cNvPr id="20" name="Text 12"/>
          <p:cNvSpPr/>
          <p:nvPr/>
        </p:nvSpPr>
        <p:spPr>
          <a:xfrm>
            <a:off x="514350" y="3635149"/>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21" name="Text 13"/>
          <p:cNvSpPr/>
          <p:nvPr/>
        </p:nvSpPr>
        <p:spPr>
          <a:xfrm>
            <a:off x="834312" y="2850255"/>
            <a:ext cx="3105750" cy="450503"/>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Lorem ipsum dolor sit amet, consectetur adipiscing elit.</a:t>
            </a:r>
            <a:endParaRPr lang="en-US" sz="600" dirty="0"/>
          </a:p>
        </p:txBody>
      </p:sp>
      <p:sp>
        <p:nvSpPr>
          <p:cNvPr id="22" name="Text 14"/>
          <p:cNvSpPr/>
          <p:nvPr/>
        </p:nvSpPr>
        <p:spPr>
          <a:xfrm>
            <a:off x="834312" y="3914632"/>
            <a:ext cx="3105750" cy="450503"/>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Lorem ipsum dolor sit amet, consectetur adipiscing elit.</a:t>
            </a:r>
            <a:endParaRPr lang="en-US" sz="600" dirty="0"/>
          </a:p>
        </p:txBody>
      </p:sp>
      <p:sp>
        <p:nvSpPr>
          <p:cNvPr id="23" name="Text 15"/>
          <p:cNvSpPr/>
          <p:nvPr/>
        </p:nvSpPr>
        <p:spPr>
          <a:xfrm>
            <a:off x="5203940" y="721503"/>
            <a:ext cx="3105750" cy="450503"/>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Lorem ipsum dolor sit amet, consectetur adipiscing elit.</a:t>
            </a:r>
            <a:endParaRPr lang="en-US" sz="600" dirty="0"/>
          </a:p>
        </p:txBody>
      </p:sp>
      <p:sp>
        <p:nvSpPr>
          <p:cNvPr id="24" name="Text 16"/>
          <p:cNvSpPr/>
          <p:nvPr/>
        </p:nvSpPr>
        <p:spPr>
          <a:xfrm>
            <a:off x="5203940" y="1785879"/>
            <a:ext cx="3105750" cy="450503"/>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Lorem ipsum dolor sit amet, consectetur adipiscing elit.</a:t>
            </a:r>
            <a:endParaRPr lang="en-US" sz="600" dirty="0"/>
          </a:p>
        </p:txBody>
      </p:sp>
      <p:sp>
        <p:nvSpPr>
          <p:cNvPr id="25" name="Text 17"/>
          <p:cNvSpPr/>
          <p:nvPr/>
        </p:nvSpPr>
        <p:spPr>
          <a:xfrm>
            <a:off x="5203940" y="2848059"/>
            <a:ext cx="3105750" cy="450503"/>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Lorem ipsum dolor sit amet, consectetur adipiscing elit.</a:t>
            </a:r>
            <a:endParaRPr lang="en-US" sz="600" dirty="0"/>
          </a:p>
        </p:txBody>
      </p:sp>
      <p:sp>
        <p:nvSpPr>
          <p:cNvPr id="26" name="Text 18"/>
          <p:cNvSpPr/>
          <p:nvPr/>
        </p:nvSpPr>
        <p:spPr>
          <a:xfrm>
            <a:off x="5203940" y="3912436"/>
            <a:ext cx="3105750" cy="450503"/>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Lorem ipsum dolor sit amet, consectetur adipiscing elit.</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EFFF"/>
        </a:solidFill>
      </p:bgPr>
    </p:bg>
    <p:spTree>
      <p:nvGrpSpPr>
        <p:cNvPr id="1" name=""/>
        <p:cNvGrpSpPr/>
        <p:nvPr/>
      </p:nvGrpSpPr>
      <p:grpSpPr>
        <a:xfrm>
          <a:off x="0" y="0"/>
          <a:ext cx="0" cy="0"/>
          <a:chOff x="0" y="0"/>
          <a:chExt cx="0" cy="0"/>
        </a:xfrm>
      </p:grpSpPr>
      <p:sp>
        <p:nvSpPr>
          <p:cNvPr id="2" name="Text 0"/>
          <p:cNvSpPr/>
          <p:nvPr/>
        </p:nvSpPr>
        <p:spPr>
          <a:xfrm>
            <a:off x="780906" y="421608"/>
            <a:ext cx="8044457" cy="35242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2025" dirty="0">
                <a:solidFill>
                  <a:srgbClr val="333333"/>
                </a:solidFill>
                <a:latin typeface="微软雅黑" pitchFamily="34" charset="0"/>
                <a:ea typeface="微软雅黑" pitchFamily="34" charset="-122"/>
                <a:cs typeface="微软雅黑" pitchFamily="34" charset="-120"/>
              </a:rPr>
              <a:t>Alisher navoiy falsafasi</a:t>
            </a:r>
            <a:endParaRPr lang="en-US" sz="600" dirty="0"/>
          </a:p>
        </p:txBody>
      </p:sp>
      <p:sp>
        <p:nvSpPr>
          <p:cNvPr id="3" name="Text 1"/>
          <p:cNvSpPr/>
          <p:nvPr/>
        </p:nvSpPr>
        <p:spPr>
          <a:xfrm>
            <a:off x="4883978" y="442019"/>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83978" y="1473522"/>
            <a:ext cx="3745672" cy="3105805"/>
          </a:xfrm>
          <a:prstGeom prst="rect">
            <a:avLst/>
          </a:prstGeom>
        </p:spPr>
      </p:pic>
      <p:sp>
        <p:nvSpPr>
          <p:cNvPr id="5" name="Text 2"/>
          <p:cNvSpPr/>
          <p:nvPr/>
        </p:nvSpPr>
        <p:spPr>
          <a:xfrm>
            <a:off x="4883978" y="1473522"/>
            <a:ext cx="3745672" cy="3105805"/>
          </a:xfrm>
          <a:prstGeom prst="rect">
            <a:avLst/>
          </a:prstGeom>
          <a:noFill/>
          <a:ln/>
        </p:spPr>
        <p:txBody>
          <a:bodyPr wrap="square" rtlCol="0" anchor="t"/>
          <a:lstStyle/>
          <a:p>
            <a:pPr indent="0" marL="0">
              <a:spcBef>
                <a:spcPts val="188"/>
              </a:spcBef>
              <a:buNone/>
            </a:pPr>
            <a:endParaRPr lang="en-US" sz="600" dirty="0"/>
          </a:p>
        </p:txBody>
      </p:sp>
      <p:sp>
        <p:nvSpPr>
          <p:cNvPr id="6" name="Text 3"/>
          <p:cNvSpPr/>
          <p:nvPr/>
        </p:nvSpPr>
        <p:spPr>
          <a:xfrm>
            <a:off x="4883978" y="2570772"/>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7048" y="1436633"/>
            <a:ext cx="3745672" cy="3142694"/>
          </a:xfrm>
          <a:prstGeom prst="rect">
            <a:avLst/>
          </a:prstGeom>
        </p:spPr>
      </p:pic>
      <p:sp>
        <p:nvSpPr>
          <p:cNvPr id="8" name="Text 4"/>
          <p:cNvSpPr/>
          <p:nvPr/>
        </p:nvSpPr>
        <p:spPr>
          <a:xfrm>
            <a:off x="597048" y="1436633"/>
            <a:ext cx="3745672" cy="3142694"/>
          </a:xfrm>
          <a:prstGeom prst="rect">
            <a:avLst/>
          </a:prstGeom>
          <a:noFill/>
          <a:ln/>
        </p:spPr>
        <p:txBody>
          <a:bodyPr wrap="square" rtlCol="0" anchor="t"/>
          <a:lstStyle/>
          <a:p>
            <a:pPr indent="0" marL="0">
              <a:spcBef>
                <a:spcPts val="188"/>
              </a:spcBef>
              <a:buNone/>
            </a:pPr>
            <a:endParaRPr lang="en-US" sz="600" dirty="0"/>
          </a:p>
        </p:txBody>
      </p:sp>
      <p:sp>
        <p:nvSpPr>
          <p:cNvPr id="9" name="Text 5"/>
          <p:cNvSpPr/>
          <p:nvPr/>
        </p:nvSpPr>
        <p:spPr>
          <a:xfrm>
            <a:off x="597048" y="1436633"/>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10" name="Text 6"/>
          <p:cNvSpPr/>
          <p:nvPr/>
        </p:nvSpPr>
        <p:spPr>
          <a:xfrm>
            <a:off x="4883978" y="3635149"/>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11" name="Text 7"/>
          <p:cNvSpPr/>
          <p:nvPr/>
        </p:nvSpPr>
        <p:spPr>
          <a:xfrm>
            <a:off x="514350" y="3635149"/>
            <a:ext cx="3745672"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12" name="Text 8"/>
          <p:cNvSpPr/>
          <p:nvPr/>
        </p:nvSpPr>
        <p:spPr>
          <a:xfrm>
            <a:off x="822498" y="1723717"/>
            <a:ext cx="3377471" cy="2226841"/>
          </a:xfrm>
          <a:prstGeom prst="rect">
            <a:avLst/>
          </a:prstGeom>
          <a:noFill/>
          <a:ln/>
        </p:spPr>
        <p:txBody>
          <a:bodyPr wrap="square" lIns="47625" tIns="47625" rIns="47625" bIns="47625" rtlCol="0" anchor="t">
            <a:spAutoFit/>
          </a:bodyPr>
          <a:lstStyle/>
          <a:p>
            <a:pPr algn="just" indent="0" marL="0">
              <a:lnSpc>
                <a:spcPct val="120000"/>
              </a:lnSpc>
              <a:spcBef>
                <a:spcPts val="375"/>
              </a:spcBef>
              <a:buNone/>
            </a:pPr>
            <a:r>
              <a:rPr lang="en-US" sz="1388" dirty="0">
                <a:solidFill>
                  <a:srgbClr val="FFFFFF"/>
                </a:solidFill>
                <a:latin typeface="Montserrat" pitchFamily="34" charset="0"/>
                <a:ea typeface="Montserrat" pitchFamily="34" charset="-122"/>
                <a:cs typeface="Montserrat" pitchFamily="34" charset="-120"/>
              </a:rPr>
              <a:t>Lorem ipsum dolor sit amet, consectetur adipiscing elitdasmlkdansjkdnasjkdnasjkdnasdjkasndjkanskjdnaskjdnasjkdnkasjkdsndjkasnkdasjkdnasjkndasdjkasndjknasjkdnasjksndjkasndjkasndjksnsajkdnasjkndkajsndajskndasdjkasndjkasndjkasndkjasndjkasndaskjdnasjkndasdjkasnjdkanskjd.</a:t>
            </a:r>
            <a:endParaRPr lang="en-US" sz="600" dirty="0"/>
          </a:p>
        </p:txBody>
      </p:sp>
      <p:sp>
        <p:nvSpPr>
          <p:cNvPr id="13" name="Text 9"/>
          <p:cNvSpPr/>
          <p:nvPr/>
        </p:nvSpPr>
        <p:spPr>
          <a:xfrm>
            <a:off x="5168499" y="1652508"/>
            <a:ext cx="3330215" cy="2493318"/>
          </a:xfrm>
          <a:prstGeom prst="rect">
            <a:avLst/>
          </a:prstGeom>
          <a:noFill/>
          <a:ln/>
        </p:spPr>
        <p:txBody>
          <a:bodyPr wrap="square" lIns="47625" tIns="47625" rIns="47625" bIns="47625" rtlCol="0" anchor="t">
            <a:spAutoFit/>
          </a:bodyPr>
          <a:lstStyle/>
          <a:p>
            <a:pPr algn="just" indent="0" marL="0">
              <a:lnSpc>
                <a:spcPct val="12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Lorem ipsum dolor sit amet, consectetur adipiscing dasnkdanskjdnaskjdnasjkndjkasndjkasndjkasndjkasnjdnaskjdnasjkdnasjkndasdasdkjasndjkasndjksandjkasnjkdnasjkdnasjkndasdasdjkasndjkasndjkasnjkdnasjkdnasjkdnasdkajsndkajsndkjasndjkasndjkasndjkasndjkansjkdnasjkdnasjkasjndjkasndjkasnd</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B268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3485424"/>
            <a:ext cx="9143998" cy="1316102"/>
          </a:xfrm>
          <a:prstGeom prst="rect">
            <a:avLst/>
          </a:prstGeom>
        </p:spPr>
      </p:pic>
      <p:sp>
        <p:nvSpPr>
          <p:cNvPr id="3" name="Text 0"/>
          <p:cNvSpPr/>
          <p:nvPr/>
        </p:nvSpPr>
        <p:spPr>
          <a:xfrm>
            <a:off x="0" y="3485424"/>
            <a:ext cx="9143998" cy="1316102"/>
          </a:xfrm>
          <a:prstGeom prst="rect">
            <a:avLst/>
          </a:prstGeom>
          <a:noFill/>
          <a:ln/>
        </p:spPr>
        <p:txBody>
          <a:bodyPr wrap="square" rtlCol="0" anchor="t"/>
          <a:lstStyle/>
          <a:p>
            <a:pPr indent="0" marL="0">
              <a:spcBef>
                <a:spcPts val="188"/>
              </a:spcBef>
              <a:buNone/>
            </a:pPr>
            <a:endParaRPr lang="en-US" sz="600" dirty="0"/>
          </a:p>
        </p:txBody>
      </p:sp>
      <p:sp>
        <p:nvSpPr>
          <p:cNvPr id="4" name="Text 1"/>
          <p:cNvSpPr/>
          <p:nvPr/>
        </p:nvSpPr>
        <p:spPr>
          <a:xfrm>
            <a:off x="0" y="3413093"/>
            <a:ext cx="914400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5" name="Image 1" descr="preencoded.png">    </p:cNvPr>
          <p:cNvPicPr>
            <a:picLocks noChangeAspect="1"/>
          </p:cNvPicPr>
          <p:nvPr/>
        </p:nvPicPr>
        <p:blipFill>
          <a:blip r:embed="rId3"/>
          <a:srcRect l="10210" r="58127" t="0" b="47917"/>
          <a:stretch/>
        </p:blipFill>
        <p:spPr>
          <a:xfrm>
            <a:off x="803108" y="1379575"/>
            <a:ext cx="1727050" cy="2105849"/>
          </a:xfrm>
          <a:prstGeom prst="rect">
            <a:avLst/>
          </a:prstGeom>
        </p:spPr>
      </p:pic>
      <p:pic>
        <p:nvPicPr>
          <p:cNvPr id="6" name="Image 2" descr="preencoded.png">    </p:cNvPr>
          <p:cNvPicPr>
            <a:picLocks noChangeAspect="1"/>
          </p:cNvPicPr>
          <p:nvPr/>
        </p:nvPicPr>
        <p:blipFill>
          <a:blip r:embed="rId4"/>
          <a:srcRect l="13573" r="57968" t="0" b="47917"/>
          <a:stretch/>
        </p:blipFill>
        <p:spPr>
          <a:xfrm>
            <a:off x="2740019" y="1379575"/>
            <a:ext cx="1727050" cy="2105849"/>
          </a:xfrm>
          <a:prstGeom prst="rect">
            <a:avLst/>
          </a:prstGeom>
        </p:spPr>
      </p:pic>
      <p:pic>
        <p:nvPicPr>
          <p:cNvPr id="7" name="Image 3" descr="preencoded.png">    </p:cNvPr>
          <p:cNvPicPr>
            <a:picLocks noChangeAspect="1"/>
          </p:cNvPicPr>
          <p:nvPr/>
        </p:nvPicPr>
        <p:blipFill>
          <a:blip r:embed="rId5"/>
          <a:srcRect l="10234" r="61306" t="0" b="47917"/>
          <a:stretch/>
        </p:blipFill>
        <p:spPr>
          <a:xfrm>
            <a:off x="4676930" y="1379575"/>
            <a:ext cx="1727050" cy="2105849"/>
          </a:xfrm>
          <a:prstGeom prst="rect">
            <a:avLst/>
          </a:prstGeom>
        </p:spPr>
      </p:pic>
      <p:pic>
        <p:nvPicPr>
          <p:cNvPr id="8" name="Image 4" descr="preencoded.png">    </p:cNvPr>
          <p:cNvPicPr>
            <a:picLocks noChangeAspect="1"/>
          </p:cNvPicPr>
          <p:nvPr/>
        </p:nvPicPr>
        <p:blipFill>
          <a:blip r:embed="rId6"/>
          <a:srcRect l="7520" r="55442" t="20477" b="49378"/>
          <a:stretch/>
        </p:blipFill>
        <p:spPr>
          <a:xfrm>
            <a:off x="6613842" y="1379575"/>
            <a:ext cx="1727050" cy="2105848"/>
          </a:xfrm>
          <a:prstGeom prst="rect">
            <a:avLst/>
          </a:prstGeom>
        </p:spPr>
      </p:pic>
      <p:sp>
        <p:nvSpPr>
          <p:cNvPr id="9" name="Text 2"/>
          <p:cNvSpPr/>
          <p:nvPr/>
        </p:nvSpPr>
        <p:spPr>
          <a:xfrm>
            <a:off x="2965721" y="438150"/>
            <a:ext cx="3212550" cy="603349"/>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975" b="1" dirty="0">
                <a:solidFill>
                  <a:srgbClr val="FFFFFF"/>
                </a:solidFill>
                <a:latin typeface="Montserrat" pitchFamily="34" charset="0"/>
                <a:ea typeface="Montserrat" pitchFamily="34" charset="-122"/>
                <a:cs typeface="Montserrat" pitchFamily="34" charset="-120"/>
              </a:rPr>
              <a:t>SYMPTOMS</a:t>
            </a:r>
            <a:endParaRPr lang="en-US" sz="600" dirty="0"/>
          </a:p>
        </p:txBody>
      </p:sp>
      <p:sp>
        <p:nvSpPr>
          <p:cNvPr id="10" name="Text 3"/>
          <p:cNvSpPr/>
          <p:nvPr/>
        </p:nvSpPr>
        <p:spPr>
          <a:xfrm>
            <a:off x="803108" y="3988937"/>
            <a:ext cx="1727100" cy="53384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125" dirty="0">
                <a:solidFill>
                  <a:srgbClr val="4B2683"/>
                </a:solidFill>
                <a:latin typeface="Montserrat" pitchFamily="34" charset="0"/>
                <a:ea typeface="Montserrat" pitchFamily="34" charset="-122"/>
                <a:cs typeface="Montserrat" pitchFamily="34" charset="-120"/>
              </a:rPr>
              <a:t>Lorem ipsum dolor sit amet, consectetur adipiscing elit.</a:t>
            </a:r>
            <a:endParaRPr lang="en-US" sz="600" dirty="0"/>
          </a:p>
        </p:txBody>
      </p:sp>
      <p:sp>
        <p:nvSpPr>
          <p:cNvPr id="11" name="Text 4"/>
          <p:cNvSpPr/>
          <p:nvPr/>
        </p:nvSpPr>
        <p:spPr>
          <a:xfrm>
            <a:off x="803108" y="3684285"/>
            <a:ext cx="1727050" cy="25382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238" b="1" dirty="0">
                <a:solidFill>
                  <a:srgbClr val="4B2683"/>
                </a:solidFill>
                <a:latin typeface="Montserrat" pitchFamily="34" charset="0"/>
                <a:ea typeface="Montserrat" pitchFamily="34" charset="-122"/>
                <a:cs typeface="Montserrat" pitchFamily="34" charset="-120"/>
              </a:rPr>
              <a:t>Symptom 1</a:t>
            </a:r>
            <a:endParaRPr lang="en-US" sz="600" dirty="0"/>
          </a:p>
        </p:txBody>
      </p:sp>
      <p:sp>
        <p:nvSpPr>
          <p:cNvPr id="12" name="Text 5"/>
          <p:cNvSpPr/>
          <p:nvPr/>
        </p:nvSpPr>
        <p:spPr>
          <a:xfrm>
            <a:off x="2740019" y="3988937"/>
            <a:ext cx="1727100" cy="53384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125" dirty="0">
                <a:solidFill>
                  <a:srgbClr val="4B2683"/>
                </a:solidFill>
                <a:latin typeface="Montserrat" pitchFamily="34" charset="0"/>
                <a:ea typeface="Montserrat" pitchFamily="34" charset="-122"/>
                <a:cs typeface="Montserrat" pitchFamily="34" charset="-120"/>
              </a:rPr>
              <a:t>Lorem ipsum dolor sit amet, consectetur adipiscing elit.</a:t>
            </a:r>
            <a:endParaRPr lang="en-US" sz="600" dirty="0"/>
          </a:p>
        </p:txBody>
      </p:sp>
      <p:sp>
        <p:nvSpPr>
          <p:cNvPr id="13" name="Text 6"/>
          <p:cNvSpPr/>
          <p:nvPr/>
        </p:nvSpPr>
        <p:spPr>
          <a:xfrm>
            <a:off x="2740019" y="3684285"/>
            <a:ext cx="1727050" cy="25382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238" b="1" dirty="0">
                <a:solidFill>
                  <a:srgbClr val="4B2683"/>
                </a:solidFill>
                <a:latin typeface="Montserrat" pitchFamily="34" charset="0"/>
                <a:ea typeface="Montserrat" pitchFamily="34" charset="-122"/>
                <a:cs typeface="Montserrat" pitchFamily="34" charset="-120"/>
              </a:rPr>
              <a:t>Symptom 2</a:t>
            </a:r>
            <a:endParaRPr lang="en-US" sz="600" dirty="0"/>
          </a:p>
        </p:txBody>
      </p:sp>
      <p:sp>
        <p:nvSpPr>
          <p:cNvPr id="14" name="Text 7"/>
          <p:cNvSpPr/>
          <p:nvPr/>
        </p:nvSpPr>
        <p:spPr>
          <a:xfrm>
            <a:off x="4676930" y="3988937"/>
            <a:ext cx="1727100" cy="53384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125" dirty="0">
                <a:solidFill>
                  <a:srgbClr val="4B2683"/>
                </a:solidFill>
                <a:latin typeface="Montserrat" pitchFamily="34" charset="0"/>
                <a:ea typeface="Montserrat" pitchFamily="34" charset="-122"/>
                <a:cs typeface="Montserrat" pitchFamily="34" charset="-120"/>
              </a:rPr>
              <a:t>Lorem ipsum dolor sit amet, consectetur adipiscing elit.</a:t>
            </a:r>
            <a:endParaRPr lang="en-US" sz="600" dirty="0"/>
          </a:p>
        </p:txBody>
      </p:sp>
      <p:sp>
        <p:nvSpPr>
          <p:cNvPr id="15" name="Text 8"/>
          <p:cNvSpPr/>
          <p:nvPr/>
        </p:nvSpPr>
        <p:spPr>
          <a:xfrm>
            <a:off x="4676930" y="3684285"/>
            <a:ext cx="1727050" cy="25382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238" b="1" dirty="0">
                <a:solidFill>
                  <a:srgbClr val="4B2683"/>
                </a:solidFill>
                <a:latin typeface="Montserrat" pitchFamily="34" charset="0"/>
                <a:ea typeface="Montserrat" pitchFamily="34" charset="-122"/>
                <a:cs typeface="Montserrat" pitchFamily="34" charset="-120"/>
              </a:rPr>
              <a:t>Symptom 3</a:t>
            </a:r>
            <a:endParaRPr lang="en-US" sz="600" dirty="0"/>
          </a:p>
        </p:txBody>
      </p:sp>
      <p:sp>
        <p:nvSpPr>
          <p:cNvPr id="16" name="Text 9"/>
          <p:cNvSpPr/>
          <p:nvPr/>
        </p:nvSpPr>
        <p:spPr>
          <a:xfrm>
            <a:off x="6613531" y="3988937"/>
            <a:ext cx="1727100" cy="53384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125" dirty="0">
                <a:solidFill>
                  <a:srgbClr val="4B2683"/>
                </a:solidFill>
                <a:latin typeface="Montserrat" pitchFamily="34" charset="0"/>
                <a:ea typeface="Montserrat" pitchFamily="34" charset="-122"/>
                <a:cs typeface="Montserrat" pitchFamily="34" charset="-120"/>
              </a:rPr>
              <a:t>Lorem ipsum dolor sit amet, consectetur adipiscing elit.</a:t>
            </a:r>
            <a:endParaRPr lang="en-US" sz="600" dirty="0"/>
          </a:p>
        </p:txBody>
      </p:sp>
      <p:sp>
        <p:nvSpPr>
          <p:cNvPr id="17" name="Text 10"/>
          <p:cNvSpPr/>
          <p:nvPr/>
        </p:nvSpPr>
        <p:spPr>
          <a:xfrm>
            <a:off x="6613531" y="3684285"/>
            <a:ext cx="1727050" cy="25382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238" b="1" dirty="0">
                <a:solidFill>
                  <a:srgbClr val="4B2683"/>
                </a:solidFill>
                <a:latin typeface="Montserrat" pitchFamily="34" charset="0"/>
                <a:ea typeface="Montserrat" pitchFamily="34" charset="-122"/>
                <a:cs typeface="Montserrat" pitchFamily="34" charset="-120"/>
              </a:rPr>
              <a:t>Symptom 4</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B268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779826"/>
            <a:ext cx="4382807" cy="4363674"/>
          </a:xfrm>
          <a:prstGeom prst="rect">
            <a:avLst/>
          </a:prstGeom>
        </p:spPr>
      </p:pic>
      <p:sp>
        <p:nvSpPr>
          <p:cNvPr id="3" name="Text 0"/>
          <p:cNvSpPr/>
          <p:nvPr/>
        </p:nvSpPr>
        <p:spPr>
          <a:xfrm>
            <a:off x="0" y="779826"/>
            <a:ext cx="4382807" cy="4363674"/>
          </a:xfrm>
          <a:prstGeom prst="rect">
            <a:avLst/>
          </a:prstGeom>
          <a:noFill/>
          <a:ln/>
        </p:spPr>
        <p:txBody>
          <a:bodyPr wrap="square" rtlCol="0" anchor="t"/>
          <a:lstStyle/>
          <a:p>
            <a:pPr indent="0" marL="0">
              <a:spcBef>
                <a:spcPts val="188"/>
              </a:spcBef>
              <a:buNone/>
            </a:pPr>
            <a:endParaRPr lang="en-US" sz="600" dirty="0"/>
          </a:p>
        </p:txBody>
      </p:sp>
      <p:pic>
        <p:nvPicPr>
          <p:cNvPr id="4" name="Image 1" descr="preencoded.png">    </p:cNvPr>
          <p:cNvPicPr>
            <a:picLocks noChangeAspect="1"/>
          </p:cNvPicPr>
          <p:nvPr/>
        </p:nvPicPr>
        <p:blipFill>
          <a:blip r:embed="rId3"/>
          <a:stretch>
            <a:fillRect/>
          </a:stretch>
        </p:blipFill>
        <p:spPr>
          <a:xfrm>
            <a:off x="0" y="779826"/>
            <a:ext cx="4382807" cy="4363674"/>
          </a:xfrm>
          <a:prstGeom prst="rect">
            <a:avLst/>
          </a:prstGeom>
        </p:spPr>
      </p:pic>
      <p:pic>
        <p:nvPicPr>
          <p:cNvPr id="5"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79230" y="0"/>
            <a:ext cx="4406416" cy="4363675"/>
          </a:xfrm>
          <a:prstGeom prst="rect">
            <a:avLst/>
          </a:prstGeom>
        </p:spPr>
      </p:pic>
      <p:sp>
        <p:nvSpPr>
          <p:cNvPr id="6" name="Text 1"/>
          <p:cNvSpPr/>
          <p:nvPr/>
        </p:nvSpPr>
        <p:spPr>
          <a:xfrm>
            <a:off x="4779230" y="0"/>
            <a:ext cx="4406416" cy="4363675"/>
          </a:xfrm>
          <a:prstGeom prst="rect">
            <a:avLst/>
          </a:prstGeom>
          <a:noFill/>
          <a:ln/>
        </p:spPr>
        <p:txBody>
          <a:bodyPr wrap="square" rtlCol="0" anchor="t"/>
          <a:lstStyle/>
          <a:p>
            <a:pPr indent="0" marL="0">
              <a:spcBef>
                <a:spcPts val="188"/>
              </a:spcBef>
              <a:buNone/>
            </a:pPr>
            <a:endParaRPr lang="en-US" sz="600" dirty="0"/>
          </a:p>
        </p:txBody>
      </p:sp>
      <p:sp>
        <p:nvSpPr>
          <p:cNvPr id="7" name="Text 2"/>
          <p:cNvSpPr/>
          <p:nvPr/>
        </p:nvSpPr>
        <p:spPr>
          <a:xfrm>
            <a:off x="4779230" y="-72330"/>
            <a:ext cx="4406416"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8" name="Text 3"/>
          <p:cNvSpPr/>
          <p:nvPr/>
        </p:nvSpPr>
        <p:spPr>
          <a:xfrm>
            <a:off x="5231311" y="1417932"/>
            <a:ext cx="3502200" cy="1694111"/>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4B2683"/>
                </a:solidFill>
                <a:latin typeface="Montserrat" pitchFamily="34" charset="0"/>
                <a:ea typeface="Montserrat" pitchFamily="34" charset="-122"/>
                <a:cs typeface="Montserrat"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endParaRPr lang="en-US" sz="600" dirty="0"/>
          </a:p>
        </p:txBody>
      </p:sp>
      <p:sp>
        <p:nvSpPr>
          <p:cNvPr id="9" name="Text 4"/>
          <p:cNvSpPr/>
          <p:nvPr/>
        </p:nvSpPr>
        <p:spPr>
          <a:xfrm>
            <a:off x="5231311" y="514350"/>
            <a:ext cx="3502251" cy="603349"/>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975" b="1" dirty="0">
                <a:solidFill>
                  <a:srgbClr val="4B2683"/>
                </a:solidFill>
                <a:latin typeface="Montserrat" pitchFamily="34" charset="0"/>
                <a:ea typeface="Montserrat" pitchFamily="34" charset="-122"/>
                <a:cs typeface="Montserrat" pitchFamily="34" charset="-120"/>
              </a:rPr>
              <a:t>TREATMENT</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B268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442" y="549792"/>
            <a:ext cx="4572000" cy="4114800"/>
          </a:xfrm>
          <a:prstGeom prst="rect">
            <a:avLst/>
          </a:prstGeom>
        </p:spPr>
      </p:pic>
      <p:sp>
        <p:nvSpPr>
          <p:cNvPr id="3" name="Text 0"/>
          <p:cNvSpPr/>
          <p:nvPr/>
        </p:nvSpPr>
        <p:spPr>
          <a:xfrm>
            <a:off x="-35442" y="549792"/>
            <a:ext cx="4572000" cy="4114800"/>
          </a:xfrm>
          <a:prstGeom prst="rect">
            <a:avLst/>
          </a:prstGeom>
          <a:noFill/>
          <a:ln/>
        </p:spPr>
        <p:txBody>
          <a:bodyPr wrap="square" rtlCol="0" anchor="t"/>
          <a:lstStyle/>
          <a:p>
            <a:pPr indent="0" marL="0">
              <a:spcBef>
                <a:spcPts val="188"/>
              </a:spcBef>
              <a:buNone/>
            </a:pPr>
            <a:endParaRPr lang="en-US" sz="600" dirty="0"/>
          </a:p>
        </p:txBody>
      </p:sp>
      <p:pic>
        <p:nvPicPr>
          <p:cNvPr id="4" name="Image 1" descr="preencoded.png">    </p:cNvPr>
          <p:cNvPicPr>
            <a:picLocks noChangeAspect="1"/>
          </p:cNvPicPr>
          <p:nvPr/>
        </p:nvPicPr>
        <p:blipFill>
          <a:blip r:embed="rId3"/>
          <a:stretch>
            <a:fillRect/>
          </a:stretch>
        </p:blipFill>
        <p:spPr>
          <a:xfrm>
            <a:off x="-35442" y="549792"/>
            <a:ext cx="4572000" cy="4114800"/>
          </a:xfrm>
          <a:prstGeom prst="rect">
            <a:avLst/>
          </a:prstGeom>
        </p:spPr>
      </p:pic>
      <p:pic>
        <p:nvPicPr>
          <p:cNvPr id="5"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72000" y="0"/>
            <a:ext cx="4572000" cy="5143500"/>
          </a:xfrm>
          <a:prstGeom prst="rect">
            <a:avLst/>
          </a:prstGeom>
        </p:spPr>
      </p:pic>
      <p:sp>
        <p:nvSpPr>
          <p:cNvPr id="6" name="Text 1"/>
          <p:cNvSpPr/>
          <p:nvPr/>
        </p:nvSpPr>
        <p:spPr>
          <a:xfrm>
            <a:off x="4572000" y="0"/>
            <a:ext cx="4572000" cy="5143500"/>
          </a:xfrm>
          <a:prstGeom prst="rect">
            <a:avLst/>
          </a:prstGeom>
          <a:noFill/>
          <a:ln/>
        </p:spPr>
        <p:txBody>
          <a:bodyPr wrap="square" rtlCol="0" anchor="t"/>
          <a:lstStyle/>
          <a:p>
            <a:pPr indent="0" marL="0">
              <a:spcBef>
                <a:spcPts val="188"/>
              </a:spcBef>
              <a:buNone/>
            </a:pPr>
            <a:endParaRPr lang="en-US" sz="600" dirty="0"/>
          </a:p>
        </p:txBody>
      </p:sp>
      <p:sp>
        <p:nvSpPr>
          <p:cNvPr id="7" name="Text 2"/>
          <p:cNvSpPr/>
          <p:nvPr/>
        </p:nvSpPr>
        <p:spPr>
          <a:xfrm>
            <a:off x="4572000" y="-72330"/>
            <a:ext cx="457200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8" name="Text 3"/>
          <p:cNvSpPr/>
          <p:nvPr/>
        </p:nvSpPr>
        <p:spPr>
          <a:xfrm>
            <a:off x="5060047" y="1914990"/>
            <a:ext cx="3648450" cy="1694111"/>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4B2683"/>
                </a:solidFill>
                <a:latin typeface="Montserrat" pitchFamily="34" charset="0"/>
                <a:ea typeface="Montserrat" pitchFamily="34" charset="-122"/>
                <a:cs typeface="Montserrat"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endParaRPr lang="en-US" sz="600" dirty="0"/>
          </a:p>
        </p:txBody>
      </p:sp>
      <p:sp>
        <p:nvSpPr>
          <p:cNvPr id="9" name="Text 4"/>
          <p:cNvSpPr/>
          <p:nvPr/>
        </p:nvSpPr>
        <p:spPr>
          <a:xfrm>
            <a:off x="5007440" y="1011408"/>
            <a:ext cx="3648512" cy="603349"/>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975" b="1" dirty="0">
                <a:solidFill>
                  <a:srgbClr val="4B2683"/>
                </a:solidFill>
                <a:latin typeface="Montserrat" pitchFamily="34" charset="0"/>
                <a:ea typeface="Montserrat" pitchFamily="34" charset="-122"/>
                <a:cs typeface="Montserrat" pitchFamily="34" charset="-120"/>
              </a:rPr>
              <a:t>CONCLUSION</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E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4350" y="514350"/>
            <a:ext cx="8115300" cy="980755"/>
          </a:xfrm>
          <a:prstGeom prst="rect">
            <a:avLst/>
          </a:prstGeom>
        </p:spPr>
      </p:pic>
      <p:sp>
        <p:nvSpPr>
          <p:cNvPr id="3" name="Text 0"/>
          <p:cNvSpPr/>
          <p:nvPr/>
        </p:nvSpPr>
        <p:spPr>
          <a:xfrm>
            <a:off x="514350" y="514350"/>
            <a:ext cx="8115300" cy="980755"/>
          </a:xfrm>
          <a:prstGeom prst="rect">
            <a:avLst/>
          </a:prstGeom>
          <a:noFill/>
          <a:ln/>
        </p:spPr>
        <p:txBody>
          <a:bodyPr wrap="square" rtlCol="0" anchor="t"/>
          <a:lstStyle/>
          <a:p>
            <a:pPr indent="0" marL="0">
              <a:spcBef>
                <a:spcPts val="188"/>
              </a:spcBef>
              <a:buNone/>
            </a:pPr>
            <a:endParaRPr lang="en-US" sz="600" dirty="0"/>
          </a:p>
        </p:txBody>
      </p:sp>
      <p:sp>
        <p:nvSpPr>
          <p:cNvPr id="4" name="Text 1"/>
          <p:cNvSpPr/>
          <p:nvPr/>
        </p:nvSpPr>
        <p:spPr>
          <a:xfrm>
            <a:off x="514350" y="442019"/>
            <a:ext cx="811530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5" name="Text 2"/>
          <p:cNvSpPr/>
          <p:nvPr/>
        </p:nvSpPr>
        <p:spPr>
          <a:xfrm>
            <a:off x="514350" y="782477"/>
            <a:ext cx="8115300" cy="603349"/>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975" b="1" dirty="0">
                <a:solidFill>
                  <a:srgbClr val="FFFFFF"/>
                </a:solidFill>
                <a:latin typeface="Montserrat" pitchFamily="34" charset="0"/>
                <a:ea typeface="Montserrat" pitchFamily="34" charset="-122"/>
                <a:cs typeface="Montserrat" pitchFamily="34" charset="-120"/>
              </a:rPr>
              <a:t>Foydalanilgan adabiyotlar</a:t>
            </a:r>
            <a:endParaRPr lang="en-US" sz="6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4350" y="1638940"/>
            <a:ext cx="8115300" cy="2990210"/>
          </a:xfrm>
          <a:prstGeom prst="rect">
            <a:avLst/>
          </a:prstGeom>
        </p:spPr>
      </p:pic>
      <p:sp>
        <p:nvSpPr>
          <p:cNvPr id="7" name="Text 3"/>
          <p:cNvSpPr/>
          <p:nvPr/>
        </p:nvSpPr>
        <p:spPr>
          <a:xfrm>
            <a:off x="514350" y="1638940"/>
            <a:ext cx="8115300" cy="2990210"/>
          </a:xfrm>
          <a:prstGeom prst="rect">
            <a:avLst/>
          </a:prstGeom>
          <a:noFill/>
          <a:ln/>
        </p:spPr>
        <p:txBody>
          <a:bodyPr wrap="square" rtlCol="0" anchor="t"/>
          <a:lstStyle/>
          <a:p>
            <a:pPr indent="0" marL="0">
              <a:spcBef>
                <a:spcPts val="188"/>
              </a:spcBef>
              <a:buNone/>
            </a:pPr>
            <a:endParaRPr lang="en-US" sz="600" dirty="0"/>
          </a:p>
        </p:txBody>
      </p:sp>
      <p:sp>
        <p:nvSpPr>
          <p:cNvPr id="8" name="Text 4"/>
          <p:cNvSpPr/>
          <p:nvPr/>
        </p:nvSpPr>
        <p:spPr>
          <a:xfrm>
            <a:off x="514350" y="1566609"/>
            <a:ext cx="811530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9" name="Text 5"/>
          <p:cNvSpPr/>
          <p:nvPr/>
        </p:nvSpPr>
        <p:spPr>
          <a:xfrm>
            <a:off x="1011075" y="1995092"/>
            <a:ext cx="7121850" cy="474315"/>
          </a:xfrm>
          <a:prstGeom prst="rect">
            <a:avLst/>
          </a:prstGeom>
          <a:noFill/>
          <a:ln/>
        </p:spPr>
        <p:txBody>
          <a:bodyPr wrap="square" lIns="47625" tIns="47625" rIns="47625" bIns="47625" rtlCol="0" anchor="t">
            <a:spAutoFit/>
          </a:bodyPr>
          <a:lstStyle/>
          <a:p>
            <a:pPr algn="just" indent="0" marL="0">
              <a:lnSpc>
                <a:spcPct val="8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1.Nimadir</a:t>
            </a:r>
            <a:endParaRPr lang="en-US" sz="600" dirty="0"/>
          </a:p>
          <a:p>
            <a:pPr indent="0" marL="0">
              <a:lnSpc>
                <a:spcPct val="80000"/>
              </a:lnSpc>
              <a:spcBef>
                <a:spcPts val="188"/>
              </a:spcBef>
              <a:buNone/>
            </a:pPr>
            <a:r>
              <a:rPr lang="en-US" sz="1388" dirty="0">
                <a:solidFill>
                  <a:srgbClr val="FFFFFF"/>
                </a:solidFill>
                <a:latin typeface="Montserrat" pitchFamily="34" charset="0"/>
                <a:ea typeface="Montserrat" pitchFamily="34" charset="-122"/>
                <a:cs typeface="Montserrat" pitchFamily="34" charset="-120"/>
              </a:rPr>
              <a:t>2.Nimadir</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B2683"/>
        </a:solidFill>
      </p:bgPr>
    </p:bg>
    <p:spTree>
      <p:nvGrpSpPr>
        <p:cNvPr id="1" name=""/>
        <p:cNvGrpSpPr/>
        <p:nvPr/>
      </p:nvGrpSpPr>
      <p:grpSpPr>
        <a:xfrm>
          <a:off x="0" y="0"/>
          <a:ext cx="0" cy="0"/>
          <a:chOff x="0" y="0"/>
          <a:chExt cx="0" cy="0"/>
        </a:xfrm>
      </p:grpSpPr>
      <p:sp>
        <p:nvSpPr>
          <p:cNvPr id="2" name="Text 0"/>
          <p:cNvSpPr/>
          <p:nvPr/>
        </p:nvSpPr>
        <p:spPr>
          <a:xfrm>
            <a:off x="514350" y="1666875"/>
            <a:ext cx="7967551" cy="6667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4500" b="1" dirty="0">
                <a:solidFill>
                  <a:srgbClr val="FFFFFF"/>
                </a:solidFill>
                <a:latin typeface="Montserrat" pitchFamily="34" charset="0"/>
                <a:ea typeface="Montserrat" pitchFamily="34" charset="-122"/>
                <a:cs typeface="Montserrat" pitchFamily="34" charset="-120"/>
              </a:rPr>
              <a:t>Etiboringiz uchun rahmat</a:t>
            </a:r>
            <a:endParaRPr lang="en-US" sz="600" dirty="0"/>
          </a:p>
        </p:txBody>
      </p:sp>
      <p:sp>
        <p:nvSpPr>
          <p:cNvPr id="3" name="Text 1"/>
          <p:cNvSpPr/>
          <p:nvPr/>
        </p:nvSpPr>
        <p:spPr>
          <a:xfrm>
            <a:off x="0" y="0"/>
            <a:ext cx="2857500" cy="209550"/>
          </a:xfrm>
          <a:prstGeom prst="rect">
            <a:avLst/>
          </a:prstGeom>
          <a:noFill/>
          <a:ln/>
        </p:spPr>
        <p:txBody>
          <a:bodyPr wrap="square" lIns="47625" tIns="47625" rIns="47625" bIns="47625" rtlCol="0" anchor="t">
            <a:spAutoFit/>
          </a:bodyPr>
          <a:lstStyle/>
          <a:p>
            <a:pPr indent="0" marL="0">
              <a:lnSpc>
                <a:spcPct val="120000"/>
              </a:lnSpc>
              <a:spcBef>
                <a:spcPts val="188"/>
              </a:spcBef>
              <a:buNone/>
            </a:pPr>
            <a:r>
              <a:rPr lang="en-US" sz="600" dirty="0">
                <a:solidFill>
                  <a:srgbClr val="333333"/>
                </a:solidFill>
                <a:latin typeface="微软雅黑" pitchFamily="34" charset="0"/>
                <a:ea typeface="微软雅黑" pitchFamily="34" charset="-122"/>
                <a:cs typeface="微软雅黑" pitchFamily="34" charset="-120"/>
              </a:rPr>
              <a:t>THANK YOU</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2025-10-01T15:07:13Z</dcterms:created>
  <dcterms:modified xsi:type="dcterms:W3CDTF">2025-10-01T15:07:13Z</dcterms:modified>
</cp:coreProperties>
</file>