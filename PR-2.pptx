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svg"/><Relationship Id="rId6" Type="http://schemas.openxmlformats.org/officeDocument/2006/relationships/image" Target="../media/image-2-6.png"/><Relationship Id="rId7" Type="http://schemas.openxmlformats.org/officeDocument/2006/relationships/image" Target="../media/image-2-7.svg"/><Relationship Id="rId8" Type="http://schemas.openxmlformats.org/officeDocument/2006/relationships/image" Target="../media/image-2-8.png"/><Relationship Id="rId9" Type="http://schemas.openxmlformats.org/officeDocument/2006/relationships/image" Target="../media/image-2-9.svg"/><Relationship Id="rId10" Type="http://schemas.openxmlformats.org/officeDocument/2006/relationships/slideLayout" Target="../slideLayouts/slideLayout1.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3.png"/><Relationship Id="rId4" Type="http://schemas.openxmlformats.org/officeDocument/2006/relationships/image" Target="../media/image-4-4.svg"/><Relationship Id="rId5" Type="http://schemas.openxmlformats.org/officeDocument/2006/relationships/image" Target="../media/image-4-5.png"/><Relationship Id="rId6" Type="http://schemas.openxmlformats.org/officeDocument/2006/relationships/image" Target="../media/image-4-6.svg"/><Relationship Id="rId7" Type="http://schemas.openxmlformats.org/officeDocument/2006/relationships/image" Target="../media/image-4-7.png"/><Relationship Id="rId8" Type="http://schemas.openxmlformats.org/officeDocument/2006/relationships/image" Target="../media/image-4-8.svg"/><Relationship Id="rId9" Type="http://schemas.openxmlformats.org/officeDocument/2006/relationships/image" Target="../media/image-4-9.png"/><Relationship Id="rId10" Type="http://schemas.openxmlformats.org/officeDocument/2006/relationships/image" Target="../media/image-4-10.svg"/><Relationship Id="rId11" Type="http://schemas.openxmlformats.org/officeDocument/2006/relationships/image" Target="../media/image-4-11.png"/><Relationship Id="rId12" Type="http://schemas.openxmlformats.org/officeDocument/2006/relationships/image" Target="../media/image-4-12.svg"/><Relationship Id="rId13" Type="http://schemas.openxmlformats.org/officeDocument/2006/relationships/slideLayout" Target="../slideLayouts/slideLayout1.xml"/><Relationship Id="rId1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sv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svg"/><Relationship Id="rId9" Type="http://schemas.openxmlformats.org/officeDocument/2006/relationships/image" Target="../media/image-5-9.png"/><Relationship Id="rId10" Type="http://schemas.openxmlformats.org/officeDocument/2006/relationships/slideLayout" Target="../slideLayouts/slideLayout1.xml"/><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svg"/><Relationship Id="rId4" Type="http://schemas.openxmlformats.org/officeDocument/2006/relationships/image" Target="../media/image-6-4.png"/><Relationship Id="rId5" Type="http://schemas.openxmlformats.org/officeDocument/2006/relationships/image" Target="../media/image-6-5.svg"/><Relationship Id="rId6" Type="http://schemas.openxmlformats.org/officeDocument/2006/relationships/image" Target="../media/image-6-6.png"/><Relationship Id="rId7" Type="http://schemas.openxmlformats.org/officeDocument/2006/relationships/image" Target="../media/image-6-7.sv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slideLayout" Target="../slideLayouts/slideLayout1.xml"/><Relationship Id="rId1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3.png"/><Relationship Id="rId4" Type="http://schemas.openxmlformats.org/officeDocument/2006/relationships/image" Target="../media/image-7-4.svg"/><Relationship Id="rId5" Type="http://schemas.openxmlformats.org/officeDocument/2006/relationships/image" Target="../media/image-7-5.png"/><Relationship Id="rId6" Type="http://schemas.openxmlformats.org/officeDocument/2006/relationships/image" Target="../media/image-7-6.svg"/><Relationship Id="rId7" Type="http://schemas.openxmlformats.org/officeDocument/2006/relationships/image" Target="../media/image-7-7.jpeg"/><Relationship Id="rId8" Type="http://schemas.openxmlformats.org/officeDocument/2006/relationships/image" Target="../media/image-7-8.jpeg"/><Relationship Id="rId9" Type="http://schemas.openxmlformats.org/officeDocument/2006/relationships/image" Target="../media/image-7-9.jpeg"/><Relationship Id="rId10" Type="http://schemas.openxmlformats.org/officeDocument/2006/relationships/slideLayout" Target="../slideLayouts/slideLayout1.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sv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sv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svg"/><Relationship Id="rId12" Type="http://schemas.openxmlformats.org/officeDocument/2006/relationships/image" Target="../media/image-8-12.png"/><Relationship Id="rId13" Type="http://schemas.openxmlformats.org/officeDocument/2006/relationships/slideLayout" Target="../slideLayouts/slideLayout1.xml"/><Relationship Id="rId1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sv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sv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image" Target="../media/image-11-12.svg"/><Relationship Id="rId13" Type="http://schemas.openxmlformats.org/officeDocument/2006/relationships/image" Target="../media/image-11-13.png"/><Relationship Id="rId14" Type="http://schemas.openxmlformats.org/officeDocument/2006/relationships/image" Target="../media/image-11-14.png"/><Relationship Id="rId15" Type="http://schemas.openxmlformats.org/officeDocument/2006/relationships/image" Target="../media/image-11-15.svg"/><Relationship Id="rId16" Type="http://schemas.openxmlformats.org/officeDocument/2006/relationships/image" Target="../media/image-11-16.png"/><Relationship Id="rId17" Type="http://schemas.openxmlformats.org/officeDocument/2006/relationships/image" Target="../media/image-11-17.png"/><Relationship Id="rId18" Type="http://schemas.openxmlformats.org/officeDocument/2006/relationships/image" Target="../media/image-11-18.svg"/><Relationship Id="rId19" Type="http://schemas.openxmlformats.org/officeDocument/2006/relationships/image" Target="../media/image-11-19.png"/><Relationship Id="rId20" Type="http://schemas.openxmlformats.org/officeDocument/2006/relationships/image" Target="../media/image-11-20.png"/><Relationship Id="rId21" Type="http://schemas.openxmlformats.org/officeDocument/2006/relationships/image" Target="../media/image-11-21.svg"/><Relationship Id="rId22" Type="http://schemas.openxmlformats.org/officeDocument/2006/relationships/image" Target="../media/image-11-22.png"/><Relationship Id="rId23" Type="http://schemas.openxmlformats.org/officeDocument/2006/relationships/image" Target="../media/image-11-23.png"/><Relationship Id="rId24" Type="http://schemas.openxmlformats.org/officeDocument/2006/relationships/image" Target="../media/image-11-24.svg"/><Relationship Id="rId25" Type="http://schemas.openxmlformats.org/officeDocument/2006/relationships/image" Target="../media/image-11-25.png"/><Relationship Id="rId26" Type="http://schemas.openxmlformats.org/officeDocument/2006/relationships/image" Target="../media/image-11-26.png"/><Relationship Id="rId27" Type="http://schemas.openxmlformats.org/officeDocument/2006/relationships/image" Target="../media/image-11-27.svg"/><Relationship Id="rId28" Type="http://schemas.openxmlformats.org/officeDocument/2006/relationships/image" Target="../media/image-11-28.png"/><Relationship Id="rId29" Type="http://schemas.openxmlformats.org/officeDocument/2006/relationships/image" Target="../media/image-11-29.png"/><Relationship Id="rId30" Type="http://schemas.openxmlformats.org/officeDocument/2006/relationships/image" Target="../media/image-11-30.svg"/><Relationship Id="rId31" Type="http://schemas.openxmlformats.org/officeDocument/2006/relationships/image" Target="../media/image-11-31.png"/><Relationship Id="rId32" Type="http://schemas.openxmlformats.org/officeDocument/2006/relationships/image" Target="../media/image-11-32.png"/><Relationship Id="rId33" Type="http://schemas.openxmlformats.org/officeDocument/2006/relationships/image" Target="../media/image-11-33.svg"/><Relationship Id="rId34" Type="http://schemas.openxmlformats.org/officeDocument/2006/relationships/image" Target="../media/image-11-34.png"/><Relationship Id="rId35" Type="http://schemas.openxmlformats.org/officeDocument/2006/relationships/image" Target="../media/image-11-35.png"/><Relationship Id="rId36" Type="http://schemas.openxmlformats.org/officeDocument/2006/relationships/image" Target="../media/image-11-36.svg"/><Relationship Id="rId37" Type="http://schemas.openxmlformats.org/officeDocument/2006/relationships/image" Target="../media/image-11-37.png"/><Relationship Id="rId38" Type="http://schemas.openxmlformats.org/officeDocument/2006/relationships/image" Target="../media/image-11-38.png"/><Relationship Id="rId39" Type="http://schemas.openxmlformats.org/officeDocument/2006/relationships/image" Target="../media/image-11-39.svg"/><Relationship Id="rId40" Type="http://schemas.openxmlformats.org/officeDocument/2006/relationships/image" Target="../media/image-11-40.png"/><Relationship Id="rId41" Type="http://schemas.openxmlformats.org/officeDocument/2006/relationships/slideLayout" Target="../slideLayouts/slideLayout1.xml"/><Relationship Id="rId4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8F8"/>
        </a:solidFill>
      </p:bgPr>
    </p:bg>
    <p:spTree>
      <p:nvGrpSpPr>
        <p:cNvPr id="1" name=""/>
        <p:cNvGrpSpPr/>
        <p:nvPr/>
      </p:nvGrpSpPr>
      <p:grpSpPr>
        <a:xfrm>
          <a:off x="0" y="0"/>
          <a:ext cx="0" cy="0"/>
          <a:chOff x="0" y="0"/>
          <a:chExt cx="0" cy="0"/>
        </a:xfrm>
      </p:grpSpPr>
      <p:sp>
        <p:nvSpPr>
          <p:cNvPr id="2" name="Text 0"/>
          <p:cNvSpPr/>
          <p:nvPr/>
        </p:nvSpPr>
        <p:spPr>
          <a:xfrm>
            <a:off x="91460" y="1425236"/>
            <a:ext cx="8920350" cy="381000"/>
          </a:xfrm>
          <a:prstGeom prst="rect">
            <a:avLst/>
          </a:prstGeom>
          <a:noFill/>
          <a:ln/>
        </p:spPr>
        <p:txBody>
          <a:bodyPr wrap="square" lIns="47625" tIns="47625" rIns="47625" bIns="47625" rtlCol="0" anchor="t">
            <a:spAutoFit/>
          </a:bodyPr>
          <a:lstStyle/>
          <a:p>
            <a:pPr algn="r" indent="0" marL="0">
              <a:lnSpc>
                <a:spcPct val="80000"/>
              </a:lnSpc>
              <a:spcBef>
                <a:spcPts val="188"/>
              </a:spcBef>
              <a:buNone/>
            </a:pPr>
            <a:r>
              <a:rPr lang="en-US" sz="2250" dirty="0">
                <a:solidFill>
                  <a:srgbClr val="333333"/>
                </a:solidFill>
                <a:latin typeface="微软雅黑" pitchFamily="34" charset="0"/>
                <a:ea typeface="微软雅黑" pitchFamily="34" charset="-122"/>
                <a:cs typeface="微软雅黑" pitchFamily="34" charset="-120"/>
              </a:rPr>
              <a:t>Aliqulov Azizjon</a:t>
            </a:r>
            <a:endParaRPr lang="en-US" sz="600" dirty="0"/>
          </a:p>
        </p:txBody>
      </p:sp>
      <p:sp>
        <p:nvSpPr>
          <p:cNvPr id="3" name="Text 1"/>
          <p:cNvSpPr/>
          <p:nvPr/>
        </p:nvSpPr>
        <p:spPr>
          <a:xfrm>
            <a:off x="252350" y="759787"/>
            <a:ext cx="8598600" cy="514350"/>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3300" b="1" dirty="0">
                <a:solidFill>
                  <a:srgbClr val="000000"/>
                </a:solidFill>
                <a:latin typeface="Poiret One" pitchFamily="34" charset="0"/>
                <a:ea typeface="Poiret One" pitchFamily="34" charset="-122"/>
                <a:cs typeface="Poiret One" pitchFamily="34" charset="-120"/>
              </a:rPr>
              <a:t>Mavzu nomi</a:t>
            </a:r>
            <a:endParaRPr lang="en-US" sz="600" dirty="0"/>
          </a:p>
        </p:txBody>
      </p:sp>
      <p:sp>
        <p:nvSpPr>
          <p:cNvPr id="4" name="Shape 2"/>
          <p:cNvSpPr/>
          <p:nvPr/>
        </p:nvSpPr>
        <p:spPr>
          <a:xfrm>
            <a:off x="0" y="419100"/>
            <a:ext cx="9144000" cy="0"/>
          </a:xfrm>
          <a:custGeom>
            <a:avLst/>
            <a:gdLst/>
            <a:ahLst/>
            <a:cxnLst/>
            <a:rect l="l" t="t" r="r" b="b"/>
            <a:pathLst>
              <a:path w="9144000" h="0">
                <a:moveTo>
                  <a:pt x="0" y="0"/>
                </a:moveTo>
                <a:lnTo>
                  <a:pt x="9144000" y="0"/>
                </a:lnTo>
              </a:path>
            </a:pathLst>
          </a:custGeom>
          <a:noFill/>
          <a:ln w="14288">
            <a:solidFill>
              <a:srgbClr val="000000"/>
            </a:solidFill>
            <a:prstDash val="solid"/>
            <a:headEnd type="none"/>
            <a:tailEnd type="arrow"/>
          </a:ln>
        </p:spPr>
      </p:sp>
      <p:pic>
        <p:nvPicPr>
          <p:cNvPr id="5" name="Image 0" descr="preencoded.png">    </p:cNvPr>
          <p:cNvPicPr>
            <a:picLocks noChangeAspect="1"/>
          </p:cNvPicPr>
          <p:nvPr/>
        </p:nvPicPr>
        <p:blipFill>
          <a:blip r:embed="rId1"/>
          <a:srcRect l="4722" r="47917" t="0" b="57601"/>
          <a:stretch/>
        </p:blipFill>
        <p:spPr>
          <a:xfrm>
            <a:off x="0" y="1789887"/>
            <a:ext cx="9144000" cy="335361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8F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47917" t="0" b="64302"/>
          <a:stretch/>
        </p:blipFill>
        <p:spPr>
          <a:xfrm>
            <a:off x="3266725" y="2359623"/>
            <a:ext cx="2610551" cy="2783874"/>
          </a:xfrm>
          <a:prstGeom prst="rect">
            <a:avLst/>
          </a:prstGeom>
        </p:spPr>
      </p:pic>
      <p:pic>
        <p:nvPicPr>
          <p:cNvPr id="3" name="Image 1" descr="preencoded.png">    </p:cNvPr>
          <p:cNvPicPr>
            <a:picLocks noChangeAspect="1"/>
          </p:cNvPicPr>
          <p:nvPr/>
        </p:nvPicPr>
        <p:blipFill>
          <a:blip r:embed="rId2"/>
          <a:srcRect l="0" r="47917" t="0" b="64302"/>
          <a:stretch/>
        </p:blipFill>
        <p:spPr>
          <a:xfrm>
            <a:off x="303750" y="2359623"/>
            <a:ext cx="2610551" cy="2783874"/>
          </a:xfrm>
          <a:prstGeom prst="rect">
            <a:avLst/>
          </a:prstGeom>
        </p:spPr>
      </p:pic>
      <p:pic>
        <p:nvPicPr>
          <p:cNvPr id="4" name="Image 2" descr="preencoded.png">    </p:cNvPr>
          <p:cNvPicPr>
            <a:picLocks noChangeAspect="1"/>
          </p:cNvPicPr>
          <p:nvPr/>
        </p:nvPicPr>
        <p:blipFill>
          <a:blip r:embed="rId3"/>
          <a:srcRect l="0" r="47917" t="0" b="64302"/>
          <a:stretch/>
        </p:blipFill>
        <p:spPr>
          <a:xfrm>
            <a:off x="6229700" y="2359623"/>
            <a:ext cx="2610551" cy="2783874"/>
          </a:xfrm>
          <a:prstGeom prst="rect">
            <a:avLst/>
          </a:prstGeom>
        </p:spPr>
      </p:pic>
      <p:sp>
        <p:nvSpPr>
          <p:cNvPr id="5" name="Shape 0"/>
          <p:cNvSpPr/>
          <p:nvPr/>
        </p:nvSpPr>
        <p:spPr>
          <a:xfrm>
            <a:off x="0" y="419100"/>
            <a:ext cx="9144000" cy="0"/>
          </a:xfrm>
          <a:custGeom>
            <a:avLst/>
            <a:gdLst/>
            <a:ahLst/>
            <a:cxnLst/>
            <a:rect l="l" t="t" r="r" b="b"/>
            <a:pathLst>
              <a:path w="9144000" h="0">
                <a:moveTo>
                  <a:pt x="0" y="0"/>
                </a:moveTo>
                <a:lnTo>
                  <a:pt x="9144000" y="0"/>
                </a:lnTo>
              </a:path>
            </a:pathLst>
          </a:custGeom>
          <a:noFill/>
          <a:ln w="14288">
            <a:solidFill>
              <a:srgbClr val="000000"/>
            </a:solidFill>
            <a:prstDash val="solid"/>
            <a:headEnd type="none"/>
            <a:tailEnd type="arrow"/>
          </a:ln>
        </p:spPr>
      </p:sp>
      <p:pic>
        <p:nvPicPr>
          <p:cNvPr id="6" name="Image 3"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83086" y="4137768"/>
            <a:ext cx="2287329" cy="695476"/>
          </a:xfrm>
          <a:prstGeom prst="rect">
            <a:avLst/>
          </a:prstGeom>
        </p:spPr>
      </p:pic>
      <p:sp>
        <p:nvSpPr>
          <p:cNvPr id="7" name="Text 1"/>
          <p:cNvSpPr/>
          <p:nvPr/>
        </p:nvSpPr>
        <p:spPr>
          <a:xfrm>
            <a:off x="483086" y="4137768"/>
            <a:ext cx="2287329" cy="695476"/>
          </a:xfrm>
          <a:prstGeom prst="rect">
            <a:avLst/>
          </a:prstGeom>
          <a:noFill/>
          <a:ln/>
        </p:spPr>
        <p:txBody>
          <a:bodyPr wrap="square" rtlCol="0" anchor="t"/>
          <a:lstStyle/>
          <a:p>
            <a:pPr indent="0" marL="0">
              <a:spcBef>
                <a:spcPts val="188"/>
              </a:spcBef>
              <a:buNone/>
            </a:pPr>
            <a:endParaRPr lang="en-US" sz="600" dirty="0"/>
          </a:p>
        </p:txBody>
      </p:sp>
      <p:sp>
        <p:nvSpPr>
          <p:cNvPr id="8" name="Text 2"/>
          <p:cNvSpPr/>
          <p:nvPr/>
        </p:nvSpPr>
        <p:spPr>
          <a:xfrm>
            <a:off x="837505" y="4065438"/>
            <a:ext cx="1602120" cy="215875"/>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900" dirty="0">
                <a:solidFill>
                  <a:srgbClr val="333333"/>
                </a:solidFill>
                <a:latin typeface="Arial" pitchFamily="34" charset="0"/>
                <a:ea typeface="Arial" pitchFamily="34" charset="-122"/>
                <a:cs typeface="Arial" pitchFamily="34" charset="-120"/>
              </a:rPr>
              <a:t> </a:t>
            </a:r>
            <a:endParaRPr lang="en-US" sz="600" dirty="0"/>
          </a:p>
        </p:txBody>
      </p:sp>
      <p:sp>
        <p:nvSpPr>
          <p:cNvPr id="9" name="Text 3"/>
          <p:cNvSpPr/>
          <p:nvPr/>
        </p:nvSpPr>
        <p:spPr>
          <a:xfrm>
            <a:off x="748587" y="892441"/>
            <a:ext cx="7646850" cy="552450"/>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3600" dirty="0">
                <a:solidFill>
                  <a:srgbClr val="333333"/>
                </a:solidFill>
                <a:latin typeface="微软雅黑" pitchFamily="34" charset="0"/>
                <a:ea typeface="微软雅黑" pitchFamily="34" charset="-122"/>
                <a:cs typeface="微软雅黑" pitchFamily="34" charset="-120"/>
              </a:rPr>
              <a:t>Reja</a:t>
            </a:r>
            <a:endParaRPr lang="en-US" sz="600" dirty="0"/>
          </a:p>
        </p:txBody>
      </p:sp>
      <p:sp>
        <p:nvSpPr>
          <p:cNvPr id="10" name="Text 4"/>
          <p:cNvSpPr/>
          <p:nvPr/>
        </p:nvSpPr>
        <p:spPr>
          <a:xfrm>
            <a:off x="1086643" y="3187768"/>
            <a:ext cx="1044750" cy="838200"/>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5850" dirty="0">
                <a:solidFill>
                  <a:srgbClr val="000000"/>
                </a:solidFill>
                <a:latin typeface="Poiret One" pitchFamily="34" charset="0"/>
                <a:ea typeface="Poiret One" pitchFamily="34" charset="-122"/>
                <a:cs typeface="Poiret One" pitchFamily="34" charset="-120"/>
              </a:rPr>
              <a:t>01</a:t>
            </a:r>
            <a:endParaRPr lang="en-US" sz="600" dirty="0"/>
          </a:p>
        </p:txBody>
      </p:sp>
      <p:sp>
        <p:nvSpPr>
          <p:cNvPr id="11" name="Text 5"/>
          <p:cNvSpPr/>
          <p:nvPr/>
        </p:nvSpPr>
        <p:spPr>
          <a:xfrm>
            <a:off x="3530686" y="3187768"/>
            <a:ext cx="2082600" cy="838200"/>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5850" dirty="0">
                <a:solidFill>
                  <a:srgbClr val="000000"/>
                </a:solidFill>
                <a:latin typeface="Poiret One" pitchFamily="34" charset="0"/>
                <a:ea typeface="Poiret One" pitchFamily="34" charset="-122"/>
                <a:cs typeface="Poiret One" pitchFamily="34" charset="-120"/>
              </a:rPr>
              <a:t>02</a:t>
            </a:r>
            <a:endParaRPr lang="en-US" sz="600" dirty="0"/>
          </a:p>
        </p:txBody>
      </p:sp>
      <p:sp>
        <p:nvSpPr>
          <p:cNvPr id="12" name="Text 6"/>
          <p:cNvSpPr/>
          <p:nvPr/>
        </p:nvSpPr>
        <p:spPr>
          <a:xfrm>
            <a:off x="6761489" y="3187768"/>
            <a:ext cx="1546950" cy="838200"/>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5850" dirty="0">
                <a:solidFill>
                  <a:srgbClr val="000000"/>
                </a:solidFill>
                <a:latin typeface="Poiret One" pitchFamily="34" charset="0"/>
                <a:ea typeface="Poiret One" pitchFamily="34" charset="-122"/>
                <a:cs typeface="Poiret One" pitchFamily="34" charset="-120"/>
              </a:rPr>
              <a:t>03</a:t>
            </a:r>
            <a:endParaRPr lang="en-US" sz="600" dirty="0"/>
          </a:p>
        </p:txBody>
      </p:sp>
      <p:sp>
        <p:nvSpPr>
          <p:cNvPr id="13" name="Text 7"/>
          <p:cNvSpPr/>
          <p:nvPr/>
        </p:nvSpPr>
        <p:spPr>
          <a:xfrm>
            <a:off x="523412" y="4159892"/>
            <a:ext cx="2247003" cy="450503"/>
          </a:xfrm>
          <a:prstGeom prst="rect">
            <a:avLst/>
          </a:prstGeom>
          <a:noFill/>
          <a:ln/>
        </p:spPr>
        <p:txBody>
          <a:bodyPr wrap="square" lIns="47625" tIns="47625" rIns="47625" bIns="47625" rtlCol="0" anchor="t">
            <a:spAutoFit/>
          </a:bodyPr>
          <a:lstStyle/>
          <a:p>
            <a:pPr indent="0" marL="0">
              <a:lnSpc>
                <a:spcPct val="80000"/>
              </a:lnSpc>
              <a:spcBef>
                <a:spcPts val="188"/>
              </a:spcBef>
              <a:buNone/>
            </a:pPr>
            <a:r>
              <a:rPr lang="en-US" sz="1388" dirty="0">
                <a:solidFill>
                  <a:srgbClr val="F8F8F8"/>
                </a:solidFill>
                <a:latin typeface="Inter" pitchFamily="34" charset="0"/>
                <a:ea typeface="Inter" pitchFamily="34" charset="-122"/>
                <a:cs typeface="Inter" pitchFamily="34" charset="-120"/>
              </a:rPr>
              <a:t>Amir Temur hayoti va ijodi</a:t>
            </a:r>
            <a:endParaRPr lang="en-US" sz="600" dirty="0"/>
          </a:p>
        </p:txBody>
      </p:sp>
      <p:pic>
        <p:nvPicPr>
          <p:cNvPr id="14" name="Image 4"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428336" y="4173934"/>
            <a:ext cx="2287329" cy="695476"/>
          </a:xfrm>
          <a:prstGeom prst="rect">
            <a:avLst/>
          </a:prstGeom>
        </p:spPr>
      </p:pic>
      <p:sp>
        <p:nvSpPr>
          <p:cNvPr id="15" name="Text 8"/>
          <p:cNvSpPr/>
          <p:nvPr/>
        </p:nvSpPr>
        <p:spPr>
          <a:xfrm>
            <a:off x="3428336" y="4173934"/>
            <a:ext cx="2287329" cy="695476"/>
          </a:xfrm>
          <a:prstGeom prst="rect">
            <a:avLst/>
          </a:prstGeom>
          <a:noFill/>
          <a:ln/>
        </p:spPr>
        <p:txBody>
          <a:bodyPr wrap="square" rtlCol="0" anchor="t"/>
          <a:lstStyle/>
          <a:p>
            <a:pPr indent="0" marL="0">
              <a:spcBef>
                <a:spcPts val="188"/>
              </a:spcBef>
              <a:buNone/>
            </a:pPr>
            <a:endParaRPr lang="en-US" sz="600" dirty="0"/>
          </a:p>
        </p:txBody>
      </p:sp>
      <p:sp>
        <p:nvSpPr>
          <p:cNvPr id="16" name="Text 9"/>
          <p:cNvSpPr/>
          <p:nvPr/>
        </p:nvSpPr>
        <p:spPr>
          <a:xfrm>
            <a:off x="3782754" y="4101603"/>
            <a:ext cx="1602120" cy="215875"/>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900" dirty="0">
                <a:solidFill>
                  <a:srgbClr val="333333"/>
                </a:solidFill>
                <a:latin typeface="Arial" pitchFamily="34" charset="0"/>
                <a:ea typeface="Arial" pitchFamily="34" charset="-122"/>
                <a:cs typeface="Arial" pitchFamily="34" charset="-120"/>
              </a:rPr>
              <a:t> </a:t>
            </a:r>
            <a:endParaRPr lang="en-US" sz="600" dirty="0"/>
          </a:p>
        </p:txBody>
      </p:sp>
      <p:sp>
        <p:nvSpPr>
          <p:cNvPr id="17" name="Text 10"/>
          <p:cNvSpPr/>
          <p:nvPr/>
        </p:nvSpPr>
        <p:spPr>
          <a:xfrm>
            <a:off x="3468662" y="4196057"/>
            <a:ext cx="2247003" cy="450503"/>
          </a:xfrm>
          <a:prstGeom prst="rect">
            <a:avLst/>
          </a:prstGeom>
          <a:noFill/>
          <a:ln/>
        </p:spPr>
        <p:txBody>
          <a:bodyPr wrap="square" lIns="47625" tIns="47625" rIns="47625" bIns="47625" rtlCol="0" anchor="t">
            <a:spAutoFit/>
          </a:bodyPr>
          <a:lstStyle/>
          <a:p>
            <a:pPr indent="0" marL="0">
              <a:lnSpc>
                <a:spcPct val="80000"/>
              </a:lnSpc>
              <a:spcBef>
                <a:spcPts val="188"/>
              </a:spcBef>
              <a:buNone/>
            </a:pPr>
            <a:r>
              <a:rPr lang="en-US" sz="1388" dirty="0">
                <a:solidFill>
                  <a:srgbClr val="F8F8F8"/>
                </a:solidFill>
                <a:latin typeface="Inter" pitchFamily="34" charset="0"/>
                <a:ea typeface="Inter" pitchFamily="34" charset="-122"/>
                <a:cs typeface="Inter" pitchFamily="34" charset="-120"/>
              </a:rPr>
              <a:t>Amir Temur hayoti va ijodi</a:t>
            </a:r>
            <a:endParaRPr lang="en-US" sz="600" dirty="0"/>
          </a:p>
        </p:txBody>
      </p:sp>
      <p:pic>
        <p:nvPicPr>
          <p:cNvPr id="18" name="Image 5"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391311" y="4173934"/>
            <a:ext cx="2287329" cy="695476"/>
          </a:xfrm>
          <a:prstGeom prst="rect">
            <a:avLst/>
          </a:prstGeom>
        </p:spPr>
      </p:pic>
      <p:sp>
        <p:nvSpPr>
          <p:cNvPr id="19" name="Text 11"/>
          <p:cNvSpPr/>
          <p:nvPr/>
        </p:nvSpPr>
        <p:spPr>
          <a:xfrm>
            <a:off x="6391311" y="4173934"/>
            <a:ext cx="2287329" cy="695476"/>
          </a:xfrm>
          <a:prstGeom prst="rect">
            <a:avLst/>
          </a:prstGeom>
          <a:noFill/>
          <a:ln/>
        </p:spPr>
        <p:txBody>
          <a:bodyPr wrap="square" rtlCol="0" anchor="t"/>
          <a:lstStyle/>
          <a:p>
            <a:pPr indent="0" marL="0">
              <a:spcBef>
                <a:spcPts val="188"/>
              </a:spcBef>
              <a:buNone/>
            </a:pPr>
            <a:endParaRPr lang="en-US" sz="600" dirty="0"/>
          </a:p>
        </p:txBody>
      </p:sp>
      <p:sp>
        <p:nvSpPr>
          <p:cNvPr id="20" name="Text 12"/>
          <p:cNvSpPr/>
          <p:nvPr/>
        </p:nvSpPr>
        <p:spPr>
          <a:xfrm>
            <a:off x="6745729" y="4101603"/>
            <a:ext cx="1602120" cy="215875"/>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900" dirty="0">
                <a:solidFill>
                  <a:srgbClr val="333333"/>
                </a:solidFill>
                <a:latin typeface="Arial" pitchFamily="34" charset="0"/>
                <a:ea typeface="Arial" pitchFamily="34" charset="-122"/>
                <a:cs typeface="Arial" pitchFamily="34" charset="-120"/>
              </a:rPr>
              <a:t> </a:t>
            </a:r>
            <a:endParaRPr lang="en-US" sz="600" dirty="0"/>
          </a:p>
        </p:txBody>
      </p:sp>
      <p:sp>
        <p:nvSpPr>
          <p:cNvPr id="21" name="Text 13"/>
          <p:cNvSpPr/>
          <p:nvPr/>
        </p:nvSpPr>
        <p:spPr>
          <a:xfrm>
            <a:off x="6431637" y="4196057"/>
            <a:ext cx="2247003" cy="450503"/>
          </a:xfrm>
          <a:prstGeom prst="rect">
            <a:avLst/>
          </a:prstGeom>
          <a:noFill/>
          <a:ln/>
        </p:spPr>
        <p:txBody>
          <a:bodyPr wrap="square" lIns="47625" tIns="47625" rIns="47625" bIns="47625" rtlCol="0" anchor="t">
            <a:spAutoFit/>
          </a:bodyPr>
          <a:lstStyle/>
          <a:p>
            <a:pPr indent="0" marL="0">
              <a:lnSpc>
                <a:spcPct val="80000"/>
              </a:lnSpc>
              <a:spcBef>
                <a:spcPts val="188"/>
              </a:spcBef>
              <a:buNone/>
            </a:pPr>
            <a:r>
              <a:rPr lang="en-US" sz="1388" dirty="0">
                <a:solidFill>
                  <a:srgbClr val="F8F8F8"/>
                </a:solidFill>
                <a:latin typeface="Inter" pitchFamily="34" charset="0"/>
                <a:ea typeface="Inter" pitchFamily="34" charset="-122"/>
                <a:cs typeface="Inter" pitchFamily="34" charset="-120"/>
              </a:rPr>
              <a:t>Amir Temur hayoti va ijodi</a:t>
            </a:r>
            <a:endParaRPr lang="en-US" sz="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8F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5880" r="53797" t="0" b="47917"/>
          <a:stretch/>
        </p:blipFill>
        <p:spPr>
          <a:xfrm>
            <a:off x="0" y="419100"/>
            <a:ext cx="4572000" cy="4724400"/>
          </a:xfrm>
          <a:prstGeom prst="rect">
            <a:avLst/>
          </a:prstGeom>
        </p:spPr>
      </p:pic>
      <p:sp>
        <p:nvSpPr>
          <p:cNvPr id="3" name="Shape 0"/>
          <p:cNvSpPr/>
          <p:nvPr/>
        </p:nvSpPr>
        <p:spPr>
          <a:xfrm>
            <a:off x="0" y="419100"/>
            <a:ext cx="9144000" cy="0"/>
          </a:xfrm>
          <a:custGeom>
            <a:avLst/>
            <a:gdLst/>
            <a:ahLst/>
            <a:cxnLst/>
            <a:rect l="l" t="t" r="r" b="b"/>
            <a:pathLst>
              <a:path w="9144000" h="0">
                <a:moveTo>
                  <a:pt x="0" y="0"/>
                </a:moveTo>
                <a:lnTo>
                  <a:pt x="9144000" y="0"/>
                </a:lnTo>
              </a:path>
            </a:pathLst>
          </a:custGeom>
          <a:noFill/>
          <a:ln w="14288">
            <a:solidFill>
              <a:srgbClr val="000000"/>
            </a:solidFill>
            <a:prstDash val="solid"/>
            <a:headEnd type="none"/>
            <a:tailEnd type="arrow"/>
          </a:ln>
        </p:spPr>
      </p:sp>
      <p:sp>
        <p:nvSpPr>
          <p:cNvPr id="4" name="Shape 1"/>
          <p:cNvSpPr/>
          <p:nvPr/>
        </p:nvSpPr>
        <p:spPr>
          <a:xfrm>
            <a:off x="4703005" y="419100"/>
            <a:ext cx="0" cy="4724400"/>
          </a:xfrm>
          <a:custGeom>
            <a:avLst/>
            <a:gdLst/>
            <a:ahLst/>
            <a:cxnLst/>
            <a:rect l="l" t="t" r="r" b="b"/>
            <a:pathLst>
              <a:path w="0" h="4724400">
                <a:moveTo>
                  <a:pt x="0" y="4724400"/>
                </a:moveTo>
                <a:lnTo>
                  <a:pt x="0" y="0"/>
                </a:lnTo>
              </a:path>
            </a:pathLst>
          </a:custGeom>
          <a:noFill/>
          <a:ln w="14288">
            <a:solidFill>
              <a:srgbClr val="000000"/>
            </a:solidFill>
            <a:prstDash val="solid"/>
            <a:headEnd type="none"/>
            <a:tailEnd type="arrow"/>
          </a:ln>
        </p:spPr>
      </p:sp>
      <p:sp>
        <p:nvSpPr>
          <p:cNvPr id="5" name="Text 2"/>
          <p:cNvSpPr/>
          <p:nvPr/>
        </p:nvSpPr>
        <p:spPr>
          <a:xfrm>
            <a:off x="4602545" y="1475245"/>
            <a:ext cx="4541455" cy="628650"/>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4200" dirty="0">
                <a:solidFill>
                  <a:srgbClr val="000000"/>
                </a:solidFill>
                <a:latin typeface="Poiret One" pitchFamily="34" charset="0"/>
                <a:ea typeface="Poiret One" pitchFamily="34" charset="-122"/>
                <a:cs typeface="Poiret One" pitchFamily="34" charset="-120"/>
              </a:rPr>
              <a:t>Overview</a:t>
            </a:r>
            <a:endParaRPr lang="en-US" sz="600" dirty="0"/>
          </a:p>
        </p:txBody>
      </p:sp>
      <p:sp>
        <p:nvSpPr>
          <p:cNvPr id="6" name="Text 3"/>
          <p:cNvSpPr/>
          <p:nvPr/>
        </p:nvSpPr>
        <p:spPr>
          <a:xfrm>
            <a:off x="4684004" y="2702388"/>
            <a:ext cx="4459996" cy="628650"/>
          </a:xfrm>
          <a:prstGeom prst="rect">
            <a:avLst/>
          </a:prstGeom>
          <a:noFill/>
          <a:ln/>
        </p:spPr>
        <p:txBody>
          <a:bodyPr wrap="square" lIns="47625" tIns="47625" rIns="47625" bIns="47625" rtlCol="0" anchor="t">
            <a:spAutoFit/>
          </a:bodyPr>
          <a:lstStyle/>
          <a:p>
            <a:pPr indent="0" marL="0">
              <a:lnSpc>
                <a:spcPct val="80000"/>
              </a:lnSpc>
              <a:spcBef>
                <a:spcPts val="188"/>
              </a:spcBef>
              <a:buNone/>
            </a:pPr>
            <a:r>
              <a:rPr lang="en-US" sz="1050" dirty="0">
                <a:solidFill>
                  <a:srgbClr val="000000"/>
                </a:solidFill>
                <a:latin typeface="Inter" pitchFamily="34" charset="0"/>
                <a:ea typeface="Inter" pitchFamily="34" charset="-122"/>
                <a:cs typeface="Inter" pitchFamily="34" charset="-120"/>
              </a:rPr>
              <a:t>Jean-Jacques Rousseau was an 18th-century philosopher known for his influential works on education and society. His book "Emile: Or On Education" revolutionized thinking about how children should be raised and educated.</a:t>
            </a:r>
            <a:endParaRPr lang="en-US" sz="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0" y="419100"/>
            <a:ext cx="9144000" cy="0"/>
          </a:xfrm>
          <a:custGeom>
            <a:avLst/>
            <a:gdLst/>
            <a:ahLst/>
            <a:cxnLst/>
            <a:rect l="l" t="t" r="r" b="b"/>
            <a:pathLst>
              <a:path w="9144000" h="0">
                <a:moveTo>
                  <a:pt x="0" y="0"/>
                </a:moveTo>
                <a:lnTo>
                  <a:pt x="9144000" y="0"/>
                </a:lnTo>
              </a:path>
            </a:pathLst>
          </a:custGeom>
          <a:noFill/>
          <a:ln w="14288">
            <a:solidFill>
              <a:srgbClr val="000000"/>
            </a:solidFill>
            <a:prstDash val="solid"/>
            <a:headEnd type="none"/>
            <a:tailEnd type="arrow"/>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27183" y="2343401"/>
            <a:ext cx="2423318" cy="2948751"/>
          </a:xfrm>
          <a:prstGeom prst="rect">
            <a:avLst/>
          </a:prstGeom>
        </p:spPr>
      </p:pic>
      <p:sp>
        <p:nvSpPr>
          <p:cNvPr id="4" name="Text 1"/>
          <p:cNvSpPr/>
          <p:nvPr/>
        </p:nvSpPr>
        <p:spPr>
          <a:xfrm>
            <a:off x="427183" y="2343401"/>
            <a:ext cx="2423318" cy="2948751"/>
          </a:xfrm>
          <a:prstGeom prst="rect">
            <a:avLst/>
          </a:prstGeom>
          <a:noFill/>
          <a:ln/>
        </p:spPr>
        <p:txBody>
          <a:bodyPr wrap="square" rtlCol="0" anchor="t"/>
          <a:lstStyle/>
          <a:p>
            <a:pPr indent="0" marL="0">
              <a:spcBef>
                <a:spcPts val="188"/>
              </a:spcBef>
              <a:buNone/>
            </a:pPr>
            <a:endParaRPr lang="en-US" sz="600" dirty="0"/>
          </a:p>
        </p:txBody>
      </p:sp>
      <p:sp>
        <p:nvSpPr>
          <p:cNvPr id="5" name="Text 2"/>
          <p:cNvSpPr/>
          <p:nvPr/>
        </p:nvSpPr>
        <p:spPr>
          <a:xfrm>
            <a:off x="427183" y="2271071"/>
            <a:ext cx="2423318" cy="215875"/>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900" dirty="0">
                <a:solidFill>
                  <a:srgbClr val="333333"/>
                </a:solidFill>
                <a:latin typeface="Arial" pitchFamily="34" charset="0"/>
                <a:ea typeface="Arial" pitchFamily="34" charset="-122"/>
                <a:cs typeface="Arial" pitchFamily="34" charset="-120"/>
              </a:rPr>
              <a:t> </a:t>
            </a:r>
            <a:endParaRPr lang="en-US" sz="60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90172" y="2343401"/>
            <a:ext cx="2423318" cy="2948751"/>
          </a:xfrm>
          <a:prstGeom prst="rect">
            <a:avLst/>
          </a:prstGeom>
        </p:spPr>
      </p:pic>
      <p:sp>
        <p:nvSpPr>
          <p:cNvPr id="7" name="Text 3"/>
          <p:cNvSpPr/>
          <p:nvPr/>
        </p:nvSpPr>
        <p:spPr>
          <a:xfrm>
            <a:off x="6190172" y="2343401"/>
            <a:ext cx="2423318" cy="2948751"/>
          </a:xfrm>
          <a:prstGeom prst="rect">
            <a:avLst/>
          </a:prstGeom>
          <a:noFill/>
          <a:ln/>
        </p:spPr>
        <p:txBody>
          <a:bodyPr wrap="square" rtlCol="0" anchor="t"/>
          <a:lstStyle/>
          <a:p>
            <a:pPr indent="0" marL="0">
              <a:spcBef>
                <a:spcPts val="188"/>
              </a:spcBef>
              <a:buNone/>
            </a:pPr>
            <a:endParaRPr lang="en-US" sz="600" dirty="0"/>
          </a:p>
        </p:txBody>
      </p:sp>
      <p:sp>
        <p:nvSpPr>
          <p:cNvPr id="8" name="Text 4"/>
          <p:cNvSpPr/>
          <p:nvPr/>
        </p:nvSpPr>
        <p:spPr>
          <a:xfrm>
            <a:off x="6190172" y="2271071"/>
            <a:ext cx="2423318" cy="215875"/>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900" dirty="0">
                <a:solidFill>
                  <a:srgbClr val="333333"/>
                </a:solidFill>
                <a:latin typeface="Arial" pitchFamily="34" charset="0"/>
                <a:ea typeface="Arial" pitchFamily="34" charset="-122"/>
                <a:cs typeface="Arial" pitchFamily="34" charset="-120"/>
              </a:rPr>
              <a:t> </a:t>
            </a:r>
            <a:endParaRPr lang="en-US" sz="60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79643" y="1784203"/>
            <a:ext cx="1118397" cy="1118397"/>
          </a:xfrm>
          <a:prstGeom prst="rect">
            <a:avLst/>
          </a:prstGeom>
        </p:spPr>
      </p:pic>
      <p:sp>
        <p:nvSpPr>
          <p:cNvPr id="10" name="Text 5"/>
          <p:cNvSpPr/>
          <p:nvPr/>
        </p:nvSpPr>
        <p:spPr>
          <a:xfrm>
            <a:off x="1079643" y="1784203"/>
            <a:ext cx="1118397" cy="1118397"/>
          </a:xfrm>
          <a:prstGeom prst="rect">
            <a:avLst/>
          </a:prstGeom>
          <a:noFill/>
          <a:ln/>
        </p:spPr>
        <p:txBody>
          <a:bodyPr wrap="square" rtlCol="0" anchor="ctr"/>
          <a:lstStyle/>
          <a:p>
            <a:pPr indent="0" marL="0">
              <a:spcBef>
                <a:spcPts val="188"/>
              </a:spcBef>
              <a:buNone/>
            </a:pPr>
            <a:endParaRPr lang="en-US" sz="600" dirty="0"/>
          </a:p>
        </p:txBody>
      </p:sp>
      <p:pic>
        <p:nvPicPr>
          <p:cNvPr id="11"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842633" y="1784203"/>
            <a:ext cx="1118397" cy="1118397"/>
          </a:xfrm>
          <a:prstGeom prst="rect">
            <a:avLst/>
          </a:prstGeom>
        </p:spPr>
      </p:pic>
      <p:sp>
        <p:nvSpPr>
          <p:cNvPr id="12" name="Text 6"/>
          <p:cNvSpPr/>
          <p:nvPr/>
        </p:nvSpPr>
        <p:spPr>
          <a:xfrm>
            <a:off x="6842633" y="1784203"/>
            <a:ext cx="1118397" cy="1118397"/>
          </a:xfrm>
          <a:prstGeom prst="rect">
            <a:avLst/>
          </a:prstGeom>
          <a:noFill/>
          <a:ln/>
        </p:spPr>
        <p:txBody>
          <a:bodyPr wrap="square" rtlCol="0" anchor="ctr"/>
          <a:lstStyle/>
          <a:p>
            <a:pPr indent="0" marL="0">
              <a:spcBef>
                <a:spcPts val="188"/>
              </a:spcBef>
              <a:buNone/>
            </a:pPr>
            <a:endParaRPr lang="en-US" sz="600" dirty="0"/>
          </a:p>
        </p:txBody>
      </p:sp>
      <p:pic>
        <p:nvPicPr>
          <p:cNvPr id="13"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360341" y="2343401"/>
            <a:ext cx="2423318" cy="2948751"/>
          </a:xfrm>
          <a:prstGeom prst="rect">
            <a:avLst/>
          </a:prstGeom>
        </p:spPr>
      </p:pic>
      <p:sp>
        <p:nvSpPr>
          <p:cNvPr id="14" name="Text 7"/>
          <p:cNvSpPr/>
          <p:nvPr/>
        </p:nvSpPr>
        <p:spPr>
          <a:xfrm>
            <a:off x="3360341" y="2343401"/>
            <a:ext cx="2423318" cy="2948751"/>
          </a:xfrm>
          <a:prstGeom prst="rect">
            <a:avLst/>
          </a:prstGeom>
          <a:noFill/>
          <a:ln/>
        </p:spPr>
        <p:txBody>
          <a:bodyPr wrap="square" rtlCol="0" anchor="t"/>
          <a:lstStyle/>
          <a:p>
            <a:pPr indent="0" marL="0">
              <a:spcBef>
                <a:spcPts val="188"/>
              </a:spcBef>
              <a:buNone/>
            </a:pPr>
            <a:endParaRPr lang="en-US" sz="600" dirty="0"/>
          </a:p>
        </p:txBody>
      </p:sp>
      <p:sp>
        <p:nvSpPr>
          <p:cNvPr id="15" name="Text 8"/>
          <p:cNvSpPr/>
          <p:nvPr/>
        </p:nvSpPr>
        <p:spPr>
          <a:xfrm>
            <a:off x="3360341" y="2271071"/>
            <a:ext cx="2423318" cy="215875"/>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900" dirty="0">
                <a:solidFill>
                  <a:srgbClr val="333333"/>
                </a:solidFill>
                <a:latin typeface="Arial" pitchFamily="34" charset="0"/>
                <a:ea typeface="Arial" pitchFamily="34" charset="-122"/>
                <a:cs typeface="Arial" pitchFamily="34" charset="-120"/>
              </a:rPr>
              <a:t> </a:t>
            </a:r>
            <a:endParaRPr lang="en-US" sz="600" dirty="0"/>
          </a:p>
        </p:txBody>
      </p:sp>
      <p:pic>
        <p:nvPicPr>
          <p:cNvPr id="16"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012801" y="1784203"/>
            <a:ext cx="1118397" cy="1118397"/>
          </a:xfrm>
          <a:prstGeom prst="rect">
            <a:avLst/>
          </a:prstGeom>
        </p:spPr>
      </p:pic>
      <p:sp>
        <p:nvSpPr>
          <p:cNvPr id="17" name="Text 9"/>
          <p:cNvSpPr/>
          <p:nvPr/>
        </p:nvSpPr>
        <p:spPr>
          <a:xfrm>
            <a:off x="4012801" y="1784203"/>
            <a:ext cx="1118397" cy="1118397"/>
          </a:xfrm>
          <a:prstGeom prst="rect">
            <a:avLst/>
          </a:prstGeom>
          <a:noFill/>
          <a:ln/>
        </p:spPr>
        <p:txBody>
          <a:bodyPr wrap="square" rtlCol="0" anchor="ctr"/>
          <a:lstStyle/>
          <a:p>
            <a:pPr indent="0" marL="0">
              <a:spcBef>
                <a:spcPts val="188"/>
              </a:spcBef>
              <a:buNone/>
            </a:pPr>
            <a:endParaRPr lang="en-US" sz="600" dirty="0"/>
          </a:p>
        </p:txBody>
      </p:sp>
      <p:sp>
        <p:nvSpPr>
          <p:cNvPr id="18" name="Text 10"/>
          <p:cNvSpPr/>
          <p:nvPr/>
        </p:nvSpPr>
        <p:spPr>
          <a:xfrm>
            <a:off x="0" y="649622"/>
            <a:ext cx="8842410" cy="552450"/>
          </a:xfrm>
          <a:prstGeom prst="rect">
            <a:avLst/>
          </a:prstGeom>
          <a:noFill/>
          <a:ln/>
        </p:spPr>
        <p:txBody>
          <a:bodyPr wrap="square" lIns="47625" tIns="47625" rIns="47625" bIns="47625" rtlCol="0" anchor="t">
            <a:spAutoFit/>
          </a:bodyPr>
          <a:lstStyle/>
          <a:p>
            <a:pPr indent="0" marL="0">
              <a:lnSpc>
                <a:spcPct val="80000"/>
              </a:lnSpc>
              <a:spcBef>
                <a:spcPts val="188"/>
              </a:spcBef>
              <a:buNone/>
            </a:pPr>
            <a:r>
              <a:rPr lang="en-US" sz="3600" dirty="0">
                <a:solidFill>
                  <a:srgbClr val="000000"/>
                </a:solidFill>
                <a:latin typeface="Poiret One" pitchFamily="34" charset="0"/>
                <a:ea typeface="Poiret One" pitchFamily="34" charset="-122"/>
                <a:cs typeface="Poiret One" pitchFamily="34" charset="-120"/>
              </a:rPr>
              <a:t>Core Principles</a:t>
            </a:r>
            <a:endParaRPr lang="en-US" sz="600" dirty="0"/>
          </a:p>
        </p:txBody>
      </p:sp>
      <p:sp>
        <p:nvSpPr>
          <p:cNvPr id="19" name="Text 11"/>
          <p:cNvSpPr/>
          <p:nvPr/>
        </p:nvSpPr>
        <p:spPr>
          <a:xfrm>
            <a:off x="4173256" y="1949849"/>
            <a:ext cx="856516" cy="753368"/>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5175" dirty="0">
                <a:solidFill>
                  <a:srgbClr val="000000"/>
                </a:solidFill>
                <a:latin typeface="Poiret One" pitchFamily="34" charset="0"/>
                <a:ea typeface="Poiret One" pitchFamily="34" charset="-122"/>
                <a:cs typeface="Poiret One" pitchFamily="34" charset="-120"/>
              </a:rPr>
              <a:t>2</a:t>
            </a:r>
            <a:endParaRPr lang="en-US" sz="600" dirty="0"/>
          </a:p>
        </p:txBody>
      </p:sp>
      <p:sp>
        <p:nvSpPr>
          <p:cNvPr id="20" name="Text 12"/>
          <p:cNvSpPr/>
          <p:nvPr/>
        </p:nvSpPr>
        <p:spPr>
          <a:xfrm>
            <a:off x="1252338" y="1949849"/>
            <a:ext cx="749398" cy="753368"/>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5175" dirty="0">
                <a:solidFill>
                  <a:srgbClr val="000000"/>
                </a:solidFill>
                <a:latin typeface="Poiret One" pitchFamily="34" charset="0"/>
                <a:ea typeface="Poiret One" pitchFamily="34" charset="-122"/>
                <a:cs typeface="Poiret One" pitchFamily="34" charset="-120"/>
              </a:rPr>
              <a:t>1</a:t>
            </a:r>
            <a:endParaRPr lang="en-US" sz="600" dirty="0"/>
          </a:p>
        </p:txBody>
      </p:sp>
      <p:sp>
        <p:nvSpPr>
          <p:cNvPr id="21" name="Text 13"/>
          <p:cNvSpPr/>
          <p:nvPr/>
        </p:nvSpPr>
        <p:spPr>
          <a:xfrm>
            <a:off x="6995262" y="1949849"/>
            <a:ext cx="801388" cy="753368"/>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5175" dirty="0">
                <a:solidFill>
                  <a:srgbClr val="000000"/>
                </a:solidFill>
                <a:latin typeface="Poiret One" pitchFamily="34" charset="0"/>
                <a:ea typeface="Poiret One" pitchFamily="34" charset="-122"/>
                <a:cs typeface="Poiret One" pitchFamily="34" charset="-120"/>
              </a:rPr>
              <a:t>3</a:t>
            </a:r>
            <a:endParaRPr lang="en-US" sz="600" dirty="0"/>
          </a:p>
        </p:txBody>
      </p:sp>
      <p:sp>
        <p:nvSpPr>
          <p:cNvPr id="22" name="Text 14"/>
          <p:cNvSpPr/>
          <p:nvPr/>
        </p:nvSpPr>
        <p:spPr>
          <a:xfrm>
            <a:off x="643032" y="3063463"/>
            <a:ext cx="1991550" cy="234776"/>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1088" b="1" dirty="0">
                <a:solidFill>
                  <a:srgbClr val="000000"/>
                </a:solidFill>
                <a:latin typeface="Inter" pitchFamily="34" charset="0"/>
                <a:ea typeface="Inter" pitchFamily="34" charset="-122"/>
                <a:cs typeface="Inter" pitchFamily="34" charset="-120"/>
              </a:rPr>
              <a:t>Naturalism</a:t>
            </a:r>
            <a:endParaRPr lang="en-US" sz="600" dirty="0"/>
          </a:p>
        </p:txBody>
      </p:sp>
      <p:sp>
        <p:nvSpPr>
          <p:cNvPr id="23" name="Text 15"/>
          <p:cNvSpPr/>
          <p:nvPr/>
        </p:nvSpPr>
        <p:spPr>
          <a:xfrm>
            <a:off x="6406022" y="3063463"/>
            <a:ext cx="1991550" cy="234776"/>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1088" b="1" dirty="0">
                <a:solidFill>
                  <a:srgbClr val="000000"/>
                </a:solidFill>
                <a:latin typeface="Inter" pitchFamily="34" charset="0"/>
                <a:ea typeface="Inter" pitchFamily="34" charset="-122"/>
                <a:cs typeface="Inter" pitchFamily="34" charset="-120"/>
              </a:rPr>
              <a:t>Hands-On Education</a:t>
            </a:r>
            <a:endParaRPr lang="en-US" sz="600" dirty="0"/>
          </a:p>
        </p:txBody>
      </p:sp>
      <p:sp>
        <p:nvSpPr>
          <p:cNvPr id="24" name="Text 16"/>
          <p:cNvSpPr/>
          <p:nvPr/>
        </p:nvSpPr>
        <p:spPr>
          <a:xfrm>
            <a:off x="643038" y="3352705"/>
            <a:ext cx="1991550" cy="1028700"/>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1050" dirty="0">
                <a:solidFill>
                  <a:srgbClr val="000000"/>
                </a:solidFill>
                <a:latin typeface="Inter" pitchFamily="34" charset="0"/>
                <a:ea typeface="Inter" pitchFamily="34" charset="-122"/>
                <a:cs typeface="Inter" pitchFamily="34" charset="-120"/>
              </a:rPr>
              <a:t>Rousseau emphasized the importance of learning in natural settings. He believed that children should be allowed to explore their environment freely, encouraging their innate curiosity and creativity.</a:t>
            </a:r>
            <a:endParaRPr lang="en-US" sz="600" dirty="0"/>
          </a:p>
        </p:txBody>
      </p:sp>
      <p:sp>
        <p:nvSpPr>
          <p:cNvPr id="25" name="Text 17"/>
          <p:cNvSpPr/>
          <p:nvPr/>
        </p:nvSpPr>
        <p:spPr>
          <a:xfrm>
            <a:off x="3576190" y="3063463"/>
            <a:ext cx="1991550" cy="234776"/>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1088" b="1" dirty="0">
                <a:solidFill>
                  <a:srgbClr val="000000"/>
                </a:solidFill>
                <a:latin typeface="Inter" pitchFamily="34" charset="0"/>
                <a:ea typeface="Inter" pitchFamily="34" charset="-122"/>
                <a:cs typeface="Inter" pitchFamily="34" charset="-120"/>
              </a:rPr>
              <a:t>Freedom &amp; Autonomy</a:t>
            </a:r>
            <a:endParaRPr lang="en-US" sz="600" dirty="0"/>
          </a:p>
        </p:txBody>
      </p:sp>
      <p:sp>
        <p:nvSpPr>
          <p:cNvPr id="26" name="Text 18"/>
          <p:cNvSpPr/>
          <p:nvPr/>
        </p:nvSpPr>
        <p:spPr>
          <a:xfrm>
            <a:off x="3669491" y="3352705"/>
            <a:ext cx="1805100" cy="895350"/>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1050" dirty="0">
                <a:solidFill>
                  <a:srgbClr val="000000"/>
                </a:solidFill>
                <a:latin typeface="Inter" pitchFamily="34" charset="0"/>
                <a:ea typeface="Inter" pitchFamily="34" charset="-122"/>
                <a:cs typeface="Inter" pitchFamily="34" charset="-120"/>
              </a:rPr>
              <a:t>Rousseau supported children's freedom to learn and explore at their own pace, emphasizing personalized education based on individual needs and interests.</a:t>
            </a:r>
            <a:endParaRPr lang="en-US" sz="600" dirty="0"/>
          </a:p>
        </p:txBody>
      </p:sp>
      <p:sp>
        <p:nvSpPr>
          <p:cNvPr id="27" name="Text 19"/>
          <p:cNvSpPr/>
          <p:nvPr/>
        </p:nvSpPr>
        <p:spPr>
          <a:xfrm>
            <a:off x="6488929" y="3352705"/>
            <a:ext cx="1825800" cy="1028700"/>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1050" dirty="0">
                <a:solidFill>
                  <a:srgbClr val="000000"/>
                </a:solidFill>
                <a:latin typeface="Inter" pitchFamily="34" charset="0"/>
                <a:ea typeface="Inter" pitchFamily="34" charset="-122"/>
                <a:cs typeface="Inter" pitchFamily="34" charset="-120"/>
              </a:rPr>
              <a:t>Rousseau emphasized experiential learning, stating that children learn best through direct interaction with their environment, not passive absorption of information.</a:t>
            </a:r>
            <a:endParaRPr lang="en-US" sz="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8F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rot="-2040000">
            <a:off x="-121174" y="731030"/>
            <a:ext cx="3385017" cy="3385017"/>
          </a:xfrm>
          <a:prstGeom prst="rect">
            <a:avLst/>
          </a:prstGeom>
        </p:spPr>
      </p:pic>
      <p:sp>
        <p:nvSpPr>
          <p:cNvPr id="3" name="Text 0"/>
          <p:cNvSpPr/>
          <p:nvPr/>
        </p:nvSpPr>
        <p:spPr>
          <a:xfrm rot="-2040000">
            <a:off x="-121174" y="731030"/>
            <a:ext cx="3385017" cy="3385017"/>
          </a:xfrm>
          <a:prstGeom prst="rect">
            <a:avLst/>
          </a:prstGeom>
          <a:noFill/>
          <a:ln/>
        </p:spPr>
        <p:txBody>
          <a:bodyPr wrap="square" rtlCol="0" anchor="t"/>
          <a:lstStyle/>
          <a:p>
            <a:pPr indent="0" marL="0">
              <a:spcBef>
                <a:spcPts val="188"/>
              </a:spcBef>
              <a:buNone/>
            </a:pPr>
            <a:endParaRPr lang="en-US" sz="600" dirty="0"/>
          </a:p>
        </p:txBody>
      </p:sp>
      <p:pic>
        <p:nvPicPr>
          <p:cNvPr id="4" name="Image 1" descr="preencoded.png">    </p:cNvPr>
          <p:cNvPicPr>
            <a:picLocks noChangeAspect="1"/>
          </p:cNvPicPr>
          <p:nvPr/>
        </p:nvPicPr>
        <p:blipFill>
          <a:blip r:embed="rId3"/>
          <a:stretch>
            <a:fillRect/>
          </a:stretch>
        </p:blipFill>
        <p:spPr>
          <a:xfrm rot="-2040000">
            <a:off x="-121174" y="731030"/>
            <a:ext cx="3385017" cy="3385017"/>
          </a:xfrm>
          <a:prstGeom prst="rect">
            <a:avLst/>
          </a:prstGeom>
        </p:spPr>
      </p:pic>
      <p:sp>
        <p:nvSpPr>
          <p:cNvPr id="5" name="Shape 1"/>
          <p:cNvSpPr/>
          <p:nvPr/>
        </p:nvSpPr>
        <p:spPr>
          <a:xfrm>
            <a:off x="0" y="419100"/>
            <a:ext cx="9144000" cy="0"/>
          </a:xfrm>
          <a:custGeom>
            <a:avLst/>
            <a:gdLst/>
            <a:ahLst/>
            <a:cxnLst/>
            <a:rect l="l" t="t" r="r" b="b"/>
            <a:pathLst>
              <a:path w="9144000" h="0">
                <a:moveTo>
                  <a:pt x="0" y="0"/>
                </a:moveTo>
                <a:lnTo>
                  <a:pt x="9144000" y="0"/>
                </a:lnTo>
              </a:path>
            </a:pathLst>
          </a:custGeom>
          <a:noFill/>
          <a:ln w="14288">
            <a:solidFill>
              <a:srgbClr val="000000"/>
            </a:solidFill>
            <a:prstDash val="solid"/>
            <a:headEnd type="none"/>
            <a:tailEnd type="arrow"/>
          </a:ln>
        </p:spPr>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080135" y="1040395"/>
            <a:ext cx="4983729" cy="3348248"/>
          </a:xfrm>
          <a:prstGeom prst="rect">
            <a:avLst/>
          </a:prstGeom>
        </p:spPr>
      </p:pic>
      <p:sp>
        <p:nvSpPr>
          <p:cNvPr id="7" name="Text 2"/>
          <p:cNvSpPr/>
          <p:nvPr/>
        </p:nvSpPr>
        <p:spPr>
          <a:xfrm>
            <a:off x="2080135" y="1040395"/>
            <a:ext cx="4983729" cy="3348248"/>
          </a:xfrm>
          <a:prstGeom prst="rect">
            <a:avLst/>
          </a:prstGeom>
          <a:noFill/>
          <a:ln/>
        </p:spPr>
        <p:txBody>
          <a:bodyPr wrap="square" rtlCol="0" anchor="t"/>
          <a:lstStyle/>
          <a:p>
            <a:pPr indent="0" marL="0">
              <a:spcBef>
                <a:spcPts val="188"/>
              </a:spcBef>
              <a:buNone/>
            </a:pPr>
            <a:endParaRPr lang="en-US" sz="600" dirty="0"/>
          </a:p>
        </p:txBody>
      </p:sp>
      <p:sp>
        <p:nvSpPr>
          <p:cNvPr id="8" name="Text 3"/>
          <p:cNvSpPr/>
          <p:nvPr/>
        </p:nvSpPr>
        <p:spPr>
          <a:xfrm>
            <a:off x="2080135" y="974629"/>
            <a:ext cx="4983729" cy="215875"/>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900" dirty="0">
                <a:solidFill>
                  <a:srgbClr val="333333"/>
                </a:solidFill>
                <a:latin typeface="Arial" pitchFamily="34" charset="0"/>
                <a:ea typeface="Arial" pitchFamily="34" charset="-122"/>
                <a:cs typeface="Arial" pitchFamily="34" charset="-120"/>
              </a:rPr>
              <a:t> </a:t>
            </a:r>
            <a:endParaRPr lang="en-US" sz="600" dirty="0"/>
          </a:p>
        </p:txBody>
      </p:sp>
      <p:sp>
        <p:nvSpPr>
          <p:cNvPr id="9" name="Text 4"/>
          <p:cNvSpPr/>
          <p:nvPr/>
        </p:nvSpPr>
        <p:spPr>
          <a:xfrm>
            <a:off x="2215761" y="1967737"/>
            <a:ext cx="4712478" cy="215875"/>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900" dirty="0">
                <a:solidFill>
                  <a:srgbClr val="333333"/>
                </a:solidFill>
                <a:latin typeface="Arial" pitchFamily="34" charset="0"/>
                <a:ea typeface="Arial" pitchFamily="34" charset="-122"/>
                <a:cs typeface="Arial" pitchFamily="34" charset="-120"/>
              </a:rPr>
              <a:t> </a:t>
            </a:r>
            <a:endParaRPr lang="en-US" sz="600" dirty="0"/>
          </a:p>
        </p:txBody>
      </p:sp>
      <p:sp>
        <p:nvSpPr>
          <p:cNvPr id="10" name="Text 5"/>
          <p:cNvSpPr/>
          <p:nvPr/>
        </p:nvSpPr>
        <p:spPr>
          <a:xfrm>
            <a:off x="2127391" y="1057861"/>
            <a:ext cx="4936474" cy="952500"/>
          </a:xfrm>
          <a:prstGeom prst="rect">
            <a:avLst/>
          </a:prstGeom>
          <a:noFill/>
          <a:ln/>
        </p:spPr>
        <p:txBody>
          <a:bodyPr wrap="square" lIns="47625" tIns="47625" rIns="47625" bIns="47625" rtlCol="0" anchor="t">
            <a:spAutoFit/>
          </a:bodyPr>
          <a:lstStyle/>
          <a:p>
            <a:pPr indent="0" marL="0">
              <a:lnSpc>
                <a:spcPct val="80000"/>
              </a:lnSpc>
              <a:spcBef>
                <a:spcPts val="188"/>
              </a:spcBef>
              <a:buNone/>
            </a:pPr>
            <a:r>
              <a:rPr lang="en-US" sz="2250" dirty="0">
                <a:solidFill>
                  <a:srgbClr val="F8F8F8"/>
                </a:solidFill>
                <a:latin typeface="Poiret One" pitchFamily="34" charset="0"/>
                <a:ea typeface="Poiret One" pitchFamily="34" charset="-122"/>
                <a:cs typeface="Poiret One" pitchFamily="34" charset="-120"/>
              </a:rPr>
              <a:t>"Man is born free, and everywhere he is in chains."dakjsbdhbasdjbasjbdasjbdajs</a:t>
            </a:r>
            <a:endParaRPr lang="en-US" sz="600" dirty="0"/>
          </a:p>
        </p:txBody>
      </p:sp>
      <p:pic>
        <p:nvPicPr>
          <p:cNvPr id="11" name="Image 3" descr="preencoded.png">    </p:cNvPr>
          <p:cNvPicPr>
            <a:picLocks noChangeAspect="1"/>
          </p:cNvPicPr>
          <p:nvPr/>
        </p:nvPicPr>
        <p:blipFill>
          <a:blip r:embed="rId6"/>
          <a:srcRect l="9304" r="47917" t="0" b="69406"/>
          <a:stretch/>
        </p:blipFill>
        <p:spPr>
          <a:xfrm>
            <a:off x="0" y="3467506"/>
            <a:ext cx="3489238" cy="1675995"/>
          </a:xfrm>
          <a:prstGeom prst="rect">
            <a:avLst/>
          </a:prstGeom>
        </p:spPr>
      </p:pic>
      <p:pic>
        <p:nvPicPr>
          <p:cNvPr id="12" name="Image 4"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3960000">
            <a:off x="7283313" y="2680176"/>
            <a:ext cx="2602197" cy="2257406"/>
          </a:xfrm>
          <a:prstGeom prst="rect">
            <a:avLst/>
          </a:prstGeom>
        </p:spPr>
      </p:pic>
      <p:sp>
        <p:nvSpPr>
          <p:cNvPr id="13" name="Text 6"/>
          <p:cNvSpPr/>
          <p:nvPr/>
        </p:nvSpPr>
        <p:spPr>
          <a:xfrm rot="-3960000">
            <a:off x="7283313" y="2680176"/>
            <a:ext cx="2602197" cy="2257406"/>
          </a:xfrm>
          <a:prstGeom prst="rect">
            <a:avLst/>
          </a:prstGeom>
          <a:noFill/>
          <a:ln/>
        </p:spPr>
        <p:txBody>
          <a:bodyPr wrap="square" rtlCol="0" anchor="t"/>
          <a:lstStyle/>
          <a:p>
            <a:pPr indent="0" marL="0">
              <a:spcBef>
                <a:spcPts val="188"/>
              </a:spcBef>
              <a:buNone/>
            </a:pPr>
            <a:endParaRPr lang="en-US" sz="600" dirty="0"/>
          </a:p>
        </p:txBody>
      </p:sp>
      <p:pic>
        <p:nvPicPr>
          <p:cNvPr id="14" name="Image 5" descr="preencoded.png">    </p:cNvPr>
          <p:cNvPicPr>
            <a:picLocks noChangeAspect="1"/>
          </p:cNvPicPr>
          <p:nvPr/>
        </p:nvPicPr>
        <p:blipFill>
          <a:blip r:embed="rId9"/>
          <a:stretch>
            <a:fillRect/>
          </a:stretch>
        </p:blipFill>
        <p:spPr>
          <a:xfrm rot="-3960000">
            <a:off x="7283313" y="2680176"/>
            <a:ext cx="2602197" cy="225740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8F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47917" t="0" b="78766"/>
          <a:stretch/>
        </p:blipFill>
        <p:spPr>
          <a:xfrm>
            <a:off x="2198275" y="3210537"/>
            <a:ext cx="4747399" cy="1932962"/>
          </a:xfrm>
          <a:prstGeom prst="rect">
            <a:avLst/>
          </a:prstGeom>
        </p:spPr>
      </p:pic>
      <p:sp>
        <p:nvSpPr>
          <p:cNvPr id="3" name="Shape 0"/>
          <p:cNvSpPr/>
          <p:nvPr/>
        </p:nvSpPr>
        <p:spPr>
          <a:xfrm>
            <a:off x="0" y="419100"/>
            <a:ext cx="9144000" cy="0"/>
          </a:xfrm>
          <a:custGeom>
            <a:avLst/>
            <a:gdLst/>
            <a:ahLst/>
            <a:cxnLst/>
            <a:rect l="l" t="t" r="r" b="b"/>
            <a:pathLst>
              <a:path w="9144000" h="0">
                <a:moveTo>
                  <a:pt x="0" y="0"/>
                </a:moveTo>
                <a:lnTo>
                  <a:pt x="9144000" y="0"/>
                </a:lnTo>
              </a:path>
            </a:pathLst>
          </a:custGeom>
          <a:noFill/>
          <a:ln w="14288">
            <a:solidFill>
              <a:srgbClr val="000000"/>
            </a:solidFill>
            <a:prstDash val="solid"/>
            <a:headEnd type="none"/>
            <a:tailEnd type="arrow"/>
          </a:ln>
        </p:spPr>
      </p:sp>
      <p:sp>
        <p:nvSpPr>
          <p:cNvPr id="4" name="Text 1"/>
          <p:cNvSpPr/>
          <p:nvPr/>
        </p:nvSpPr>
        <p:spPr>
          <a:xfrm>
            <a:off x="1263159" y="452675"/>
            <a:ext cx="6617700" cy="552450"/>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3600" dirty="0">
                <a:solidFill>
                  <a:srgbClr val="000000"/>
                </a:solidFill>
                <a:latin typeface="Poiret One" pitchFamily="34" charset="0"/>
                <a:ea typeface="Poiret One" pitchFamily="34" charset="-122"/>
                <a:cs typeface="Poiret One" pitchFamily="34" charset="-120"/>
              </a:rPr>
              <a:t>Important Diagram</a:t>
            </a:r>
            <a:endParaRPr lang="en-US" sz="600" dirty="0"/>
          </a:p>
        </p:txBody>
      </p:sp>
      <p:pic>
        <p:nvPicPr>
          <p:cNvPr id="5"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060192" y="2695575"/>
            <a:ext cx="1023616" cy="1023616"/>
          </a:xfrm>
          <a:prstGeom prst="rect">
            <a:avLst/>
          </a:prstGeom>
        </p:spPr>
      </p:pic>
      <p:sp>
        <p:nvSpPr>
          <p:cNvPr id="6" name="Text 2"/>
          <p:cNvSpPr/>
          <p:nvPr/>
        </p:nvSpPr>
        <p:spPr>
          <a:xfrm>
            <a:off x="4060192" y="2695575"/>
            <a:ext cx="1023616" cy="1023616"/>
          </a:xfrm>
          <a:prstGeom prst="rect">
            <a:avLst/>
          </a:prstGeom>
          <a:noFill/>
          <a:ln/>
        </p:spPr>
        <p:txBody>
          <a:bodyPr wrap="square" rtlCol="0" anchor="ctr"/>
          <a:lstStyle/>
          <a:p>
            <a:pPr indent="0" marL="0">
              <a:spcBef>
                <a:spcPts val="188"/>
              </a:spcBef>
              <a:buNone/>
            </a:pPr>
            <a:endParaRPr lang="en-US" sz="600" dirty="0"/>
          </a:p>
        </p:txBody>
      </p:sp>
      <p:sp>
        <p:nvSpPr>
          <p:cNvPr id="7" name="Text 3"/>
          <p:cNvSpPr/>
          <p:nvPr/>
        </p:nvSpPr>
        <p:spPr>
          <a:xfrm>
            <a:off x="4156156" y="2743557"/>
            <a:ext cx="831688" cy="215875"/>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900" dirty="0">
                <a:solidFill>
                  <a:srgbClr val="333333"/>
                </a:solidFill>
                <a:latin typeface="Arial" pitchFamily="34" charset="0"/>
                <a:ea typeface="Arial" pitchFamily="34" charset="-122"/>
                <a:cs typeface="Arial" pitchFamily="34" charset="-120"/>
              </a:rPr>
              <a:t> </a:t>
            </a:r>
            <a:endParaRPr lang="en-US" sz="600" dirty="0"/>
          </a:p>
        </p:txBody>
      </p:sp>
      <p:pic>
        <p:nvPicPr>
          <p:cNvPr id="8"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078862" y="3802010"/>
            <a:ext cx="1023616" cy="1023616"/>
          </a:xfrm>
          <a:prstGeom prst="rect">
            <a:avLst/>
          </a:prstGeom>
        </p:spPr>
      </p:pic>
      <p:sp>
        <p:nvSpPr>
          <p:cNvPr id="9" name="Text 4"/>
          <p:cNvSpPr/>
          <p:nvPr/>
        </p:nvSpPr>
        <p:spPr>
          <a:xfrm>
            <a:off x="2078862" y="3802010"/>
            <a:ext cx="1023616" cy="1023616"/>
          </a:xfrm>
          <a:prstGeom prst="rect">
            <a:avLst/>
          </a:prstGeom>
          <a:noFill/>
          <a:ln/>
        </p:spPr>
        <p:txBody>
          <a:bodyPr wrap="square" rtlCol="0" anchor="ctr"/>
          <a:lstStyle/>
          <a:p>
            <a:pPr indent="0" marL="0">
              <a:spcBef>
                <a:spcPts val="188"/>
              </a:spcBef>
              <a:buNone/>
            </a:pPr>
            <a:endParaRPr lang="en-US" sz="600" dirty="0"/>
          </a:p>
        </p:txBody>
      </p:sp>
      <p:sp>
        <p:nvSpPr>
          <p:cNvPr id="10" name="Text 5"/>
          <p:cNvSpPr/>
          <p:nvPr/>
        </p:nvSpPr>
        <p:spPr>
          <a:xfrm>
            <a:off x="2174826" y="3849991"/>
            <a:ext cx="831688" cy="215875"/>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900" dirty="0">
                <a:solidFill>
                  <a:srgbClr val="333333"/>
                </a:solidFill>
                <a:latin typeface="Arial" pitchFamily="34" charset="0"/>
                <a:ea typeface="Arial" pitchFamily="34" charset="-122"/>
                <a:cs typeface="Arial" pitchFamily="34" charset="-120"/>
              </a:rPr>
              <a:t> </a:t>
            </a:r>
            <a:endParaRPr lang="en-US" sz="600" dirty="0"/>
          </a:p>
        </p:txBody>
      </p:sp>
      <p:pic>
        <p:nvPicPr>
          <p:cNvPr id="11"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041523" y="3802010"/>
            <a:ext cx="1023616" cy="1023616"/>
          </a:xfrm>
          <a:prstGeom prst="rect">
            <a:avLst/>
          </a:prstGeom>
        </p:spPr>
      </p:pic>
      <p:sp>
        <p:nvSpPr>
          <p:cNvPr id="12" name="Text 6"/>
          <p:cNvSpPr/>
          <p:nvPr/>
        </p:nvSpPr>
        <p:spPr>
          <a:xfrm>
            <a:off x="6041523" y="3802010"/>
            <a:ext cx="1023616" cy="1023616"/>
          </a:xfrm>
          <a:prstGeom prst="rect">
            <a:avLst/>
          </a:prstGeom>
          <a:noFill/>
          <a:ln/>
        </p:spPr>
        <p:txBody>
          <a:bodyPr wrap="square" rtlCol="0" anchor="ctr"/>
          <a:lstStyle/>
          <a:p>
            <a:pPr indent="0" marL="0">
              <a:spcBef>
                <a:spcPts val="188"/>
              </a:spcBef>
              <a:buNone/>
            </a:pPr>
            <a:endParaRPr lang="en-US" sz="600" dirty="0"/>
          </a:p>
        </p:txBody>
      </p:sp>
      <p:sp>
        <p:nvSpPr>
          <p:cNvPr id="13" name="Text 7"/>
          <p:cNvSpPr/>
          <p:nvPr/>
        </p:nvSpPr>
        <p:spPr>
          <a:xfrm>
            <a:off x="6137486" y="3849991"/>
            <a:ext cx="831688" cy="215875"/>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900" dirty="0">
                <a:solidFill>
                  <a:srgbClr val="333333"/>
                </a:solidFill>
                <a:latin typeface="Arial" pitchFamily="34" charset="0"/>
                <a:ea typeface="Arial" pitchFamily="34" charset="-122"/>
                <a:cs typeface="Arial" pitchFamily="34" charset="-120"/>
              </a:rPr>
              <a:t> </a:t>
            </a:r>
            <a:endParaRPr lang="en-US" sz="600" dirty="0"/>
          </a:p>
        </p:txBody>
      </p:sp>
      <p:sp>
        <p:nvSpPr>
          <p:cNvPr id="14" name="Text 8"/>
          <p:cNvSpPr/>
          <p:nvPr/>
        </p:nvSpPr>
        <p:spPr>
          <a:xfrm>
            <a:off x="31054" y="2814857"/>
            <a:ext cx="2440549" cy="234776"/>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1088" b="1" dirty="0">
                <a:solidFill>
                  <a:srgbClr val="000000"/>
                </a:solidFill>
                <a:latin typeface="Inter" pitchFamily="34" charset="0"/>
                <a:ea typeface="Inter" pitchFamily="34" charset="-122"/>
                <a:cs typeface="Inter" pitchFamily="34" charset="-120"/>
              </a:rPr>
              <a:t>Idea 02</a:t>
            </a:r>
            <a:endParaRPr lang="en-US" sz="600" dirty="0"/>
          </a:p>
        </p:txBody>
      </p:sp>
      <p:sp>
        <p:nvSpPr>
          <p:cNvPr id="15" name="Text 9"/>
          <p:cNvSpPr/>
          <p:nvPr/>
        </p:nvSpPr>
        <p:spPr>
          <a:xfrm>
            <a:off x="7065138" y="2814857"/>
            <a:ext cx="2047808" cy="234776"/>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1088" b="1" dirty="0">
                <a:solidFill>
                  <a:srgbClr val="000000"/>
                </a:solidFill>
                <a:latin typeface="Inter" pitchFamily="34" charset="0"/>
                <a:ea typeface="Inter" pitchFamily="34" charset="-122"/>
                <a:cs typeface="Inter" pitchFamily="34" charset="-120"/>
              </a:rPr>
              <a:t>Idea 03</a:t>
            </a:r>
            <a:endParaRPr lang="en-US" sz="600" dirty="0"/>
          </a:p>
        </p:txBody>
      </p:sp>
      <p:sp>
        <p:nvSpPr>
          <p:cNvPr id="16" name="Text 10"/>
          <p:cNvSpPr/>
          <p:nvPr/>
        </p:nvSpPr>
        <p:spPr>
          <a:xfrm>
            <a:off x="3576190" y="1600517"/>
            <a:ext cx="1991619" cy="234776"/>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1088" b="1" dirty="0">
                <a:solidFill>
                  <a:srgbClr val="000000"/>
                </a:solidFill>
                <a:latin typeface="Inter" pitchFamily="34" charset="0"/>
                <a:ea typeface="Inter" pitchFamily="34" charset="-122"/>
                <a:cs typeface="Inter" pitchFamily="34" charset="-120"/>
              </a:rPr>
              <a:t>Idea 01</a:t>
            </a:r>
            <a:endParaRPr lang="en-US" sz="600" dirty="0"/>
          </a:p>
        </p:txBody>
      </p:sp>
      <p:sp>
        <p:nvSpPr>
          <p:cNvPr id="17" name="Text 11"/>
          <p:cNvSpPr/>
          <p:nvPr/>
        </p:nvSpPr>
        <p:spPr>
          <a:xfrm>
            <a:off x="-41662" y="3104100"/>
            <a:ext cx="2314259" cy="628650"/>
          </a:xfrm>
          <a:prstGeom prst="rect">
            <a:avLst/>
          </a:prstGeom>
          <a:noFill/>
          <a:ln/>
        </p:spPr>
        <p:txBody>
          <a:bodyPr wrap="square" lIns="47625" tIns="47625" rIns="47625" bIns="47625" rtlCol="0" anchor="t">
            <a:spAutoFit/>
          </a:bodyPr>
          <a:lstStyle/>
          <a:p>
            <a:pPr indent="0" marL="0">
              <a:lnSpc>
                <a:spcPct val="80000"/>
              </a:lnSpc>
              <a:spcBef>
                <a:spcPts val="188"/>
              </a:spcBef>
              <a:buNone/>
            </a:pPr>
            <a:r>
              <a:rPr lang="en-US" sz="1050" dirty="0">
                <a:solidFill>
                  <a:srgbClr val="000000"/>
                </a:solidFill>
                <a:latin typeface="Inter" pitchFamily="34" charset="0"/>
                <a:ea typeface="Inter" pitchFamily="34" charset="-122"/>
                <a:cs typeface="Inter" pitchFamily="34" charset="-120"/>
              </a:rPr>
              <a:t>Lorem ipsum dolor sit amet, consectetur adipiscing elit, sed do eiusmod tempor incididunt ut labore et dolore magna aliqua.</a:t>
            </a:r>
            <a:endParaRPr lang="en-US" sz="600" dirty="0"/>
          </a:p>
        </p:txBody>
      </p:sp>
      <p:sp>
        <p:nvSpPr>
          <p:cNvPr id="18" name="Text 12"/>
          <p:cNvSpPr/>
          <p:nvPr/>
        </p:nvSpPr>
        <p:spPr>
          <a:xfrm>
            <a:off x="6969174" y="3104100"/>
            <a:ext cx="2174826" cy="628650"/>
          </a:xfrm>
          <a:prstGeom prst="rect">
            <a:avLst/>
          </a:prstGeom>
          <a:noFill/>
          <a:ln/>
        </p:spPr>
        <p:txBody>
          <a:bodyPr wrap="square" lIns="47625" tIns="47625" rIns="47625" bIns="47625" rtlCol="0" anchor="t">
            <a:spAutoFit/>
          </a:bodyPr>
          <a:lstStyle/>
          <a:p>
            <a:pPr indent="0" marL="0">
              <a:lnSpc>
                <a:spcPct val="80000"/>
              </a:lnSpc>
              <a:spcBef>
                <a:spcPts val="188"/>
              </a:spcBef>
              <a:buNone/>
            </a:pPr>
            <a:r>
              <a:rPr lang="en-US" sz="1050" dirty="0">
                <a:solidFill>
                  <a:srgbClr val="000000"/>
                </a:solidFill>
                <a:latin typeface="Inter" pitchFamily="34" charset="0"/>
                <a:ea typeface="Inter" pitchFamily="34" charset="-122"/>
                <a:cs typeface="Inter" pitchFamily="34" charset="-120"/>
              </a:rPr>
              <a:t>Lorem ipsum dolor sit amet, consectetur adipiscing elit, sed do eiusmod tempor incididunt ut labore et dolore magna aliqua.</a:t>
            </a:r>
            <a:endParaRPr lang="en-US" sz="600" dirty="0"/>
          </a:p>
        </p:txBody>
      </p:sp>
      <p:sp>
        <p:nvSpPr>
          <p:cNvPr id="19" name="Text 13"/>
          <p:cNvSpPr/>
          <p:nvPr/>
        </p:nvSpPr>
        <p:spPr>
          <a:xfrm>
            <a:off x="3102478" y="1889760"/>
            <a:ext cx="2939045" cy="495300"/>
          </a:xfrm>
          <a:prstGeom prst="rect">
            <a:avLst/>
          </a:prstGeom>
          <a:noFill/>
          <a:ln/>
        </p:spPr>
        <p:txBody>
          <a:bodyPr wrap="square" lIns="47625" tIns="47625" rIns="47625" bIns="47625" rtlCol="0" anchor="t">
            <a:spAutoFit/>
          </a:bodyPr>
          <a:lstStyle/>
          <a:p>
            <a:pPr indent="0" marL="0">
              <a:lnSpc>
                <a:spcPct val="80000"/>
              </a:lnSpc>
              <a:spcBef>
                <a:spcPts val="188"/>
              </a:spcBef>
              <a:buNone/>
            </a:pPr>
            <a:r>
              <a:rPr lang="en-US" sz="1050" dirty="0">
                <a:solidFill>
                  <a:srgbClr val="000000"/>
                </a:solidFill>
                <a:latin typeface="Inter" pitchFamily="34" charset="0"/>
                <a:ea typeface="Inter" pitchFamily="34" charset="-122"/>
                <a:cs typeface="Inter" pitchFamily="34" charset="-120"/>
              </a:rPr>
              <a:t>Lorem ipsum dolor sit amet, consectetur adipiscing elit, sed do eiusmod tempor incididunt ut labore et dolore magna aliqua.</a:t>
            </a:r>
            <a:endParaRPr lang="en-US" sz="600" dirty="0"/>
          </a:p>
        </p:txBody>
      </p:sp>
      <p:pic>
        <p:nvPicPr>
          <p:cNvPr id="20" name="Image 4" descr="preencoded.png">    </p:cNvPr>
          <p:cNvPicPr>
            <a:picLocks noChangeAspect="1"/>
          </p:cNvPicPr>
          <p:nvPr/>
        </p:nvPicPr>
        <p:blipFill>
          <a:blip r:embed="rId8"/>
          <a:stretch>
            <a:fillRect/>
          </a:stretch>
        </p:blipFill>
        <p:spPr>
          <a:xfrm>
            <a:off x="4294803" y="2954819"/>
            <a:ext cx="554393" cy="505112"/>
          </a:xfrm>
          <a:prstGeom prst="rect">
            <a:avLst/>
          </a:prstGeom>
        </p:spPr>
      </p:pic>
      <p:pic>
        <p:nvPicPr>
          <p:cNvPr id="21" name="Image 5" descr="preencoded.png">    </p:cNvPr>
          <p:cNvPicPr>
            <a:picLocks noChangeAspect="1"/>
          </p:cNvPicPr>
          <p:nvPr/>
        </p:nvPicPr>
        <p:blipFill>
          <a:blip r:embed="rId9"/>
          <a:stretch>
            <a:fillRect/>
          </a:stretch>
        </p:blipFill>
        <p:spPr>
          <a:xfrm>
            <a:off x="6276125" y="4025816"/>
            <a:ext cx="554400" cy="576004"/>
          </a:xfrm>
          <a:prstGeom prst="rect">
            <a:avLst/>
          </a:prstGeom>
        </p:spPr>
      </p:pic>
      <p:pic>
        <p:nvPicPr>
          <p:cNvPr id="22" name="Image 6" descr="preencoded.png">    </p:cNvPr>
          <p:cNvPicPr>
            <a:picLocks noChangeAspect="1"/>
          </p:cNvPicPr>
          <p:nvPr/>
        </p:nvPicPr>
        <p:blipFill>
          <a:blip r:embed="rId10"/>
          <a:stretch>
            <a:fillRect/>
          </a:stretch>
        </p:blipFill>
        <p:spPr>
          <a:xfrm>
            <a:off x="2324256" y="4025812"/>
            <a:ext cx="532807" cy="57601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0" y="419100"/>
            <a:ext cx="9144000" cy="0"/>
          </a:xfrm>
          <a:custGeom>
            <a:avLst/>
            <a:gdLst/>
            <a:ahLst/>
            <a:cxnLst/>
            <a:rect l="l" t="t" r="r" b="b"/>
            <a:pathLst>
              <a:path w="9144000" h="0">
                <a:moveTo>
                  <a:pt x="0" y="0"/>
                </a:moveTo>
                <a:lnTo>
                  <a:pt x="9144000" y="0"/>
                </a:lnTo>
              </a:path>
            </a:pathLst>
          </a:custGeom>
          <a:noFill/>
          <a:ln w="14288">
            <a:solidFill>
              <a:srgbClr val="000000"/>
            </a:solidFill>
            <a:prstDash val="solid"/>
            <a:headEnd type="none"/>
            <a:tailEnd type="arrow"/>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75676" y="1499547"/>
            <a:ext cx="2242114" cy="2932957"/>
          </a:xfrm>
          <a:prstGeom prst="rect">
            <a:avLst/>
          </a:prstGeom>
        </p:spPr>
      </p:pic>
      <p:sp>
        <p:nvSpPr>
          <p:cNvPr id="4" name="Text 1"/>
          <p:cNvSpPr/>
          <p:nvPr/>
        </p:nvSpPr>
        <p:spPr>
          <a:xfrm>
            <a:off x="475676" y="1499547"/>
            <a:ext cx="2242114" cy="2932957"/>
          </a:xfrm>
          <a:prstGeom prst="rect">
            <a:avLst/>
          </a:prstGeom>
          <a:noFill/>
          <a:ln/>
        </p:spPr>
        <p:txBody>
          <a:bodyPr wrap="square" rtlCol="0" anchor="t"/>
          <a:lstStyle/>
          <a:p>
            <a:pPr indent="0" marL="0">
              <a:spcBef>
                <a:spcPts val="188"/>
              </a:spcBef>
              <a:buNone/>
            </a:pPr>
            <a:endParaRPr lang="en-US" sz="600" dirty="0"/>
          </a:p>
        </p:txBody>
      </p:sp>
      <p:sp>
        <p:nvSpPr>
          <p:cNvPr id="5" name="Text 2"/>
          <p:cNvSpPr/>
          <p:nvPr/>
        </p:nvSpPr>
        <p:spPr>
          <a:xfrm>
            <a:off x="475676" y="1427216"/>
            <a:ext cx="2242114" cy="215875"/>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900" dirty="0">
                <a:solidFill>
                  <a:srgbClr val="333333"/>
                </a:solidFill>
                <a:latin typeface="Arial" pitchFamily="34" charset="0"/>
                <a:ea typeface="Arial" pitchFamily="34" charset="-122"/>
                <a:cs typeface="Arial" pitchFamily="34" charset="-120"/>
              </a:rPr>
              <a:t> </a:t>
            </a:r>
            <a:endParaRPr lang="en-US" sz="60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50943" y="1499547"/>
            <a:ext cx="2242114" cy="2932957"/>
          </a:xfrm>
          <a:prstGeom prst="rect">
            <a:avLst/>
          </a:prstGeom>
        </p:spPr>
      </p:pic>
      <p:sp>
        <p:nvSpPr>
          <p:cNvPr id="7" name="Text 3"/>
          <p:cNvSpPr/>
          <p:nvPr/>
        </p:nvSpPr>
        <p:spPr>
          <a:xfrm>
            <a:off x="3450943" y="1499547"/>
            <a:ext cx="2242114" cy="2932957"/>
          </a:xfrm>
          <a:prstGeom prst="rect">
            <a:avLst/>
          </a:prstGeom>
          <a:noFill/>
          <a:ln/>
        </p:spPr>
        <p:txBody>
          <a:bodyPr wrap="square" rtlCol="0" anchor="t"/>
          <a:lstStyle/>
          <a:p>
            <a:pPr indent="0" marL="0">
              <a:spcBef>
                <a:spcPts val="188"/>
              </a:spcBef>
              <a:buNone/>
            </a:pPr>
            <a:endParaRPr lang="en-US" sz="600" dirty="0"/>
          </a:p>
        </p:txBody>
      </p:sp>
      <p:sp>
        <p:nvSpPr>
          <p:cNvPr id="8" name="Text 4"/>
          <p:cNvSpPr/>
          <p:nvPr/>
        </p:nvSpPr>
        <p:spPr>
          <a:xfrm>
            <a:off x="3450943" y="1427216"/>
            <a:ext cx="2242114" cy="215875"/>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900" dirty="0">
                <a:solidFill>
                  <a:srgbClr val="333333"/>
                </a:solidFill>
                <a:latin typeface="Arial" pitchFamily="34" charset="0"/>
                <a:ea typeface="Arial" pitchFamily="34" charset="-122"/>
                <a:cs typeface="Arial" pitchFamily="34" charset="-120"/>
              </a:rPr>
              <a:t> </a:t>
            </a:r>
            <a:endParaRPr lang="en-US" sz="60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478869" y="1499547"/>
            <a:ext cx="2242114" cy="2932957"/>
          </a:xfrm>
          <a:prstGeom prst="rect">
            <a:avLst/>
          </a:prstGeom>
        </p:spPr>
      </p:pic>
      <p:sp>
        <p:nvSpPr>
          <p:cNvPr id="10" name="Text 5"/>
          <p:cNvSpPr/>
          <p:nvPr/>
        </p:nvSpPr>
        <p:spPr>
          <a:xfrm>
            <a:off x="6478869" y="1499547"/>
            <a:ext cx="2242114" cy="2932957"/>
          </a:xfrm>
          <a:prstGeom prst="rect">
            <a:avLst/>
          </a:prstGeom>
          <a:noFill/>
          <a:ln/>
        </p:spPr>
        <p:txBody>
          <a:bodyPr wrap="square" rtlCol="0" anchor="t"/>
          <a:lstStyle/>
          <a:p>
            <a:pPr indent="0" marL="0">
              <a:spcBef>
                <a:spcPts val="188"/>
              </a:spcBef>
              <a:buNone/>
            </a:pPr>
            <a:endParaRPr lang="en-US" sz="600" dirty="0"/>
          </a:p>
        </p:txBody>
      </p:sp>
      <p:sp>
        <p:nvSpPr>
          <p:cNvPr id="11" name="Text 6"/>
          <p:cNvSpPr/>
          <p:nvPr/>
        </p:nvSpPr>
        <p:spPr>
          <a:xfrm>
            <a:off x="6478869" y="1427216"/>
            <a:ext cx="2242114" cy="215875"/>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900" dirty="0">
                <a:solidFill>
                  <a:srgbClr val="333333"/>
                </a:solidFill>
                <a:latin typeface="Arial" pitchFamily="34" charset="0"/>
                <a:ea typeface="Arial" pitchFamily="34" charset="-122"/>
                <a:cs typeface="Arial" pitchFamily="34" charset="-120"/>
              </a:rPr>
              <a:t> </a:t>
            </a:r>
            <a:endParaRPr lang="en-US" sz="600" dirty="0"/>
          </a:p>
        </p:txBody>
      </p:sp>
      <p:pic>
        <p:nvPicPr>
          <p:cNvPr id="12" name="Image 3" descr="preencoded.png">    </p:cNvPr>
          <p:cNvPicPr>
            <a:picLocks noChangeAspect="1"/>
          </p:cNvPicPr>
          <p:nvPr/>
        </p:nvPicPr>
        <p:blipFill>
          <a:blip r:embed="rId7"/>
          <a:srcRect l="4967" r="47917" t="6097" b="58982"/>
          <a:stretch/>
        </p:blipFill>
        <p:spPr>
          <a:xfrm>
            <a:off x="528788" y="1555800"/>
            <a:ext cx="2135891" cy="2820451"/>
          </a:xfrm>
          <a:prstGeom prst="rect">
            <a:avLst/>
          </a:prstGeom>
        </p:spPr>
      </p:pic>
      <p:pic>
        <p:nvPicPr>
          <p:cNvPr id="13" name="Image 4" descr="preencoded.png">    </p:cNvPr>
          <p:cNvPicPr>
            <a:picLocks noChangeAspect="1"/>
          </p:cNvPicPr>
          <p:nvPr/>
        </p:nvPicPr>
        <p:blipFill>
          <a:blip r:embed="rId8"/>
          <a:srcRect l="15197" r="58475" t="0" b="47917"/>
          <a:stretch/>
        </p:blipFill>
        <p:spPr>
          <a:xfrm>
            <a:off x="3504054" y="1555800"/>
            <a:ext cx="2135891" cy="2820451"/>
          </a:xfrm>
          <a:prstGeom prst="rect">
            <a:avLst/>
          </a:prstGeom>
        </p:spPr>
      </p:pic>
      <p:pic>
        <p:nvPicPr>
          <p:cNvPr id="14" name="Image 5" descr="preencoded.png">    </p:cNvPr>
          <p:cNvPicPr>
            <a:picLocks noChangeAspect="1"/>
          </p:cNvPicPr>
          <p:nvPr/>
        </p:nvPicPr>
        <p:blipFill>
          <a:blip r:embed="rId9"/>
          <a:srcRect l="12894" r="60810" t="0" b="47917"/>
          <a:stretch/>
        </p:blipFill>
        <p:spPr>
          <a:xfrm>
            <a:off x="6531981" y="1555800"/>
            <a:ext cx="2135891" cy="2820451"/>
          </a:xfrm>
          <a:prstGeom prst="rect">
            <a:avLst/>
          </a:prstGeom>
        </p:spPr>
      </p:pic>
      <p:sp>
        <p:nvSpPr>
          <p:cNvPr id="15" name="Text 7"/>
          <p:cNvSpPr/>
          <p:nvPr/>
        </p:nvSpPr>
        <p:spPr>
          <a:xfrm>
            <a:off x="600924" y="4588542"/>
            <a:ext cx="1991550" cy="234776"/>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1088" b="1" dirty="0">
                <a:solidFill>
                  <a:srgbClr val="000000"/>
                </a:solidFill>
                <a:latin typeface="Inter" pitchFamily="34" charset="0"/>
                <a:ea typeface="Inter" pitchFamily="34" charset="-122"/>
                <a:cs typeface="Inter" pitchFamily="34" charset="-120"/>
              </a:rPr>
              <a:t>Learning from Nature</a:t>
            </a:r>
            <a:endParaRPr lang="en-US" sz="600" dirty="0"/>
          </a:p>
        </p:txBody>
      </p:sp>
      <p:sp>
        <p:nvSpPr>
          <p:cNvPr id="16" name="Text 8"/>
          <p:cNvSpPr/>
          <p:nvPr/>
        </p:nvSpPr>
        <p:spPr>
          <a:xfrm>
            <a:off x="3576190" y="4588542"/>
            <a:ext cx="1991550" cy="234776"/>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1088" b="1" dirty="0">
                <a:solidFill>
                  <a:srgbClr val="000000"/>
                </a:solidFill>
                <a:latin typeface="Inter" pitchFamily="34" charset="0"/>
                <a:ea typeface="Inter" pitchFamily="34" charset="-122"/>
                <a:cs typeface="Inter" pitchFamily="34" charset="-120"/>
              </a:rPr>
              <a:t>Child-Centered Learning</a:t>
            </a:r>
            <a:endParaRPr lang="en-US" sz="600" dirty="0"/>
          </a:p>
        </p:txBody>
      </p:sp>
      <p:sp>
        <p:nvSpPr>
          <p:cNvPr id="17" name="Text 9"/>
          <p:cNvSpPr/>
          <p:nvPr/>
        </p:nvSpPr>
        <p:spPr>
          <a:xfrm>
            <a:off x="6604117" y="4588542"/>
            <a:ext cx="1991550" cy="234776"/>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1088" b="1" dirty="0">
                <a:solidFill>
                  <a:srgbClr val="000000"/>
                </a:solidFill>
                <a:latin typeface="Inter" pitchFamily="34" charset="0"/>
                <a:ea typeface="Inter" pitchFamily="34" charset="-122"/>
                <a:cs typeface="Inter" pitchFamily="34" charset="-120"/>
              </a:rPr>
              <a:t>Experiential Learning</a:t>
            </a:r>
            <a:endParaRPr lang="en-US" sz="600" dirty="0"/>
          </a:p>
        </p:txBody>
      </p:sp>
      <p:sp>
        <p:nvSpPr>
          <p:cNvPr id="18" name="Text 10"/>
          <p:cNvSpPr/>
          <p:nvPr/>
        </p:nvSpPr>
        <p:spPr>
          <a:xfrm>
            <a:off x="0" y="451359"/>
            <a:ext cx="9182025" cy="552450"/>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3600" dirty="0">
                <a:solidFill>
                  <a:srgbClr val="000000"/>
                </a:solidFill>
                <a:latin typeface="Poiret One" pitchFamily="34" charset="0"/>
                <a:ea typeface="Poiret One" pitchFamily="34" charset="-122"/>
                <a:cs typeface="Poiret One" pitchFamily="34" charset="-120"/>
              </a:rPr>
              <a:t>Naturalism</a:t>
            </a:r>
            <a:endParaRPr lang="en-US" sz="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0" y="419100"/>
            <a:ext cx="9144000" cy="0"/>
          </a:xfrm>
          <a:custGeom>
            <a:avLst/>
            <a:gdLst/>
            <a:ahLst/>
            <a:cxnLst/>
            <a:rect l="l" t="t" r="r" b="b"/>
            <a:pathLst>
              <a:path w="9144000" h="0">
                <a:moveTo>
                  <a:pt x="0" y="0"/>
                </a:moveTo>
                <a:lnTo>
                  <a:pt x="9144000" y="0"/>
                </a:lnTo>
              </a:path>
            </a:pathLst>
          </a:custGeom>
          <a:noFill/>
          <a:ln w="14288">
            <a:solidFill>
              <a:srgbClr val="000000"/>
            </a:solidFill>
            <a:prstDash val="solid"/>
            <a:headEnd type="none"/>
            <a:tailEnd type="arrow"/>
          </a:ln>
        </p:spPr>
      </p:sp>
      <p:sp>
        <p:nvSpPr>
          <p:cNvPr id="3" name="Shape 1"/>
          <p:cNvSpPr/>
          <p:nvPr/>
        </p:nvSpPr>
        <p:spPr>
          <a:xfrm>
            <a:off x="0" y="2991578"/>
            <a:ext cx="9144000" cy="0"/>
          </a:xfrm>
          <a:custGeom>
            <a:avLst/>
            <a:gdLst/>
            <a:ahLst/>
            <a:cxnLst/>
            <a:rect l="l" t="t" r="r" b="b"/>
            <a:pathLst>
              <a:path w="9144000" h="0">
                <a:moveTo>
                  <a:pt x="0" y="0"/>
                </a:moveTo>
                <a:lnTo>
                  <a:pt x="9144000" y="0"/>
                </a:lnTo>
              </a:path>
            </a:pathLst>
          </a:custGeom>
          <a:noFill/>
          <a:ln w="14288">
            <a:solidFill>
              <a:srgbClr val="000000"/>
            </a:solidFill>
            <a:prstDash val="solid"/>
            <a:headEnd type="none"/>
            <a:tailEnd type="arrow"/>
          </a:ln>
        </p:spPr>
      </p:sp>
      <p:sp>
        <p:nvSpPr>
          <p:cNvPr id="4" name="Text 2"/>
          <p:cNvSpPr/>
          <p:nvPr/>
        </p:nvSpPr>
        <p:spPr>
          <a:xfrm>
            <a:off x="3785338" y="2777938"/>
            <a:ext cx="893550" cy="363810"/>
          </a:xfrm>
          <a:prstGeom prst="rect">
            <a:avLst/>
          </a:prstGeom>
          <a:solidFill>
            <a:srgbClr val="000000"/>
          </a:solidFill>
          <a:ln/>
        </p:spPr>
        <p:txBody>
          <a:bodyPr wrap="square" lIns="47625" tIns="47625" rIns="47625" bIns="47625" rtlCol="0" anchor="t">
            <a:spAutoFit/>
          </a:bodyPr>
          <a:lstStyle/>
          <a:p>
            <a:pPr algn="ctr" indent="0" marL="0">
              <a:lnSpc>
                <a:spcPct val="80000"/>
              </a:lnSpc>
              <a:spcBef>
                <a:spcPts val="188"/>
              </a:spcBef>
              <a:buNone/>
            </a:pPr>
            <a:r>
              <a:rPr lang="en-US" sz="2100" b="1" dirty="0">
                <a:solidFill>
                  <a:srgbClr val="F8F8F8"/>
                </a:solidFill>
                <a:latin typeface="Poiret One" pitchFamily="34" charset="0"/>
                <a:ea typeface="Poiret One" pitchFamily="34" charset="-122"/>
                <a:cs typeface="Poiret One" pitchFamily="34" charset="-120"/>
              </a:rPr>
              <a:t>1762</a:t>
            </a:r>
            <a:endParaRPr lang="en-US" sz="600" dirty="0"/>
          </a:p>
        </p:txBody>
      </p:sp>
      <p:sp>
        <p:nvSpPr>
          <p:cNvPr id="5" name="Text 3"/>
          <p:cNvSpPr/>
          <p:nvPr/>
        </p:nvSpPr>
        <p:spPr>
          <a:xfrm>
            <a:off x="5945462" y="2777938"/>
            <a:ext cx="2693700" cy="363810"/>
          </a:xfrm>
          <a:prstGeom prst="rect">
            <a:avLst/>
          </a:prstGeom>
          <a:solidFill>
            <a:srgbClr val="000000"/>
          </a:solidFill>
          <a:ln/>
        </p:spPr>
        <p:txBody>
          <a:bodyPr wrap="square" lIns="47625" tIns="47625" rIns="47625" bIns="47625" rtlCol="0" anchor="t">
            <a:spAutoFit/>
          </a:bodyPr>
          <a:lstStyle/>
          <a:p>
            <a:pPr algn="ctr" indent="0" marL="0">
              <a:lnSpc>
                <a:spcPct val="80000"/>
              </a:lnSpc>
              <a:spcBef>
                <a:spcPts val="188"/>
              </a:spcBef>
              <a:buNone/>
            </a:pPr>
            <a:r>
              <a:rPr lang="en-US" sz="2100" b="1" dirty="0">
                <a:solidFill>
                  <a:srgbClr val="F8F8F8"/>
                </a:solidFill>
                <a:latin typeface="Poiret One" pitchFamily="34" charset="0"/>
                <a:ea typeface="Poiret One" pitchFamily="34" charset="-122"/>
                <a:cs typeface="Poiret One" pitchFamily="34" charset="-120"/>
              </a:rPr>
              <a:t>19th-20th Century</a:t>
            </a:r>
            <a:endParaRPr lang="en-US" sz="600" dirty="0"/>
          </a:p>
        </p:txBody>
      </p:sp>
      <p:sp>
        <p:nvSpPr>
          <p:cNvPr id="6" name="Text 4"/>
          <p:cNvSpPr/>
          <p:nvPr/>
        </p:nvSpPr>
        <p:spPr>
          <a:xfrm>
            <a:off x="514350" y="2049724"/>
            <a:ext cx="1978900" cy="450503"/>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1388" b="1" dirty="0">
                <a:solidFill>
                  <a:srgbClr val="000000"/>
                </a:solidFill>
                <a:latin typeface="Inter" pitchFamily="34" charset="0"/>
                <a:ea typeface="Inter" pitchFamily="34" charset="-122"/>
                <a:cs typeface="Inter" pitchFamily="34" charset="-120"/>
              </a:rPr>
              <a:t>Foundations of Naturalism</a:t>
            </a:r>
            <a:endParaRPr lang="en-US" sz="600" dirty="0"/>
          </a:p>
        </p:txBody>
      </p:sp>
      <p:sp>
        <p:nvSpPr>
          <p:cNvPr id="7" name="Text 5"/>
          <p:cNvSpPr/>
          <p:nvPr/>
        </p:nvSpPr>
        <p:spPr>
          <a:xfrm>
            <a:off x="3301702" y="2049724"/>
            <a:ext cx="2156109" cy="450503"/>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1388" b="1" dirty="0">
                <a:solidFill>
                  <a:srgbClr val="000000"/>
                </a:solidFill>
                <a:latin typeface="Inter" pitchFamily="34" charset="0"/>
                <a:ea typeface="Inter" pitchFamily="34" charset="-122"/>
                <a:cs typeface="Inter" pitchFamily="34" charset="-120"/>
              </a:rPr>
              <a:t>Publication of &amp;quot;Emile, or On Education&amp;quot;</a:t>
            </a:r>
            <a:endParaRPr lang="en-US" sz="600" dirty="0"/>
          </a:p>
        </p:txBody>
      </p:sp>
      <p:sp>
        <p:nvSpPr>
          <p:cNvPr id="8" name="Text 6"/>
          <p:cNvSpPr/>
          <p:nvPr/>
        </p:nvSpPr>
        <p:spPr>
          <a:xfrm>
            <a:off x="6054802" y="2049724"/>
            <a:ext cx="2167923" cy="450503"/>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1388" b="1" dirty="0">
                <a:solidFill>
                  <a:srgbClr val="000000"/>
                </a:solidFill>
                <a:latin typeface="Inter" pitchFamily="34" charset="0"/>
                <a:ea typeface="Inter" pitchFamily="34" charset="-122"/>
                <a:cs typeface="Inter" pitchFamily="34" charset="-120"/>
              </a:rPr>
              <a:t>Influence on Modern Education</a:t>
            </a:r>
            <a:endParaRPr lang="en-US" sz="600" dirty="0"/>
          </a:p>
        </p:txBody>
      </p:sp>
      <p:sp>
        <p:nvSpPr>
          <p:cNvPr id="9" name="Text 7"/>
          <p:cNvSpPr/>
          <p:nvPr/>
        </p:nvSpPr>
        <p:spPr>
          <a:xfrm>
            <a:off x="514350" y="3409668"/>
            <a:ext cx="1860750" cy="653430"/>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1088" dirty="0">
                <a:solidFill>
                  <a:srgbClr val="000000"/>
                </a:solidFill>
                <a:latin typeface="Inter" pitchFamily="34" charset="0"/>
                <a:ea typeface="Inter" pitchFamily="34" charset="-122"/>
                <a:cs typeface="Inter" pitchFamily="34" charset="-120"/>
              </a:rPr>
              <a:t>Lorem ipsum dolor sit amet, consectetur adipiscing elit, sed do eiusmod tempor.</a:t>
            </a:r>
            <a:endParaRPr lang="en-US" sz="600" dirty="0"/>
          </a:p>
        </p:txBody>
      </p:sp>
      <p:sp>
        <p:nvSpPr>
          <p:cNvPr id="10" name="Text 8"/>
          <p:cNvSpPr/>
          <p:nvPr/>
        </p:nvSpPr>
        <p:spPr>
          <a:xfrm>
            <a:off x="3301702" y="3409668"/>
            <a:ext cx="1860750" cy="653430"/>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1088" dirty="0">
                <a:solidFill>
                  <a:srgbClr val="000000"/>
                </a:solidFill>
                <a:latin typeface="Inter" pitchFamily="34" charset="0"/>
                <a:ea typeface="Inter" pitchFamily="34" charset="-122"/>
                <a:cs typeface="Inter" pitchFamily="34" charset="-120"/>
              </a:rPr>
              <a:t>Lorem ipsum dolor sit amet, consectetur adipiscing elit, sed do eiusmod tempor.</a:t>
            </a:r>
            <a:endParaRPr lang="en-US" sz="600" dirty="0"/>
          </a:p>
        </p:txBody>
      </p:sp>
      <p:sp>
        <p:nvSpPr>
          <p:cNvPr id="11" name="Text 9"/>
          <p:cNvSpPr/>
          <p:nvPr/>
        </p:nvSpPr>
        <p:spPr>
          <a:xfrm>
            <a:off x="6361965" y="3409668"/>
            <a:ext cx="1860750" cy="653430"/>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1088" dirty="0">
                <a:solidFill>
                  <a:srgbClr val="000000"/>
                </a:solidFill>
                <a:latin typeface="Inter" pitchFamily="34" charset="0"/>
                <a:ea typeface="Inter" pitchFamily="34" charset="-122"/>
                <a:cs typeface="Inter" pitchFamily="34" charset="-120"/>
              </a:rPr>
              <a:t>Lorem ipsum dolor sit amet, consectetur adipiscing elit, sed do eiusmod tempor.</a:t>
            </a:r>
            <a:endParaRPr lang="en-US" sz="600" dirty="0"/>
          </a:p>
        </p:txBody>
      </p:sp>
      <p:sp>
        <p:nvSpPr>
          <p:cNvPr id="12" name="Text 10"/>
          <p:cNvSpPr/>
          <p:nvPr/>
        </p:nvSpPr>
        <p:spPr>
          <a:xfrm>
            <a:off x="1356944" y="660187"/>
            <a:ext cx="6430050" cy="476250"/>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3000" dirty="0">
                <a:solidFill>
                  <a:srgbClr val="000000"/>
                </a:solidFill>
                <a:latin typeface="Poiret One" pitchFamily="34" charset="0"/>
                <a:ea typeface="Poiret One" pitchFamily="34" charset="-122"/>
                <a:cs typeface="Poiret One" pitchFamily="34" charset="-120"/>
              </a:rPr>
              <a:t>Important Timeline</a:t>
            </a:r>
            <a:endParaRPr lang="en-US" sz="600" dirty="0"/>
          </a:p>
        </p:txBody>
      </p:sp>
      <p:sp>
        <p:nvSpPr>
          <p:cNvPr id="13" name="Text 11"/>
          <p:cNvSpPr/>
          <p:nvPr/>
        </p:nvSpPr>
        <p:spPr>
          <a:xfrm>
            <a:off x="946350" y="2777938"/>
            <a:ext cx="996750" cy="363810"/>
          </a:xfrm>
          <a:prstGeom prst="rect">
            <a:avLst/>
          </a:prstGeom>
          <a:solidFill>
            <a:srgbClr val="000000"/>
          </a:solidFill>
          <a:ln/>
        </p:spPr>
        <p:txBody>
          <a:bodyPr wrap="square" lIns="47625" tIns="47625" rIns="47625" bIns="47625" rtlCol="0" anchor="t">
            <a:spAutoFit/>
          </a:bodyPr>
          <a:lstStyle/>
          <a:p>
            <a:pPr algn="ctr" indent="0" marL="0">
              <a:lnSpc>
                <a:spcPct val="80000"/>
              </a:lnSpc>
              <a:spcBef>
                <a:spcPts val="188"/>
              </a:spcBef>
              <a:buNone/>
            </a:pPr>
            <a:r>
              <a:rPr lang="en-US" sz="2100" b="1" dirty="0">
                <a:solidFill>
                  <a:srgbClr val="F8F8F8"/>
                </a:solidFill>
                <a:latin typeface="Poiret One" pitchFamily="34" charset="0"/>
                <a:ea typeface="Poiret One" pitchFamily="34" charset="-122"/>
                <a:cs typeface="Poiret One" pitchFamily="34" charset="-120"/>
              </a:rPr>
              <a:t>1750</a:t>
            </a:r>
            <a:endParaRPr lang="en-US" sz="600" dirty="0"/>
          </a:p>
        </p:txBody>
      </p:sp>
      <p:pic>
        <p:nvPicPr>
          <p:cNvPr id="1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rot="-5400000">
            <a:off x="2467608" y="2902838"/>
            <a:ext cx="332021" cy="177480"/>
          </a:xfrm>
          <a:prstGeom prst="rect">
            <a:avLst/>
          </a:prstGeom>
        </p:spPr>
      </p:pic>
      <p:sp>
        <p:nvSpPr>
          <p:cNvPr id="15" name="Text 12"/>
          <p:cNvSpPr/>
          <p:nvPr/>
        </p:nvSpPr>
        <p:spPr>
          <a:xfrm rot="-5400000">
            <a:off x="2467608" y="2902838"/>
            <a:ext cx="332021" cy="177480"/>
          </a:xfrm>
          <a:prstGeom prst="rect">
            <a:avLst/>
          </a:prstGeom>
          <a:noFill/>
          <a:ln/>
        </p:spPr>
        <p:txBody>
          <a:bodyPr wrap="square" rtlCol="0" anchor="t"/>
          <a:lstStyle/>
          <a:p>
            <a:pPr indent="0" marL="0">
              <a:spcBef>
                <a:spcPts val="188"/>
              </a:spcBef>
              <a:buNone/>
            </a:pPr>
            <a:endParaRPr lang="en-US" sz="600" dirty="0"/>
          </a:p>
        </p:txBody>
      </p:sp>
      <p:pic>
        <p:nvPicPr>
          <p:cNvPr id="16" name="Image 1" descr="preencoded.png">    </p:cNvPr>
          <p:cNvPicPr>
            <a:picLocks noChangeAspect="1"/>
          </p:cNvPicPr>
          <p:nvPr/>
        </p:nvPicPr>
        <p:blipFill>
          <a:blip r:embed="rId3"/>
          <a:stretch>
            <a:fillRect/>
          </a:stretch>
        </p:blipFill>
        <p:spPr>
          <a:xfrm rot="-5400000">
            <a:off x="2467608" y="2902838"/>
            <a:ext cx="332021" cy="177480"/>
          </a:xfrm>
          <a:prstGeom prst="rect">
            <a:avLst/>
          </a:prstGeom>
        </p:spPr>
      </p:pic>
      <p:pic>
        <p:nvPicPr>
          <p:cNvPr id="17"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5400000">
            <a:off x="4906590" y="2902838"/>
            <a:ext cx="332021" cy="177480"/>
          </a:xfrm>
          <a:prstGeom prst="rect">
            <a:avLst/>
          </a:prstGeom>
        </p:spPr>
      </p:pic>
      <p:sp>
        <p:nvSpPr>
          <p:cNvPr id="18" name="Text 13"/>
          <p:cNvSpPr/>
          <p:nvPr/>
        </p:nvSpPr>
        <p:spPr>
          <a:xfrm rot="-5400000">
            <a:off x="4906590" y="2902838"/>
            <a:ext cx="332021" cy="177480"/>
          </a:xfrm>
          <a:prstGeom prst="rect">
            <a:avLst/>
          </a:prstGeom>
          <a:noFill/>
          <a:ln/>
        </p:spPr>
        <p:txBody>
          <a:bodyPr wrap="square" rtlCol="0" anchor="t"/>
          <a:lstStyle/>
          <a:p>
            <a:pPr indent="0" marL="0">
              <a:spcBef>
                <a:spcPts val="188"/>
              </a:spcBef>
              <a:buNone/>
            </a:pPr>
            <a:endParaRPr lang="en-US" sz="600" dirty="0"/>
          </a:p>
        </p:txBody>
      </p:sp>
      <p:pic>
        <p:nvPicPr>
          <p:cNvPr id="19" name="Image 3" descr="preencoded.png">    </p:cNvPr>
          <p:cNvPicPr>
            <a:picLocks noChangeAspect="1"/>
          </p:cNvPicPr>
          <p:nvPr/>
        </p:nvPicPr>
        <p:blipFill>
          <a:blip r:embed="rId6"/>
          <a:stretch>
            <a:fillRect/>
          </a:stretch>
        </p:blipFill>
        <p:spPr>
          <a:xfrm rot="-5400000">
            <a:off x="4906590" y="2902838"/>
            <a:ext cx="332021" cy="177480"/>
          </a:xfrm>
          <a:prstGeom prst="rect">
            <a:avLst/>
          </a:prstGeom>
        </p:spPr>
      </p:pic>
      <p:pic>
        <p:nvPicPr>
          <p:cNvPr id="20" name="Image 4"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5400000">
            <a:off x="2877183" y="2902838"/>
            <a:ext cx="332021" cy="177480"/>
          </a:xfrm>
          <a:prstGeom prst="rect">
            <a:avLst/>
          </a:prstGeom>
        </p:spPr>
      </p:pic>
      <p:sp>
        <p:nvSpPr>
          <p:cNvPr id="21" name="Text 14"/>
          <p:cNvSpPr/>
          <p:nvPr/>
        </p:nvSpPr>
        <p:spPr>
          <a:xfrm rot="-5400000">
            <a:off x="2877183" y="2902838"/>
            <a:ext cx="332021" cy="177480"/>
          </a:xfrm>
          <a:prstGeom prst="rect">
            <a:avLst/>
          </a:prstGeom>
          <a:noFill/>
          <a:ln/>
        </p:spPr>
        <p:txBody>
          <a:bodyPr wrap="square" rtlCol="0" anchor="t"/>
          <a:lstStyle/>
          <a:p>
            <a:pPr indent="0" marL="0">
              <a:spcBef>
                <a:spcPts val="188"/>
              </a:spcBef>
              <a:buNone/>
            </a:pPr>
            <a:endParaRPr lang="en-US" sz="600" dirty="0"/>
          </a:p>
        </p:txBody>
      </p:sp>
      <p:pic>
        <p:nvPicPr>
          <p:cNvPr id="22" name="Image 5" descr="preencoded.png">    </p:cNvPr>
          <p:cNvPicPr>
            <a:picLocks noChangeAspect="1"/>
          </p:cNvPicPr>
          <p:nvPr/>
        </p:nvPicPr>
        <p:blipFill>
          <a:blip r:embed="rId9"/>
          <a:stretch>
            <a:fillRect/>
          </a:stretch>
        </p:blipFill>
        <p:spPr>
          <a:xfrm rot="-5400000">
            <a:off x="2877183" y="2902838"/>
            <a:ext cx="332021" cy="177480"/>
          </a:xfrm>
          <a:prstGeom prst="rect">
            <a:avLst/>
          </a:prstGeom>
        </p:spPr>
      </p:pic>
      <p:pic>
        <p:nvPicPr>
          <p:cNvPr id="23" name="Image 6" descr="preencoded.png">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rot="-5400000">
            <a:off x="5316165" y="2902838"/>
            <a:ext cx="332021" cy="177480"/>
          </a:xfrm>
          <a:prstGeom prst="rect">
            <a:avLst/>
          </a:prstGeom>
        </p:spPr>
      </p:pic>
      <p:sp>
        <p:nvSpPr>
          <p:cNvPr id="24" name="Text 15"/>
          <p:cNvSpPr/>
          <p:nvPr/>
        </p:nvSpPr>
        <p:spPr>
          <a:xfrm rot="-5400000">
            <a:off x="5316165" y="2902838"/>
            <a:ext cx="332021" cy="177480"/>
          </a:xfrm>
          <a:prstGeom prst="rect">
            <a:avLst/>
          </a:prstGeom>
          <a:noFill/>
          <a:ln/>
        </p:spPr>
        <p:txBody>
          <a:bodyPr wrap="square" rtlCol="0" anchor="t"/>
          <a:lstStyle/>
          <a:p>
            <a:pPr indent="0" marL="0">
              <a:spcBef>
                <a:spcPts val="188"/>
              </a:spcBef>
              <a:buNone/>
            </a:pPr>
            <a:endParaRPr lang="en-US" sz="600" dirty="0"/>
          </a:p>
        </p:txBody>
      </p:sp>
      <p:pic>
        <p:nvPicPr>
          <p:cNvPr id="25" name="Image 7" descr="preencoded.png">    </p:cNvPr>
          <p:cNvPicPr>
            <a:picLocks noChangeAspect="1"/>
          </p:cNvPicPr>
          <p:nvPr/>
        </p:nvPicPr>
        <p:blipFill>
          <a:blip r:embed="rId12"/>
          <a:stretch>
            <a:fillRect/>
          </a:stretch>
        </p:blipFill>
        <p:spPr>
          <a:xfrm rot="-5400000">
            <a:off x="5316165" y="2902838"/>
            <a:ext cx="332021" cy="1774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0" y="419100"/>
            <a:ext cx="9144000" cy="0"/>
          </a:xfrm>
          <a:custGeom>
            <a:avLst/>
            <a:gdLst/>
            <a:ahLst/>
            <a:cxnLst/>
            <a:rect l="l" t="t" r="r" b="b"/>
            <a:pathLst>
              <a:path w="9144000" h="0">
                <a:moveTo>
                  <a:pt x="0" y="0"/>
                </a:moveTo>
                <a:lnTo>
                  <a:pt x="9144000" y="0"/>
                </a:lnTo>
              </a:path>
            </a:pathLst>
          </a:custGeom>
          <a:noFill/>
          <a:ln w="14288">
            <a:solidFill>
              <a:srgbClr val="000000"/>
            </a:solidFill>
            <a:prstDash val="solid"/>
            <a:headEnd type="none"/>
            <a:tailEnd type="arrow"/>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66545" y="1492907"/>
            <a:ext cx="8229540" cy="2592140"/>
          </a:xfrm>
          <a:prstGeom prst="rect">
            <a:avLst/>
          </a:prstGeom>
        </p:spPr>
      </p:pic>
      <p:sp>
        <p:nvSpPr>
          <p:cNvPr id="4" name="Text 1"/>
          <p:cNvSpPr/>
          <p:nvPr/>
        </p:nvSpPr>
        <p:spPr>
          <a:xfrm>
            <a:off x="466545" y="1492907"/>
            <a:ext cx="8229540" cy="2592140"/>
          </a:xfrm>
          <a:prstGeom prst="rect">
            <a:avLst/>
          </a:prstGeom>
          <a:noFill/>
          <a:ln/>
        </p:spPr>
        <p:txBody>
          <a:bodyPr wrap="square" rtlCol="0" anchor="t"/>
          <a:lstStyle/>
          <a:p>
            <a:pPr indent="0" marL="0">
              <a:spcBef>
                <a:spcPts val="188"/>
              </a:spcBef>
              <a:buNone/>
            </a:pPr>
            <a:endParaRPr lang="en-US" sz="600" dirty="0"/>
          </a:p>
        </p:txBody>
      </p:sp>
      <p:sp>
        <p:nvSpPr>
          <p:cNvPr id="5" name="Text 2"/>
          <p:cNvSpPr/>
          <p:nvPr/>
        </p:nvSpPr>
        <p:spPr>
          <a:xfrm>
            <a:off x="466545" y="1420577"/>
            <a:ext cx="8229540" cy="215875"/>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900" dirty="0">
                <a:solidFill>
                  <a:srgbClr val="333333"/>
                </a:solidFill>
                <a:latin typeface="Arial" pitchFamily="34" charset="0"/>
                <a:ea typeface="Arial" pitchFamily="34" charset="-122"/>
                <a:cs typeface="Arial" pitchFamily="34" charset="-120"/>
              </a:rPr>
              <a:t> </a:t>
            </a:r>
            <a:endParaRPr lang="en-US" sz="600" dirty="0"/>
          </a:p>
        </p:txBody>
      </p:sp>
      <p:sp>
        <p:nvSpPr>
          <p:cNvPr id="6" name="Shape 3"/>
          <p:cNvSpPr/>
          <p:nvPr/>
        </p:nvSpPr>
        <p:spPr>
          <a:xfrm>
            <a:off x="532981" y="1555800"/>
            <a:ext cx="8096670" cy="2471116"/>
          </a:xfrm>
          <a:custGeom>
            <a:avLst/>
            <a:gdLst/>
            <a:ahLst/>
            <a:cxnLst/>
            <a:rect l="l" t="t" r="r" b="b"/>
            <a:pathLst>
              <a:path w="8096670" h="2471116">
                <a:moveTo>
                  <a:pt x="0" y="0"/>
                </a:moveTo>
                <a:lnTo>
                  <a:pt x="8096670" y="0"/>
                </a:lnTo>
                <a:lnTo>
                  <a:pt x="8096670" y="2471116"/>
                </a:lnTo>
                <a:lnTo>
                  <a:pt x="0" y="2471116"/>
                </a:lnTo>
                <a:close/>
              </a:path>
            </a:pathLst>
          </a:custGeom>
          <a:solidFill>
            <a:srgbClr val="F8F8F8"/>
          </a:solidFill>
          <a:ln/>
        </p:spPr>
      </p:sp>
      <p:sp>
        <p:nvSpPr>
          <p:cNvPr id="7" name="Text 4"/>
          <p:cNvSpPr/>
          <p:nvPr/>
        </p:nvSpPr>
        <p:spPr>
          <a:xfrm>
            <a:off x="532981" y="1555800"/>
            <a:ext cx="8096670" cy="2471116"/>
          </a:xfrm>
          <a:prstGeom prst="rect">
            <a:avLst/>
          </a:prstGeom>
          <a:noFill/>
          <a:ln/>
        </p:spPr>
        <p:txBody>
          <a:bodyPr wrap="square" rtlCol="0" anchor="ctr"/>
          <a:lstStyle/>
          <a:p>
            <a:pPr indent="0" marL="0">
              <a:spcBef>
                <a:spcPts val="188"/>
              </a:spcBef>
              <a:buNone/>
            </a:pPr>
            <a:endParaRPr lang="en-US" sz="600" dirty="0"/>
          </a:p>
        </p:txBody>
      </p:sp>
      <p:pic>
        <p:nvPicPr>
          <p:cNvPr id="8" name="Image 1" descr="preencoded.png">    </p:cNvPr>
          <p:cNvPicPr>
            <a:picLocks noChangeAspect="1"/>
          </p:cNvPicPr>
          <p:nvPr/>
        </p:nvPicPr>
        <p:blipFill>
          <a:blip r:embed="rId3"/>
          <a:srcRect l="3034" r="50845" t="15752" b="59224"/>
          <a:stretch/>
        </p:blipFill>
        <p:spPr>
          <a:xfrm>
            <a:off x="532975" y="1555800"/>
            <a:ext cx="8096676" cy="2471113"/>
          </a:xfrm>
          <a:prstGeom prst="rect">
            <a:avLst/>
          </a:prstGeom>
        </p:spPr>
      </p:pic>
      <p:sp>
        <p:nvSpPr>
          <p:cNvPr id="9" name="Text 5"/>
          <p:cNvSpPr/>
          <p:nvPr/>
        </p:nvSpPr>
        <p:spPr>
          <a:xfrm>
            <a:off x="608836" y="423863"/>
            <a:ext cx="7926300" cy="476250"/>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3000" dirty="0">
                <a:solidFill>
                  <a:srgbClr val="000000"/>
                </a:solidFill>
                <a:latin typeface="Poiret One" pitchFamily="34" charset="0"/>
                <a:ea typeface="Poiret One" pitchFamily="34" charset="-122"/>
                <a:cs typeface="Poiret One" pitchFamily="34" charset="-120"/>
              </a:rPr>
              <a:t>Freedom &amp; Autonomy</a:t>
            </a:r>
            <a:endParaRPr lang="en-US" sz="600" dirty="0"/>
          </a:p>
        </p:txBody>
      </p:sp>
      <p:sp>
        <p:nvSpPr>
          <p:cNvPr id="10" name="Text 6"/>
          <p:cNvSpPr/>
          <p:nvPr/>
        </p:nvSpPr>
        <p:spPr>
          <a:xfrm>
            <a:off x="532981" y="4322412"/>
            <a:ext cx="8163104" cy="361950"/>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1050" dirty="0">
                <a:solidFill>
                  <a:srgbClr val="000000"/>
                </a:solidFill>
                <a:latin typeface="Inter" pitchFamily="34" charset="0"/>
                <a:ea typeface="Inter" pitchFamily="34" charset="-122"/>
                <a:cs typeface="Inter" pitchFamily="34" charset="-120"/>
              </a:rPr>
              <a:t>Rousseau advocated for giving children the freedom to explore and learn at their own pace. He believed that education should be tailored to the individual needs and interests of each child.</a:t>
            </a:r>
            <a:endParaRPr lang="en-US" sz="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0" y="419100"/>
            <a:ext cx="9144000" cy="0"/>
          </a:xfrm>
          <a:custGeom>
            <a:avLst/>
            <a:gdLst/>
            <a:ahLst/>
            <a:cxnLst/>
            <a:rect l="l" t="t" r="r" b="b"/>
            <a:pathLst>
              <a:path w="9144000" h="0">
                <a:moveTo>
                  <a:pt x="0" y="0"/>
                </a:moveTo>
                <a:lnTo>
                  <a:pt x="9144000" y="0"/>
                </a:lnTo>
              </a:path>
            </a:pathLst>
          </a:custGeom>
          <a:noFill/>
          <a:ln w="14288">
            <a:solidFill>
              <a:srgbClr val="000000"/>
            </a:solidFill>
            <a:prstDash val="solid"/>
            <a:headEnd type="none"/>
            <a:tailEnd type="arrow"/>
          </a:ln>
        </p:spPr>
      </p:sp>
      <p:sp>
        <p:nvSpPr>
          <p:cNvPr id="3" name="Text 1"/>
          <p:cNvSpPr/>
          <p:nvPr/>
        </p:nvSpPr>
        <p:spPr>
          <a:xfrm>
            <a:off x="1597724" y="509587"/>
            <a:ext cx="5948550" cy="476250"/>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3000" dirty="0">
                <a:solidFill>
                  <a:srgbClr val="000000"/>
                </a:solidFill>
                <a:latin typeface="Poiret One" pitchFamily="34" charset="0"/>
                <a:ea typeface="Poiret One" pitchFamily="34" charset="-122"/>
                <a:cs typeface="Poiret One" pitchFamily="34" charset="-120"/>
              </a:rPr>
              <a:t>Important Charts</a:t>
            </a:r>
            <a:endParaRPr lang="en-US" sz="600" dirty="0"/>
          </a:p>
        </p:txBody>
      </p:sp>
      <p:pic>
        <p:nvPicPr>
          <p:cNvPr id="4" name="Image 0" descr="preencoded.png">    </p:cNvPr>
          <p:cNvPicPr>
            <a:picLocks noChangeAspect="1"/>
          </p:cNvPicPr>
          <p:nvPr/>
        </p:nvPicPr>
        <p:blipFill>
          <a:blip r:embed="rId1"/>
          <a:srcRect l="0" r="47917" t="0" b="47917"/>
          <a:stretch/>
        </p:blipFill>
        <p:spPr>
          <a:xfrm>
            <a:off x="4731301" y="2064715"/>
            <a:ext cx="1950180" cy="1950180"/>
          </a:xfrm>
          <a:prstGeom prst="rect">
            <a:avLst/>
          </a:prstGeom>
        </p:spPr>
      </p:pic>
      <p:sp>
        <p:nvSpPr>
          <p:cNvPr id="5" name="Text 2"/>
          <p:cNvSpPr/>
          <p:nvPr/>
        </p:nvSpPr>
        <p:spPr>
          <a:xfrm>
            <a:off x="4929250" y="2794237"/>
            <a:ext cx="1790499" cy="568151"/>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3713" b="1" dirty="0">
                <a:solidFill>
                  <a:srgbClr val="000000"/>
                </a:solidFill>
                <a:latin typeface="Poiret One" pitchFamily="34" charset="0"/>
                <a:ea typeface="Poiret One" pitchFamily="34" charset="-122"/>
                <a:cs typeface="Poiret One" pitchFamily="34" charset="-120"/>
              </a:rPr>
              <a:t>75%</a:t>
            </a:r>
            <a:endParaRPr lang="en-US" sz="600" dirty="0"/>
          </a:p>
        </p:txBody>
      </p:sp>
      <p:pic>
        <p:nvPicPr>
          <p:cNvPr id="6" name="Image 1" descr="preencoded.png">    </p:cNvPr>
          <p:cNvPicPr>
            <a:picLocks noChangeAspect="1"/>
          </p:cNvPicPr>
          <p:nvPr/>
        </p:nvPicPr>
        <p:blipFill>
          <a:blip r:embed="rId2"/>
          <a:srcRect l="0" r="47917" t="0" b="47917"/>
          <a:stretch/>
        </p:blipFill>
        <p:spPr>
          <a:xfrm>
            <a:off x="6857972" y="2064715"/>
            <a:ext cx="1950180" cy="1950180"/>
          </a:xfrm>
          <a:prstGeom prst="rect">
            <a:avLst/>
          </a:prstGeom>
        </p:spPr>
      </p:pic>
      <p:sp>
        <p:nvSpPr>
          <p:cNvPr id="7" name="Text 3"/>
          <p:cNvSpPr/>
          <p:nvPr/>
        </p:nvSpPr>
        <p:spPr>
          <a:xfrm>
            <a:off x="7031478" y="2794237"/>
            <a:ext cx="1552534" cy="568151"/>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3713" b="1" dirty="0">
                <a:solidFill>
                  <a:srgbClr val="000000"/>
                </a:solidFill>
                <a:latin typeface="Poiret One" pitchFamily="34" charset="0"/>
                <a:ea typeface="Poiret One" pitchFamily="34" charset="-122"/>
                <a:cs typeface="Poiret One" pitchFamily="34" charset="-120"/>
              </a:rPr>
              <a:t>90%</a:t>
            </a:r>
            <a:endParaRPr lang="en-US" sz="600" dirty="0"/>
          </a:p>
        </p:txBody>
      </p:sp>
      <p:sp>
        <p:nvSpPr>
          <p:cNvPr id="8" name="Text 4"/>
          <p:cNvSpPr/>
          <p:nvPr/>
        </p:nvSpPr>
        <p:spPr>
          <a:xfrm>
            <a:off x="4955442" y="1740260"/>
            <a:ext cx="1501898" cy="272876"/>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1388" b="1" dirty="0">
                <a:solidFill>
                  <a:srgbClr val="000000"/>
                </a:solidFill>
                <a:latin typeface="Inter" pitchFamily="34" charset="0"/>
                <a:ea typeface="Inter" pitchFamily="34" charset="-122"/>
                <a:cs typeface="Inter" pitchFamily="34" charset="-120"/>
              </a:rPr>
              <a:t>Category 1</a:t>
            </a:r>
            <a:endParaRPr lang="en-US" sz="600" dirty="0"/>
          </a:p>
        </p:txBody>
      </p:sp>
      <p:sp>
        <p:nvSpPr>
          <p:cNvPr id="9" name="Text 5"/>
          <p:cNvSpPr/>
          <p:nvPr/>
        </p:nvSpPr>
        <p:spPr>
          <a:xfrm>
            <a:off x="7082113" y="1740260"/>
            <a:ext cx="1501898" cy="272876"/>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1388" b="1" dirty="0">
                <a:solidFill>
                  <a:srgbClr val="000000"/>
                </a:solidFill>
                <a:latin typeface="Inter" pitchFamily="34" charset="0"/>
                <a:ea typeface="Inter" pitchFamily="34" charset="-122"/>
                <a:cs typeface="Inter" pitchFamily="34" charset="-120"/>
              </a:rPr>
              <a:t>Category 2</a:t>
            </a:r>
            <a:endParaRPr lang="en-US" sz="600" dirty="0"/>
          </a:p>
        </p:txBody>
      </p:sp>
      <p:sp>
        <p:nvSpPr>
          <p:cNvPr id="10" name="Text 6"/>
          <p:cNvSpPr/>
          <p:nvPr/>
        </p:nvSpPr>
        <p:spPr>
          <a:xfrm>
            <a:off x="4776012" y="4055745"/>
            <a:ext cx="1860750" cy="495300"/>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1050" dirty="0">
                <a:solidFill>
                  <a:srgbClr val="000000"/>
                </a:solidFill>
                <a:latin typeface="Inter" pitchFamily="34" charset="0"/>
                <a:ea typeface="Inter" pitchFamily="34" charset="-122"/>
                <a:cs typeface="Inter" pitchFamily="34" charset="-120"/>
              </a:rPr>
              <a:t>Lorem ipsum dolor sit amet, consectetur adipiscing elit, sed do eiusmod tempor.</a:t>
            </a:r>
            <a:endParaRPr lang="en-US" sz="600" dirty="0"/>
          </a:p>
        </p:txBody>
      </p:sp>
      <p:sp>
        <p:nvSpPr>
          <p:cNvPr id="11" name="Text 7"/>
          <p:cNvSpPr/>
          <p:nvPr/>
        </p:nvSpPr>
        <p:spPr>
          <a:xfrm>
            <a:off x="6902682" y="4055745"/>
            <a:ext cx="1860750" cy="495300"/>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1050" dirty="0">
                <a:solidFill>
                  <a:srgbClr val="000000"/>
                </a:solidFill>
                <a:latin typeface="Inter" pitchFamily="34" charset="0"/>
                <a:ea typeface="Inter" pitchFamily="34" charset="-122"/>
                <a:cs typeface="Inter" pitchFamily="34" charset="-120"/>
              </a:rPr>
              <a:t>Lorem ipsum dolor sit amet, consectetur adipiscing elit, sed do eiusmod tempor.</a:t>
            </a:r>
            <a:endParaRPr lang="en-US" sz="600" dirty="0"/>
          </a:p>
        </p:txBody>
      </p:sp>
      <p:pic>
        <p:nvPicPr>
          <p:cNvPr id="12" name="Image 2" descr="preencoded.png">    </p:cNvPr>
          <p:cNvPicPr>
            <a:picLocks noChangeAspect="1"/>
          </p:cNvPicPr>
          <p:nvPr/>
        </p:nvPicPr>
        <p:blipFill>
          <a:blip r:embed="rId3"/>
          <a:srcRect l="0" r="47917" t="0" b="47917"/>
          <a:stretch/>
        </p:blipFill>
        <p:spPr>
          <a:xfrm>
            <a:off x="2742854" y="2064715"/>
            <a:ext cx="1950180" cy="1950180"/>
          </a:xfrm>
          <a:prstGeom prst="rect">
            <a:avLst/>
          </a:prstGeom>
        </p:spPr>
      </p:pic>
      <p:sp>
        <p:nvSpPr>
          <p:cNvPr id="13" name="Text 8"/>
          <p:cNvSpPr/>
          <p:nvPr/>
        </p:nvSpPr>
        <p:spPr>
          <a:xfrm>
            <a:off x="2940803" y="2794237"/>
            <a:ext cx="1790499" cy="568151"/>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3713" b="1" dirty="0">
                <a:solidFill>
                  <a:srgbClr val="000000"/>
                </a:solidFill>
                <a:latin typeface="Poiret One" pitchFamily="34" charset="0"/>
                <a:ea typeface="Poiret One" pitchFamily="34" charset="-122"/>
                <a:cs typeface="Poiret One" pitchFamily="34" charset="-120"/>
              </a:rPr>
              <a:t>75%</a:t>
            </a:r>
            <a:endParaRPr lang="en-US" sz="600" dirty="0"/>
          </a:p>
        </p:txBody>
      </p:sp>
      <p:sp>
        <p:nvSpPr>
          <p:cNvPr id="14" name="Text 9"/>
          <p:cNvSpPr/>
          <p:nvPr/>
        </p:nvSpPr>
        <p:spPr>
          <a:xfrm>
            <a:off x="2966995" y="1740260"/>
            <a:ext cx="1501898" cy="272876"/>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1388" b="1" dirty="0">
                <a:solidFill>
                  <a:srgbClr val="000000"/>
                </a:solidFill>
                <a:latin typeface="Inter" pitchFamily="34" charset="0"/>
                <a:ea typeface="Inter" pitchFamily="34" charset="-122"/>
                <a:cs typeface="Inter" pitchFamily="34" charset="-120"/>
              </a:rPr>
              <a:t>Category 1</a:t>
            </a:r>
            <a:endParaRPr lang="en-US" sz="600" dirty="0"/>
          </a:p>
        </p:txBody>
      </p:sp>
      <p:sp>
        <p:nvSpPr>
          <p:cNvPr id="15" name="Text 10"/>
          <p:cNvSpPr/>
          <p:nvPr/>
        </p:nvSpPr>
        <p:spPr>
          <a:xfrm>
            <a:off x="2787565" y="4055745"/>
            <a:ext cx="1860750" cy="495300"/>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1050" dirty="0">
                <a:solidFill>
                  <a:srgbClr val="000000"/>
                </a:solidFill>
                <a:latin typeface="Inter" pitchFamily="34" charset="0"/>
                <a:ea typeface="Inter" pitchFamily="34" charset="-122"/>
                <a:cs typeface="Inter" pitchFamily="34" charset="-120"/>
              </a:rPr>
              <a:t>Lorem ipsum dolor sit amet, consectetur adipiscing elit, sed do eiusmod tempor.</a:t>
            </a:r>
            <a:endParaRPr lang="en-US" sz="600" dirty="0"/>
          </a:p>
        </p:txBody>
      </p:sp>
      <p:pic>
        <p:nvPicPr>
          <p:cNvPr id="16" name="Image 3" descr="preencoded.png">    </p:cNvPr>
          <p:cNvPicPr>
            <a:picLocks noChangeAspect="1"/>
          </p:cNvPicPr>
          <p:nvPr/>
        </p:nvPicPr>
        <p:blipFill>
          <a:blip r:embed="rId4"/>
          <a:srcRect l="0" r="47917" t="0" b="47917"/>
          <a:stretch/>
        </p:blipFill>
        <p:spPr>
          <a:xfrm>
            <a:off x="603501" y="2064715"/>
            <a:ext cx="1950180" cy="1950180"/>
          </a:xfrm>
          <a:prstGeom prst="rect">
            <a:avLst/>
          </a:prstGeom>
        </p:spPr>
      </p:pic>
      <p:sp>
        <p:nvSpPr>
          <p:cNvPr id="17" name="Text 11"/>
          <p:cNvSpPr/>
          <p:nvPr/>
        </p:nvSpPr>
        <p:spPr>
          <a:xfrm>
            <a:off x="801449" y="2794237"/>
            <a:ext cx="1790499" cy="568151"/>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3713" b="1" dirty="0">
                <a:solidFill>
                  <a:srgbClr val="000000"/>
                </a:solidFill>
                <a:latin typeface="Poiret One" pitchFamily="34" charset="0"/>
                <a:ea typeface="Poiret One" pitchFamily="34" charset="-122"/>
                <a:cs typeface="Poiret One" pitchFamily="34" charset="-120"/>
              </a:rPr>
              <a:t>75%</a:t>
            </a:r>
            <a:endParaRPr lang="en-US" sz="600" dirty="0"/>
          </a:p>
        </p:txBody>
      </p:sp>
      <p:sp>
        <p:nvSpPr>
          <p:cNvPr id="18" name="Text 12"/>
          <p:cNvSpPr/>
          <p:nvPr/>
        </p:nvSpPr>
        <p:spPr>
          <a:xfrm>
            <a:off x="827642" y="1740260"/>
            <a:ext cx="1501898" cy="272876"/>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1388" b="1" dirty="0">
                <a:solidFill>
                  <a:srgbClr val="000000"/>
                </a:solidFill>
                <a:latin typeface="Inter" pitchFamily="34" charset="0"/>
                <a:ea typeface="Inter" pitchFamily="34" charset="-122"/>
                <a:cs typeface="Inter" pitchFamily="34" charset="-120"/>
              </a:rPr>
              <a:t>Category 1</a:t>
            </a:r>
            <a:endParaRPr lang="en-US" sz="600" dirty="0"/>
          </a:p>
        </p:txBody>
      </p:sp>
      <p:sp>
        <p:nvSpPr>
          <p:cNvPr id="19" name="Text 13"/>
          <p:cNvSpPr/>
          <p:nvPr/>
        </p:nvSpPr>
        <p:spPr>
          <a:xfrm>
            <a:off x="648211" y="4055745"/>
            <a:ext cx="1860750" cy="495300"/>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1050" dirty="0">
                <a:solidFill>
                  <a:srgbClr val="000000"/>
                </a:solidFill>
                <a:latin typeface="Inter" pitchFamily="34" charset="0"/>
                <a:ea typeface="Inter" pitchFamily="34" charset="-122"/>
                <a:cs typeface="Inter" pitchFamily="34" charset="-120"/>
              </a:rPr>
              <a:t>Lorem ipsum dolor sit amet, consectetur adipiscing elit, sed do eiusmod tempor.</a:t>
            </a:r>
            <a:endParaRPr lang="en-US" sz="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8F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11499" r="59416" t="12276" b="73258"/>
          <a:stretch/>
        </p:blipFill>
        <p:spPr>
          <a:xfrm>
            <a:off x="5777787" y="638491"/>
            <a:ext cx="3149676" cy="1566662"/>
          </a:xfrm>
          <a:prstGeom prst="rect">
            <a:avLst/>
          </a:prstGeom>
        </p:spPr>
      </p:pic>
      <p:pic>
        <p:nvPicPr>
          <p:cNvPr id="3" name="Image 1" descr="preencoded.png">    </p:cNvPr>
          <p:cNvPicPr>
            <a:picLocks noChangeAspect="1"/>
          </p:cNvPicPr>
          <p:nvPr/>
        </p:nvPicPr>
        <p:blipFill>
          <a:blip r:embed="rId2"/>
          <a:srcRect l="11499" r="59416" t="12276" b="73258"/>
          <a:stretch/>
        </p:blipFill>
        <p:spPr>
          <a:xfrm>
            <a:off x="216550" y="638491"/>
            <a:ext cx="3149676" cy="1566662"/>
          </a:xfrm>
          <a:prstGeom prst="rect">
            <a:avLst/>
          </a:prstGeom>
        </p:spPr>
      </p:pic>
      <p:sp>
        <p:nvSpPr>
          <p:cNvPr id="4" name="Shape 0"/>
          <p:cNvSpPr/>
          <p:nvPr/>
        </p:nvSpPr>
        <p:spPr>
          <a:xfrm>
            <a:off x="0" y="419100"/>
            <a:ext cx="9144000" cy="0"/>
          </a:xfrm>
          <a:custGeom>
            <a:avLst/>
            <a:gdLst/>
            <a:ahLst/>
            <a:cxnLst/>
            <a:rect l="l" t="t" r="r" b="b"/>
            <a:pathLst>
              <a:path w="9144000" h="0">
                <a:moveTo>
                  <a:pt x="0" y="0"/>
                </a:moveTo>
                <a:lnTo>
                  <a:pt x="9144000" y="0"/>
                </a:lnTo>
              </a:path>
            </a:pathLst>
          </a:custGeom>
          <a:noFill/>
          <a:ln w="14288">
            <a:solidFill>
              <a:srgbClr val="000000"/>
            </a:solidFill>
            <a:prstDash val="solid"/>
            <a:headEnd type="none"/>
            <a:tailEnd type="arrow"/>
          </a:ln>
        </p:spPr>
      </p:sp>
      <p:pic>
        <p:nvPicPr>
          <p:cNvPr id="5" name="Image 2" descr="preencoded.png">    </p:cNvPr>
          <p:cNvPicPr>
            <a:picLocks noChangeAspect="1"/>
          </p:cNvPicPr>
          <p:nvPr/>
        </p:nvPicPr>
        <p:blipFill>
          <a:blip r:embed="rId3"/>
          <a:srcRect l="11499" r="59416" t="12276" b="73258"/>
          <a:stretch/>
        </p:blipFill>
        <p:spPr>
          <a:xfrm>
            <a:off x="5777787" y="3355400"/>
            <a:ext cx="3149676" cy="1566662"/>
          </a:xfrm>
          <a:prstGeom prst="rect">
            <a:avLst/>
          </a:prstGeom>
        </p:spPr>
      </p:pic>
      <p:pic>
        <p:nvPicPr>
          <p:cNvPr id="6" name="Image 3" descr="preencoded.png">    </p:cNvPr>
          <p:cNvPicPr>
            <a:picLocks noChangeAspect="1"/>
          </p:cNvPicPr>
          <p:nvPr/>
        </p:nvPicPr>
        <p:blipFill>
          <a:blip r:embed="rId4"/>
          <a:srcRect l="11499" r="59416" t="12276" b="73258"/>
          <a:stretch/>
        </p:blipFill>
        <p:spPr>
          <a:xfrm>
            <a:off x="216550" y="3355400"/>
            <a:ext cx="3149676" cy="1566662"/>
          </a:xfrm>
          <a:prstGeom prst="rect">
            <a:avLst/>
          </a:prstGeom>
        </p:spPr>
      </p:pic>
      <p:sp>
        <p:nvSpPr>
          <p:cNvPr id="7" name="Text 1"/>
          <p:cNvSpPr/>
          <p:nvPr/>
        </p:nvSpPr>
        <p:spPr>
          <a:xfrm>
            <a:off x="6590297" y="3567538"/>
            <a:ext cx="1530750" cy="381000"/>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2250" dirty="0">
                <a:solidFill>
                  <a:srgbClr val="000000"/>
                </a:solidFill>
                <a:latin typeface="Poiret One" pitchFamily="34" charset="0"/>
                <a:ea typeface="Poiret One" pitchFamily="34" charset="-122"/>
                <a:cs typeface="Poiret One" pitchFamily="34" charset="-120"/>
              </a:rPr>
              <a:t>Step 03</a:t>
            </a:r>
            <a:endParaRPr lang="en-US" sz="600" dirty="0"/>
          </a:p>
        </p:txBody>
      </p:sp>
      <p:sp>
        <p:nvSpPr>
          <p:cNvPr id="8" name="Text 2"/>
          <p:cNvSpPr/>
          <p:nvPr/>
        </p:nvSpPr>
        <p:spPr>
          <a:xfrm>
            <a:off x="1044028" y="3567538"/>
            <a:ext cx="1488600" cy="381000"/>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2250" dirty="0">
                <a:solidFill>
                  <a:srgbClr val="000000"/>
                </a:solidFill>
                <a:latin typeface="Poiret One" pitchFamily="34" charset="0"/>
                <a:ea typeface="Poiret One" pitchFamily="34" charset="-122"/>
                <a:cs typeface="Poiret One" pitchFamily="34" charset="-120"/>
              </a:rPr>
              <a:t>Step 04</a:t>
            </a:r>
            <a:endParaRPr lang="en-US" sz="600" dirty="0"/>
          </a:p>
        </p:txBody>
      </p:sp>
      <p:sp>
        <p:nvSpPr>
          <p:cNvPr id="9" name="Text 3"/>
          <p:cNvSpPr/>
          <p:nvPr/>
        </p:nvSpPr>
        <p:spPr>
          <a:xfrm>
            <a:off x="6048456" y="902450"/>
            <a:ext cx="2673476" cy="381000"/>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2250" dirty="0">
                <a:solidFill>
                  <a:srgbClr val="000000"/>
                </a:solidFill>
                <a:latin typeface="Poiret One" pitchFamily="34" charset="0"/>
                <a:ea typeface="Poiret One" pitchFamily="34" charset="-122"/>
                <a:cs typeface="Poiret One" pitchFamily="34" charset="-120"/>
              </a:rPr>
              <a:t>Step 02</a:t>
            </a:r>
            <a:endParaRPr lang="en-US" sz="600" dirty="0"/>
          </a:p>
        </p:txBody>
      </p:sp>
      <p:sp>
        <p:nvSpPr>
          <p:cNvPr id="10" name="Text 4"/>
          <p:cNvSpPr/>
          <p:nvPr/>
        </p:nvSpPr>
        <p:spPr>
          <a:xfrm>
            <a:off x="6207298" y="4232589"/>
            <a:ext cx="2296800" cy="425723"/>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1275" dirty="0">
                <a:solidFill>
                  <a:srgbClr val="000000"/>
                </a:solidFill>
                <a:latin typeface="Inter" pitchFamily="34" charset="0"/>
                <a:ea typeface="Inter" pitchFamily="34" charset="-122"/>
                <a:cs typeface="Inter" pitchFamily="34" charset="-120"/>
              </a:rPr>
              <a:t>Lorem ipsum dolor sit amet, consectetur adipiscing elit.</a:t>
            </a:r>
            <a:endParaRPr lang="en-US" sz="600" dirty="0"/>
          </a:p>
        </p:txBody>
      </p:sp>
      <p:sp>
        <p:nvSpPr>
          <p:cNvPr id="11" name="Text 5"/>
          <p:cNvSpPr/>
          <p:nvPr/>
        </p:nvSpPr>
        <p:spPr>
          <a:xfrm>
            <a:off x="639970" y="4232589"/>
            <a:ext cx="2296800" cy="425723"/>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1275" dirty="0">
                <a:solidFill>
                  <a:srgbClr val="000000"/>
                </a:solidFill>
                <a:latin typeface="Inter" pitchFamily="34" charset="0"/>
                <a:ea typeface="Inter" pitchFamily="34" charset="-122"/>
                <a:cs typeface="Inter" pitchFamily="34" charset="-120"/>
              </a:rPr>
              <a:t>Lorem ipsum dolor sit amet, consectetur adipiscing elit.</a:t>
            </a:r>
            <a:endParaRPr lang="en-US" sz="600" dirty="0"/>
          </a:p>
        </p:txBody>
      </p:sp>
      <p:sp>
        <p:nvSpPr>
          <p:cNvPr id="12" name="Text 6"/>
          <p:cNvSpPr/>
          <p:nvPr/>
        </p:nvSpPr>
        <p:spPr>
          <a:xfrm>
            <a:off x="518108" y="902450"/>
            <a:ext cx="2528653" cy="381000"/>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2250" dirty="0">
                <a:solidFill>
                  <a:srgbClr val="000000"/>
                </a:solidFill>
                <a:latin typeface="Poiret One" pitchFamily="34" charset="0"/>
                <a:ea typeface="Poiret One" pitchFamily="34" charset="-122"/>
                <a:cs typeface="Poiret One" pitchFamily="34" charset="-120"/>
              </a:rPr>
              <a:t>Step 01</a:t>
            </a:r>
            <a:endParaRPr lang="en-US" sz="600" dirty="0"/>
          </a:p>
        </p:txBody>
      </p:sp>
      <p:sp>
        <p:nvSpPr>
          <p:cNvPr id="13" name="Text 7"/>
          <p:cNvSpPr/>
          <p:nvPr/>
        </p:nvSpPr>
        <p:spPr>
          <a:xfrm>
            <a:off x="2664625" y="2529301"/>
            <a:ext cx="3507600" cy="381000"/>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2250" dirty="0">
                <a:solidFill>
                  <a:srgbClr val="000000"/>
                </a:solidFill>
                <a:latin typeface="Poiret One" pitchFamily="34" charset="0"/>
                <a:ea typeface="Poiret One" pitchFamily="34" charset="-122"/>
                <a:cs typeface="Poiret One" pitchFamily="34" charset="-120"/>
              </a:rPr>
              <a:t>Stages of Development</a:t>
            </a:r>
            <a:endParaRPr lang="en-US" sz="600" dirty="0"/>
          </a:p>
        </p:txBody>
      </p:sp>
      <p:sp>
        <p:nvSpPr>
          <p:cNvPr id="14" name="Text 8"/>
          <p:cNvSpPr/>
          <p:nvPr/>
        </p:nvSpPr>
        <p:spPr>
          <a:xfrm>
            <a:off x="6048456" y="1569836"/>
            <a:ext cx="2561968" cy="425723"/>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1275" dirty="0">
                <a:solidFill>
                  <a:srgbClr val="000000"/>
                </a:solidFill>
                <a:latin typeface="Inter" pitchFamily="34" charset="0"/>
                <a:ea typeface="Inter" pitchFamily="34" charset="-122"/>
                <a:cs typeface="Inter" pitchFamily="34" charset="-120"/>
              </a:rPr>
              <a:t>Lorem ipsum dolor sit amet, consectetur adipiscing elit.</a:t>
            </a:r>
            <a:endParaRPr lang="en-US" sz="600" dirty="0"/>
          </a:p>
        </p:txBody>
      </p:sp>
      <p:sp>
        <p:nvSpPr>
          <p:cNvPr id="15" name="Text 9"/>
          <p:cNvSpPr/>
          <p:nvPr/>
        </p:nvSpPr>
        <p:spPr>
          <a:xfrm>
            <a:off x="518108" y="1569836"/>
            <a:ext cx="2560429" cy="425723"/>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1275" dirty="0">
                <a:solidFill>
                  <a:srgbClr val="000000"/>
                </a:solidFill>
                <a:latin typeface="Inter" pitchFamily="34" charset="0"/>
                <a:ea typeface="Inter" pitchFamily="34" charset="-122"/>
                <a:cs typeface="Inter" pitchFamily="34" charset="-120"/>
              </a:rPr>
              <a:t>Lorem ipsum dolor sit amet, consectetur adipiscing elit.</a:t>
            </a:r>
            <a:endParaRPr lang="en-US" sz="600" dirty="0"/>
          </a:p>
        </p:txBody>
      </p:sp>
      <p:pic>
        <p:nvPicPr>
          <p:cNvPr id="16" name="Image 4"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5400000">
            <a:off x="4405990" y="1224597"/>
            <a:ext cx="332022" cy="177481"/>
          </a:xfrm>
          <a:prstGeom prst="rect">
            <a:avLst/>
          </a:prstGeom>
        </p:spPr>
      </p:pic>
      <p:sp>
        <p:nvSpPr>
          <p:cNvPr id="17" name="Text 10"/>
          <p:cNvSpPr/>
          <p:nvPr/>
        </p:nvSpPr>
        <p:spPr>
          <a:xfrm rot="-5400000">
            <a:off x="4405990" y="1224597"/>
            <a:ext cx="332022" cy="177481"/>
          </a:xfrm>
          <a:prstGeom prst="rect">
            <a:avLst/>
          </a:prstGeom>
          <a:noFill/>
          <a:ln/>
        </p:spPr>
        <p:txBody>
          <a:bodyPr wrap="square" rtlCol="0" anchor="t"/>
          <a:lstStyle/>
          <a:p>
            <a:pPr indent="0" marL="0">
              <a:spcBef>
                <a:spcPts val="188"/>
              </a:spcBef>
              <a:buNone/>
            </a:pPr>
            <a:endParaRPr lang="en-US" sz="600" dirty="0"/>
          </a:p>
        </p:txBody>
      </p:sp>
      <p:pic>
        <p:nvPicPr>
          <p:cNvPr id="18" name="Image 5" descr="preencoded.png">    </p:cNvPr>
          <p:cNvPicPr>
            <a:picLocks noChangeAspect="1"/>
          </p:cNvPicPr>
          <p:nvPr/>
        </p:nvPicPr>
        <p:blipFill>
          <a:blip r:embed="rId7"/>
          <a:stretch>
            <a:fillRect/>
          </a:stretch>
        </p:blipFill>
        <p:spPr>
          <a:xfrm rot="-5400000">
            <a:off x="4405990" y="1224597"/>
            <a:ext cx="332022" cy="177481"/>
          </a:xfrm>
          <a:prstGeom prst="rect">
            <a:avLst/>
          </a:prstGeom>
        </p:spPr>
      </p:pic>
      <p:pic>
        <p:nvPicPr>
          <p:cNvPr id="19" name="Image 6"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rot="-5400000">
            <a:off x="3959211" y="1224597"/>
            <a:ext cx="332022" cy="177481"/>
          </a:xfrm>
          <a:prstGeom prst="rect">
            <a:avLst/>
          </a:prstGeom>
        </p:spPr>
      </p:pic>
      <p:sp>
        <p:nvSpPr>
          <p:cNvPr id="20" name="Text 11"/>
          <p:cNvSpPr/>
          <p:nvPr/>
        </p:nvSpPr>
        <p:spPr>
          <a:xfrm rot="-5400000">
            <a:off x="3959211" y="1224597"/>
            <a:ext cx="332022" cy="177481"/>
          </a:xfrm>
          <a:prstGeom prst="rect">
            <a:avLst/>
          </a:prstGeom>
          <a:noFill/>
          <a:ln/>
        </p:spPr>
        <p:txBody>
          <a:bodyPr wrap="square" rtlCol="0" anchor="t"/>
          <a:lstStyle/>
          <a:p>
            <a:pPr indent="0" marL="0">
              <a:spcBef>
                <a:spcPts val="188"/>
              </a:spcBef>
              <a:buNone/>
            </a:pPr>
            <a:endParaRPr lang="en-US" sz="600" dirty="0"/>
          </a:p>
        </p:txBody>
      </p:sp>
      <p:pic>
        <p:nvPicPr>
          <p:cNvPr id="21" name="Image 7" descr="preencoded.png">    </p:cNvPr>
          <p:cNvPicPr>
            <a:picLocks noChangeAspect="1"/>
          </p:cNvPicPr>
          <p:nvPr/>
        </p:nvPicPr>
        <p:blipFill>
          <a:blip r:embed="rId10"/>
          <a:stretch>
            <a:fillRect/>
          </a:stretch>
        </p:blipFill>
        <p:spPr>
          <a:xfrm rot="-5400000">
            <a:off x="3959211" y="1224597"/>
            <a:ext cx="332022" cy="177481"/>
          </a:xfrm>
          <a:prstGeom prst="rect">
            <a:avLst/>
          </a:prstGeom>
        </p:spPr>
      </p:pic>
      <p:pic>
        <p:nvPicPr>
          <p:cNvPr id="22" name="Image 8"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rot="-5400000">
            <a:off x="4852768" y="1224597"/>
            <a:ext cx="332022" cy="177481"/>
          </a:xfrm>
          <a:prstGeom prst="rect">
            <a:avLst/>
          </a:prstGeom>
        </p:spPr>
      </p:pic>
      <p:sp>
        <p:nvSpPr>
          <p:cNvPr id="23" name="Text 12"/>
          <p:cNvSpPr/>
          <p:nvPr/>
        </p:nvSpPr>
        <p:spPr>
          <a:xfrm rot="-5400000">
            <a:off x="4852768" y="1224597"/>
            <a:ext cx="332022" cy="177481"/>
          </a:xfrm>
          <a:prstGeom prst="rect">
            <a:avLst/>
          </a:prstGeom>
          <a:noFill/>
          <a:ln/>
        </p:spPr>
        <p:txBody>
          <a:bodyPr wrap="square" rtlCol="0" anchor="t"/>
          <a:lstStyle/>
          <a:p>
            <a:pPr indent="0" marL="0">
              <a:spcBef>
                <a:spcPts val="188"/>
              </a:spcBef>
              <a:buNone/>
            </a:pPr>
            <a:endParaRPr lang="en-US" sz="600" dirty="0"/>
          </a:p>
        </p:txBody>
      </p:sp>
      <p:pic>
        <p:nvPicPr>
          <p:cNvPr id="24" name="Image 9" descr="preencoded.png">    </p:cNvPr>
          <p:cNvPicPr>
            <a:picLocks noChangeAspect="1"/>
          </p:cNvPicPr>
          <p:nvPr/>
        </p:nvPicPr>
        <p:blipFill>
          <a:blip r:embed="rId13"/>
          <a:stretch>
            <a:fillRect/>
          </a:stretch>
        </p:blipFill>
        <p:spPr>
          <a:xfrm rot="-5400000">
            <a:off x="4852768" y="1224597"/>
            <a:ext cx="332022" cy="177481"/>
          </a:xfrm>
          <a:prstGeom prst="rect">
            <a:avLst/>
          </a:prstGeom>
        </p:spPr>
      </p:pic>
      <p:pic>
        <p:nvPicPr>
          <p:cNvPr id="25" name="Image 10" descr="preencoded.png">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rot="-5400000">
            <a:off x="4390348" y="4198181"/>
            <a:ext cx="332022" cy="177481"/>
          </a:xfrm>
          <a:prstGeom prst="rect">
            <a:avLst/>
          </a:prstGeom>
        </p:spPr>
      </p:pic>
      <p:sp>
        <p:nvSpPr>
          <p:cNvPr id="26" name="Text 13"/>
          <p:cNvSpPr/>
          <p:nvPr/>
        </p:nvSpPr>
        <p:spPr>
          <a:xfrm rot="-5400000">
            <a:off x="4390348" y="4198181"/>
            <a:ext cx="332022" cy="177481"/>
          </a:xfrm>
          <a:prstGeom prst="rect">
            <a:avLst/>
          </a:prstGeom>
          <a:noFill/>
          <a:ln/>
        </p:spPr>
        <p:txBody>
          <a:bodyPr wrap="square" rtlCol="0" anchor="t"/>
          <a:lstStyle/>
          <a:p>
            <a:pPr indent="0" marL="0">
              <a:spcBef>
                <a:spcPts val="188"/>
              </a:spcBef>
              <a:buNone/>
            </a:pPr>
            <a:endParaRPr lang="en-US" sz="600" dirty="0"/>
          </a:p>
        </p:txBody>
      </p:sp>
      <p:pic>
        <p:nvPicPr>
          <p:cNvPr id="27" name="Image 11" descr="preencoded.png">    </p:cNvPr>
          <p:cNvPicPr>
            <a:picLocks noChangeAspect="1"/>
          </p:cNvPicPr>
          <p:nvPr/>
        </p:nvPicPr>
        <p:blipFill>
          <a:blip r:embed="rId16"/>
          <a:stretch>
            <a:fillRect/>
          </a:stretch>
        </p:blipFill>
        <p:spPr>
          <a:xfrm rot="-5400000">
            <a:off x="4390348" y="4198181"/>
            <a:ext cx="332022" cy="177481"/>
          </a:xfrm>
          <a:prstGeom prst="rect">
            <a:avLst/>
          </a:prstGeom>
        </p:spPr>
      </p:pic>
      <p:pic>
        <p:nvPicPr>
          <p:cNvPr id="28" name="Image 12" descr="preencoded.png">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rot="-5400000">
            <a:off x="4837127" y="4198181"/>
            <a:ext cx="332022" cy="177481"/>
          </a:xfrm>
          <a:prstGeom prst="rect">
            <a:avLst/>
          </a:prstGeom>
        </p:spPr>
      </p:pic>
      <p:sp>
        <p:nvSpPr>
          <p:cNvPr id="29" name="Text 14"/>
          <p:cNvSpPr/>
          <p:nvPr/>
        </p:nvSpPr>
        <p:spPr>
          <a:xfrm rot="-5400000">
            <a:off x="4837127" y="4198181"/>
            <a:ext cx="332022" cy="177481"/>
          </a:xfrm>
          <a:prstGeom prst="rect">
            <a:avLst/>
          </a:prstGeom>
          <a:noFill/>
          <a:ln/>
        </p:spPr>
        <p:txBody>
          <a:bodyPr wrap="square" rtlCol="0" anchor="t"/>
          <a:lstStyle/>
          <a:p>
            <a:pPr indent="0" marL="0">
              <a:spcBef>
                <a:spcPts val="188"/>
              </a:spcBef>
              <a:buNone/>
            </a:pPr>
            <a:endParaRPr lang="en-US" sz="600" dirty="0"/>
          </a:p>
        </p:txBody>
      </p:sp>
      <p:pic>
        <p:nvPicPr>
          <p:cNvPr id="30" name="Image 13" descr="preencoded.png">    </p:cNvPr>
          <p:cNvPicPr>
            <a:picLocks noChangeAspect="1"/>
          </p:cNvPicPr>
          <p:nvPr/>
        </p:nvPicPr>
        <p:blipFill>
          <a:blip r:embed="rId19"/>
          <a:stretch>
            <a:fillRect/>
          </a:stretch>
        </p:blipFill>
        <p:spPr>
          <a:xfrm rot="-5400000">
            <a:off x="4837127" y="4198181"/>
            <a:ext cx="332022" cy="177481"/>
          </a:xfrm>
          <a:prstGeom prst="rect">
            <a:avLst/>
          </a:prstGeom>
        </p:spPr>
      </p:pic>
      <p:pic>
        <p:nvPicPr>
          <p:cNvPr id="31" name="Image 14" descr="preencoded.png">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rot="-5400000">
            <a:off x="3943570" y="4198181"/>
            <a:ext cx="332022" cy="177481"/>
          </a:xfrm>
          <a:prstGeom prst="rect">
            <a:avLst/>
          </a:prstGeom>
        </p:spPr>
      </p:pic>
      <p:sp>
        <p:nvSpPr>
          <p:cNvPr id="32" name="Text 15"/>
          <p:cNvSpPr/>
          <p:nvPr/>
        </p:nvSpPr>
        <p:spPr>
          <a:xfrm rot="-5400000">
            <a:off x="3943570" y="4198181"/>
            <a:ext cx="332022" cy="177481"/>
          </a:xfrm>
          <a:prstGeom prst="rect">
            <a:avLst/>
          </a:prstGeom>
          <a:noFill/>
          <a:ln/>
        </p:spPr>
        <p:txBody>
          <a:bodyPr wrap="square" rtlCol="0" anchor="t"/>
          <a:lstStyle/>
          <a:p>
            <a:pPr indent="0" marL="0">
              <a:spcBef>
                <a:spcPts val="188"/>
              </a:spcBef>
              <a:buNone/>
            </a:pPr>
            <a:endParaRPr lang="en-US" sz="600" dirty="0"/>
          </a:p>
        </p:txBody>
      </p:sp>
      <p:pic>
        <p:nvPicPr>
          <p:cNvPr id="33" name="Image 15" descr="preencoded.png">    </p:cNvPr>
          <p:cNvPicPr>
            <a:picLocks noChangeAspect="1"/>
          </p:cNvPicPr>
          <p:nvPr/>
        </p:nvPicPr>
        <p:blipFill>
          <a:blip r:embed="rId22"/>
          <a:stretch>
            <a:fillRect/>
          </a:stretch>
        </p:blipFill>
        <p:spPr>
          <a:xfrm rot="-5400000">
            <a:off x="3943570" y="4198181"/>
            <a:ext cx="332022" cy="177481"/>
          </a:xfrm>
          <a:prstGeom prst="rect">
            <a:avLst/>
          </a:prstGeom>
        </p:spPr>
      </p:pic>
      <p:pic>
        <p:nvPicPr>
          <p:cNvPr id="34" name="Image 16" descr="preencoded.png">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7329440" y="2351820"/>
            <a:ext cx="332022" cy="177481"/>
          </a:xfrm>
          <a:prstGeom prst="rect">
            <a:avLst/>
          </a:prstGeom>
        </p:spPr>
      </p:pic>
      <p:sp>
        <p:nvSpPr>
          <p:cNvPr id="35" name="Text 16"/>
          <p:cNvSpPr/>
          <p:nvPr/>
        </p:nvSpPr>
        <p:spPr>
          <a:xfrm>
            <a:off x="7329440" y="2351820"/>
            <a:ext cx="332022" cy="177481"/>
          </a:xfrm>
          <a:prstGeom prst="rect">
            <a:avLst/>
          </a:prstGeom>
          <a:noFill/>
          <a:ln/>
        </p:spPr>
        <p:txBody>
          <a:bodyPr wrap="square" rtlCol="0" anchor="t"/>
          <a:lstStyle/>
          <a:p>
            <a:pPr indent="0" marL="0">
              <a:spcBef>
                <a:spcPts val="188"/>
              </a:spcBef>
              <a:buNone/>
            </a:pPr>
            <a:endParaRPr lang="en-US" sz="600" dirty="0"/>
          </a:p>
        </p:txBody>
      </p:sp>
      <p:pic>
        <p:nvPicPr>
          <p:cNvPr id="36" name="Image 17" descr="preencoded.png">    </p:cNvPr>
          <p:cNvPicPr>
            <a:picLocks noChangeAspect="1"/>
          </p:cNvPicPr>
          <p:nvPr/>
        </p:nvPicPr>
        <p:blipFill>
          <a:blip r:embed="rId25"/>
          <a:stretch>
            <a:fillRect/>
          </a:stretch>
        </p:blipFill>
        <p:spPr>
          <a:xfrm>
            <a:off x="7329440" y="2351820"/>
            <a:ext cx="332022" cy="177481"/>
          </a:xfrm>
          <a:prstGeom prst="rect">
            <a:avLst/>
          </a:prstGeom>
        </p:spPr>
      </p:pic>
      <p:pic>
        <p:nvPicPr>
          <p:cNvPr id="37" name="Image 18" descr="preencoded.png">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7338965" y="2589945"/>
            <a:ext cx="332022" cy="177481"/>
          </a:xfrm>
          <a:prstGeom prst="rect">
            <a:avLst/>
          </a:prstGeom>
        </p:spPr>
      </p:pic>
      <p:sp>
        <p:nvSpPr>
          <p:cNvPr id="38" name="Text 17"/>
          <p:cNvSpPr/>
          <p:nvPr/>
        </p:nvSpPr>
        <p:spPr>
          <a:xfrm>
            <a:off x="7338965" y="2589945"/>
            <a:ext cx="332022" cy="177481"/>
          </a:xfrm>
          <a:prstGeom prst="rect">
            <a:avLst/>
          </a:prstGeom>
          <a:noFill/>
          <a:ln/>
        </p:spPr>
        <p:txBody>
          <a:bodyPr wrap="square" rtlCol="0" anchor="t"/>
          <a:lstStyle/>
          <a:p>
            <a:pPr indent="0" marL="0">
              <a:spcBef>
                <a:spcPts val="188"/>
              </a:spcBef>
              <a:buNone/>
            </a:pPr>
            <a:endParaRPr lang="en-US" sz="600" dirty="0"/>
          </a:p>
        </p:txBody>
      </p:sp>
      <p:pic>
        <p:nvPicPr>
          <p:cNvPr id="39" name="Image 19" descr="preencoded.png">    </p:cNvPr>
          <p:cNvPicPr>
            <a:picLocks noChangeAspect="1"/>
          </p:cNvPicPr>
          <p:nvPr/>
        </p:nvPicPr>
        <p:blipFill>
          <a:blip r:embed="rId28"/>
          <a:stretch>
            <a:fillRect/>
          </a:stretch>
        </p:blipFill>
        <p:spPr>
          <a:xfrm>
            <a:off x="7338965" y="2589945"/>
            <a:ext cx="332022" cy="177481"/>
          </a:xfrm>
          <a:prstGeom prst="rect">
            <a:avLst/>
          </a:prstGeom>
        </p:spPr>
      </p:pic>
      <p:pic>
        <p:nvPicPr>
          <p:cNvPr id="40" name="Image 20" descr="preencoded.png">    </p:cNvPr>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7367540" y="2823308"/>
            <a:ext cx="332022" cy="177481"/>
          </a:xfrm>
          <a:prstGeom prst="rect">
            <a:avLst/>
          </a:prstGeom>
        </p:spPr>
      </p:pic>
      <p:sp>
        <p:nvSpPr>
          <p:cNvPr id="41" name="Text 18"/>
          <p:cNvSpPr/>
          <p:nvPr/>
        </p:nvSpPr>
        <p:spPr>
          <a:xfrm>
            <a:off x="7367540" y="2823308"/>
            <a:ext cx="332022" cy="177481"/>
          </a:xfrm>
          <a:prstGeom prst="rect">
            <a:avLst/>
          </a:prstGeom>
          <a:noFill/>
          <a:ln/>
        </p:spPr>
        <p:txBody>
          <a:bodyPr wrap="square" rtlCol="0" anchor="t"/>
          <a:lstStyle/>
          <a:p>
            <a:pPr indent="0" marL="0">
              <a:spcBef>
                <a:spcPts val="188"/>
              </a:spcBef>
              <a:buNone/>
            </a:pPr>
            <a:endParaRPr lang="en-US" sz="600" dirty="0"/>
          </a:p>
        </p:txBody>
      </p:sp>
      <p:pic>
        <p:nvPicPr>
          <p:cNvPr id="42" name="Image 21" descr="preencoded.png">    </p:cNvPr>
          <p:cNvPicPr>
            <a:picLocks noChangeAspect="1"/>
          </p:cNvPicPr>
          <p:nvPr/>
        </p:nvPicPr>
        <p:blipFill>
          <a:blip r:embed="rId31"/>
          <a:stretch>
            <a:fillRect/>
          </a:stretch>
        </p:blipFill>
        <p:spPr>
          <a:xfrm>
            <a:off x="7367540" y="2823308"/>
            <a:ext cx="332022" cy="177481"/>
          </a:xfrm>
          <a:prstGeom prst="rect">
            <a:avLst/>
          </a:prstGeom>
        </p:spPr>
      </p:pic>
      <p:pic>
        <p:nvPicPr>
          <p:cNvPr id="43" name="Image 22" descr="preencoded.png">    </p:cNvPr>
          <p:cNvPicPr>
            <a:picLocks noChangeAspect="1"/>
          </p:cNvPicPr>
          <p:nvPr/>
        </p:nvPicPr>
        <p:blipFill>
          <a:blip r:embed="rId32">
            <a:extLst>
              <a:ext uri="{96DAC541-7B7A-43D3-8B79-37D633B846F1}">
                <asvg:svgBlip xmlns:asvg="http://schemas.microsoft.com/office/drawing/2016/SVG/main" r:embed="rId33"/>
              </a:ext>
            </a:extLst>
          </a:blip>
          <a:stretch>
            <a:fillRect/>
          </a:stretch>
        </p:blipFill>
        <p:spPr>
          <a:xfrm>
            <a:off x="1606327" y="2470329"/>
            <a:ext cx="332022" cy="177481"/>
          </a:xfrm>
          <a:prstGeom prst="rect">
            <a:avLst/>
          </a:prstGeom>
        </p:spPr>
      </p:pic>
      <p:sp>
        <p:nvSpPr>
          <p:cNvPr id="44" name="Text 19"/>
          <p:cNvSpPr/>
          <p:nvPr/>
        </p:nvSpPr>
        <p:spPr>
          <a:xfrm>
            <a:off x="1606327" y="2470329"/>
            <a:ext cx="332022" cy="177481"/>
          </a:xfrm>
          <a:prstGeom prst="rect">
            <a:avLst/>
          </a:prstGeom>
          <a:noFill/>
          <a:ln/>
        </p:spPr>
        <p:txBody>
          <a:bodyPr wrap="square" rtlCol="0" anchor="t"/>
          <a:lstStyle/>
          <a:p>
            <a:pPr indent="0" marL="0">
              <a:spcBef>
                <a:spcPts val="188"/>
              </a:spcBef>
              <a:buNone/>
            </a:pPr>
            <a:endParaRPr lang="en-US" sz="600" dirty="0"/>
          </a:p>
        </p:txBody>
      </p:sp>
      <p:pic>
        <p:nvPicPr>
          <p:cNvPr id="45" name="Image 23" descr="preencoded.png">    </p:cNvPr>
          <p:cNvPicPr>
            <a:picLocks noChangeAspect="1"/>
          </p:cNvPicPr>
          <p:nvPr/>
        </p:nvPicPr>
        <p:blipFill>
          <a:blip r:embed="rId34"/>
          <a:stretch>
            <a:fillRect/>
          </a:stretch>
        </p:blipFill>
        <p:spPr>
          <a:xfrm>
            <a:off x="1606327" y="2470329"/>
            <a:ext cx="332022" cy="177481"/>
          </a:xfrm>
          <a:prstGeom prst="rect">
            <a:avLst/>
          </a:prstGeom>
        </p:spPr>
      </p:pic>
      <p:pic>
        <p:nvPicPr>
          <p:cNvPr id="46" name="Image 24" descr="preencoded.png">    </p:cNvPr>
          <p:cNvPicPr>
            <a:picLocks noChangeAspect="1"/>
          </p:cNvPicPr>
          <p:nvPr/>
        </p:nvPicPr>
        <p:blipFill>
          <a:blip r:embed="rId35">
            <a:extLst>
              <a:ext uri="{96DAC541-7B7A-43D3-8B79-37D633B846F1}">
                <asvg:svgBlip xmlns:asvg="http://schemas.microsoft.com/office/drawing/2016/SVG/main" r:embed="rId36"/>
              </a:ext>
            </a:extLst>
          </a:blip>
          <a:stretch>
            <a:fillRect/>
          </a:stretch>
        </p:blipFill>
        <p:spPr>
          <a:xfrm>
            <a:off x="1615852" y="2708454"/>
            <a:ext cx="332022" cy="177481"/>
          </a:xfrm>
          <a:prstGeom prst="rect">
            <a:avLst/>
          </a:prstGeom>
        </p:spPr>
      </p:pic>
      <p:sp>
        <p:nvSpPr>
          <p:cNvPr id="47" name="Text 20"/>
          <p:cNvSpPr/>
          <p:nvPr/>
        </p:nvSpPr>
        <p:spPr>
          <a:xfrm>
            <a:off x="1615852" y="2708454"/>
            <a:ext cx="332022" cy="177481"/>
          </a:xfrm>
          <a:prstGeom prst="rect">
            <a:avLst/>
          </a:prstGeom>
          <a:noFill/>
          <a:ln/>
        </p:spPr>
        <p:txBody>
          <a:bodyPr wrap="square" rtlCol="0" anchor="t"/>
          <a:lstStyle/>
          <a:p>
            <a:pPr indent="0" marL="0">
              <a:spcBef>
                <a:spcPts val="188"/>
              </a:spcBef>
              <a:buNone/>
            </a:pPr>
            <a:endParaRPr lang="en-US" sz="600" dirty="0"/>
          </a:p>
        </p:txBody>
      </p:sp>
      <p:pic>
        <p:nvPicPr>
          <p:cNvPr id="48" name="Image 25" descr="preencoded.png">    </p:cNvPr>
          <p:cNvPicPr>
            <a:picLocks noChangeAspect="1"/>
          </p:cNvPicPr>
          <p:nvPr/>
        </p:nvPicPr>
        <p:blipFill>
          <a:blip r:embed="rId37"/>
          <a:stretch>
            <a:fillRect/>
          </a:stretch>
        </p:blipFill>
        <p:spPr>
          <a:xfrm>
            <a:off x="1615852" y="2708454"/>
            <a:ext cx="332022" cy="177481"/>
          </a:xfrm>
          <a:prstGeom prst="rect">
            <a:avLst/>
          </a:prstGeom>
        </p:spPr>
      </p:pic>
      <p:pic>
        <p:nvPicPr>
          <p:cNvPr id="49" name="Image 26" descr="preencoded.png">    </p:cNvPr>
          <p:cNvPicPr>
            <a:picLocks noChangeAspect="1"/>
          </p:cNvPicPr>
          <p:nvPr/>
        </p:nvPicPr>
        <p:blipFill>
          <a:blip r:embed="rId38">
            <a:extLst>
              <a:ext uri="{96DAC541-7B7A-43D3-8B79-37D633B846F1}">
                <asvg:svgBlip xmlns:asvg="http://schemas.microsoft.com/office/drawing/2016/SVG/main" r:embed="rId39"/>
              </a:ext>
            </a:extLst>
          </a:blip>
          <a:stretch>
            <a:fillRect/>
          </a:stretch>
        </p:blipFill>
        <p:spPr>
          <a:xfrm>
            <a:off x="1644427" y="2941816"/>
            <a:ext cx="332022" cy="177481"/>
          </a:xfrm>
          <a:prstGeom prst="rect">
            <a:avLst/>
          </a:prstGeom>
        </p:spPr>
      </p:pic>
      <p:sp>
        <p:nvSpPr>
          <p:cNvPr id="50" name="Text 21"/>
          <p:cNvSpPr/>
          <p:nvPr/>
        </p:nvSpPr>
        <p:spPr>
          <a:xfrm>
            <a:off x="1644427" y="2941816"/>
            <a:ext cx="332022" cy="177481"/>
          </a:xfrm>
          <a:prstGeom prst="rect">
            <a:avLst/>
          </a:prstGeom>
          <a:noFill/>
          <a:ln/>
        </p:spPr>
        <p:txBody>
          <a:bodyPr wrap="square" rtlCol="0" anchor="t"/>
          <a:lstStyle/>
          <a:p>
            <a:pPr indent="0" marL="0">
              <a:spcBef>
                <a:spcPts val="188"/>
              </a:spcBef>
              <a:buNone/>
            </a:pPr>
            <a:endParaRPr lang="en-US" sz="600" dirty="0"/>
          </a:p>
        </p:txBody>
      </p:sp>
      <p:pic>
        <p:nvPicPr>
          <p:cNvPr id="51" name="Image 27" descr="preencoded.png">    </p:cNvPr>
          <p:cNvPicPr>
            <a:picLocks noChangeAspect="1"/>
          </p:cNvPicPr>
          <p:nvPr/>
        </p:nvPicPr>
        <p:blipFill>
          <a:blip r:embed="rId40"/>
          <a:stretch>
            <a:fillRect/>
          </a:stretch>
        </p:blipFill>
        <p:spPr>
          <a:xfrm>
            <a:off x="1644427" y="2941816"/>
            <a:ext cx="332022" cy="17748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8F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5880" r="53797" t="0" b="47917"/>
          <a:stretch/>
        </p:blipFill>
        <p:spPr>
          <a:xfrm>
            <a:off x="0" y="419100"/>
            <a:ext cx="4572000" cy="4724400"/>
          </a:xfrm>
          <a:prstGeom prst="rect">
            <a:avLst/>
          </a:prstGeom>
        </p:spPr>
      </p:pic>
      <p:sp>
        <p:nvSpPr>
          <p:cNvPr id="3" name="Shape 0"/>
          <p:cNvSpPr/>
          <p:nvPr/>
        </p:nvSpPr>
        <p:spPr>
          <a:xfrm>
            <a:off x="0" y="419100"/>
            <a:ext cx="9144000" cy="0"/>
          </a:xfrm>
          <a:custGeom>
            <a:avLst/>
            <a:gdLst/>
            <a:ahLst/>
            <a:cxnLst/>
            <a:rect l="l" t="t" r="r" b="b"/>
            <a:pathLst>
              <a:path w="9144000" h="0">
                <a:moveTo>
                  <a:pt x="0" y="0"/>
                </a:moveTo>
                <a:lnTo>
                  <a:pt x="9144000" y="0"/>
                </a:lnTo>
              </a:path>
            </a:pathLst>
          </a:custGeom>
          <a:noFill/>
          <a:ln w="14288">
            <a:solidFill>
              <a:srgbClr val="000000"/>
            </a:solidFill>
            <a:prstDash val="solid"/>
            <a:headEnd type="none"/>
            <a:tailEnd type="arrow"/>
          </a:ln>
        </p:spPr>
      </p:sp>
      <p:sp>
        <p:nvSpPr>
          <p:cNvPr id="4" name="Shape 1"/>
          <p:cNvSpPr/>
          <p:nvPr/>
        </p:nvSpPr>
        <p:spPr>
          <a:xfrm>
            <a:off x="4703005" y="419100"/>
            <a:ext cx="0" cy="4724400"/>
          </a:xfrm>
          <a:custGeom>
            <a:avLst/>
            <a:gdLst/>
            <a:ahLst/>
            <a:cxnLst/>
            <a:rect l="l" t="t" r="r" b="b"/>
            <a:pathLst>
              <a:path w="0" h="4724400">
                <a:moveTo>
                  <a:pt x="0" y="4724400"/>
                </a:moveTo>
                <a:lnTo>
                  <a:pt x="0" y="0"/>
                </a:lnTo>
              </a:path>
            </a:pathLst>
          </a:custGeom>
          <a:noFill/>
          <a:ln w="14288">
            <a:solidFill>
              <a:srgbClr val="000000"/>
            </a:solidFill>
            <a:prstDash val="solid"/>
            <a:headEnd type="none"/>
            <a:tailEnd type="arrow"/>
          </a:ln>
        </p:spPr>
      </p:sp>
      <p:sp>
        <p:nvSpPr>
          <p:cNvPr id="5" name="Text 2"/>
          <p:cNvSpPr/>
          <p:nvPr/>
        </p:nvSpPr>
        <p:spPr>
          <a:xfrm>
            <a:off x="4602545" y="1475245"/>
            <a:ext cx="4541455" cy="381000"/>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2250" dirty="0">
                <a:solidFill>
                  <a:srgbClr val="333333"/>
                </a:solidFill>
                <a:latin typeface="微软雅黑" pitchFamily="34" charset="0"/>
                <a:ea typeface="微软雅黑" pitchFamily="34" charset="-122"/>
                <a:cs typeface="微软雅黑" pitchFamily="34" charset="-120"/>
              </a:rPr>
              <a:t>Consolution</a:t>
            </a:r>
            <a:endParaRPr lang="en-US" sz="600" dirty="0"/>
          </a:p>
        </p:txBody>
      </p:sp>
      <p:sp>
        <p:nvSpPr>
          <p:cNvPr id="6" name="Text 3"/>
          <p:cNvSpPr/>
          <p:nvPr/>
        </p:nvSpPr>
        <p:spPr>
          <a:xfrm>
            <a:off x="4684004" y="2702388"/>
            <a:ext cx="4459996" cy="628650"/>
          </a:xfrm>
          <a:prstGeom prst="rect">
            <a:avLst/>
          </a:prstGeom>
          <a:noFill/>
          <a:ln/>
        </p:spPr>
        <p:txBody>
          <a:bodyPr wrap="square" lIns="47625" tIns="47625" rIns="47625" bIns="47625" rtlCol="0" anchor="t">
            <a:spAutoFit/>
          </a:bodyPr>
          <a:lstStyle/>
          <a:p>
            <a:pPr indent="0" marL="0">
              <a:lnSpc>
                <a:spcPct val="80000"/>
              </a:lnSpc>
              <a:spcBef>
                <a:spcPts val="188"/>
              </a:spcBef>
              <a:buNone/>
            </a:pPr>
            <a:r>
              <a:rPr lang="en-US" sz="1050" dirty="0">
                <a:solidFill>
                  <a:srgbClr val="000000"/>
                </a:solidFill>
                <a:latin typeface="Inter" pitchFamily="34" charset="0"/>
                <a:ea typeface="Inter" pitchFamily="34" charset="-122"/>
                <a:cs typeface="Inter" pitchFamily="34" charset="-120"/>
              </a:rPr>
              <a:t>Jean-Jacques Rousseau was an 18th-century philosopher known for his influential works on education and society. His book "Emile: Or On Education" revolutionized thinking about how children should be raised and educated.</a:t>
            </a:r>
            <a:endParaRPr lang="en-US" sz="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0" y="419100"/>
            <a:ext cx="9144000" cy="0"/>
          </a:xfrm>
          <a:custGeom>
            <a:avLst/>
            <a:gdLst/>
            <a:ahLst/>
            <a:cxnLst/>
            <a:rect l="l" t="t" r="r" b="b"/>
            <a:pathLst>
              <a:path w="9144000" h="0">
                <a:moveTo>
                  <a:pt x="0" y="0"/>
                </a:moveTo>
                <a:lnTo>
                  <a:pt x="9144000" y="0"/>
                </a:lnTo>
              </a:path>
            </a:pathLst>
          </a:custGeom>
          <a:noFill/>
          <a:ln w="14288">
            <a:solidFill>
              <a:srgbClr val="000000"/>
            </a:solidFill>
            <a:prstDash val="solid"/>
            <a:headEnd type="none"/>
            <a:tailEnd type="arrow"/>
          </a:ln>
        </p:spPr>
      </p:sp>
      <p:sp>
        <p:nvSpPr>
          <p:cNvPr id="3" name="Text 1"/>
          <p:cNvSpPr/>
          <p:nvPr/>
        </p:nvSpPr>
        <p:spPr>
          <a:xfrm>
            <a:off x="1436406" y="683710"/>
            <a:ext cx="5203036" cy="381000"/>
          </a:xfrm>
          <a:prstGeom prst="rect">
            <a:avLst/>
          </a:prstGeom>
          <a:noFill/>
          <a:ln/>
        </p:spPr>
        <p:txBody>
          <a:bodyPr wrap="square" lIns="47625" tIns="47625" rIns="47625" bIns="47625" rtlCol="0" anchor="t">
            <a:spAutoFit/>
          </a:bodyPr>
          <a:lstStyle/>
          <a:p>
            <a:pPr algn="ctr" indent="0" marL="0">
              <a:lnSpc>
                <a:spcPct val="80000"/>
              </a:lnSpc>
              <a:spcBef>
                <a:spcPts val="188"/>
              </a:spcBef>
              <a:buNone/>
            </a:pPr>
            <a:r>
              <a:rPr lang="en-US" sz="2250" dirty="0">
                <a:solidFill>
                  <a:srgbClr val="333333"/>
                </a:solidFill>
                <a:latin typeface="微软雅黑" pitchFamily="34" charset="0"/>
                <a:ea typeface="微软雅黑" pitchFamily="34" charset="-122"/>
                <a:cs typeface="微软雅黑" pitchFamily="34" charset="-120"/>
              </a:rPr>
              <a:t>Foydalanilgan adabiyotlar ro'yhati</a:t>
            </a:r>
            <a:endParaRPr lang="en-US" sz="600" dirty="0"/>
          </a:p>
        </p:txBody>
      </p:sp>
      <p:sp>
        <p:nvSpPr>
          <p:cNvPr id="4" name="Text 2"/>
          <p:cNvSpPr/>
          <p:nvPr/>
        </p:nvSpPr>
        <p:spPr>
          <a:xfrm>
            <a:off x="-70884" y="1473737"/>
            <a:ext cx="9144000" cy="495300"/>
          </a:xfrm>
          <a:prstGeom prst="rect">
            <a:avLst/>
          </a:prstGeom>
          <a:noFill/>
          <a:ln/>
        </p:spPr>
        <p:txBody>
          <a:bodyPr wrap="square" lIns="47625" tIns="47625" rIns="47625" bIns="47625" rtlCol="0" anchor="t">
            <a:spAutoFit/>
          </a:bodyPr>
          <a:lstStyle/>
          <a:p>
            <a:pPr indent="0" marL="0">
              <a:lnSpc>
                <a:spcPct val="80000"/>
              </a:lnSpc>
              <a:spcBef>
                <a:spcPts val="188"/>
              </a:spcBef>
              <a:buNone/>
            </a:pPr>
            <a:r>
              <a:rPr lang="en-US" sz="1050" dirty="0">
                <a:solidFill>
                  <a:srgbClr val="000000"/>
                </a:solidFill>
                <a:latin typeface="Inter" pitchFamily="34" charset="0"/>
                <a:ea typeface="Inter" pitchFamily="34" charset="-122"/>
                <a:cs typeface="Inter" pitchFamily="34" charset="-120"/>
              </a:rPr>
              <a:t>Jean-Jacques Rousseau was an 18th-century philosopher known for his influential works on education and society. His book "Emile: Or On Education" revolutionized thinking about how children should be raised and educated.</a:t>
            </a:r>
            <a:endParaRPr lang="en-US" sz="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0" y="419100"/>
            <a:ext cx="9144000" cy="0"/>
          </a:xfrm>
          <a:custGeom>
            <a:avLst/>
            <a:gdLst/>
            <a:ahLst/>
            <a:cxnLst/>
            <a:rect l="l" t="t" r="r" b="b"/>
            <a:pathLst>
              <a:path w="9144000" h="0">
                <a:moveTo>
                  <a:pt x="0" y="0"/>
                </a:moveTo>
                <a:lnTo>
                  <a:pt x="9144000" y="0"/>
                </a:lnTo>
              </a:path>
            </a:pathLst>
          </a:custGeom>
          <a:noFill/>
          <a:ln w="14288">
            <a:solidFill>
              <a:srgbClr val="000000"/>
            </a:solidFill>
            <a:prstDash val="solid"/>
            <a:headEnd type="none"/>
            <a:tailEnd type="arrow"/>
          </a:ln>
        </p:spPr>
      </p:sp>
      <p:sp>
        <p:nvSpPr>
          <p:cNvPr id="3" name="Text 1"/>
          <p:cNvSpPr/>
          <p:nvPr/>
        </p:nvSpPr>
        <p:spPr>
          <a:xfrm>
            <a:off x="1460034" y="2042315"/>
            <a:ext cx="6986943" cy="628650"/>
          </a:xfrm>
          <a:prstGeom prst="rect">
            <a:avLst/>
          </a:prstGeom>
          <a:noFill/>
          <a:ln/>
        </p:spPr>
        <p:txBody>
          <a:bodyPr wrap="square" lIns="47625" tIns="47625" rIns="47625" bIns="47625" rtlCol="0" anchor="t">
            <a:spAutoFit/>
          </a:bodyPr>
          <a:lstStyle/>
          <a:p>
            <a:pPr indent="0" marL="0">
              <a:lnSpc>
                <a:spcPct val="80000"/>
              </a:lnSpc>
              <a:spcBef>
                <a:spcPts val="188"/>
              </a:spcBef>
              <a:buNone/>
            </a:pPr>
            <a:r>
              <a:rPr lang="en-US" sz="4200" dirty="0">
                <a:solidFill>
                  <a:srgbClr val="333333"/>
                </a:solidFill>
                <a:latin typeface="微软雅黑" pitchFamily="34" charset="0"/>
                <a:ea typeface="微软雅黑" pitchFamily="34" charset="-122"/>
                <a:cs typeface="微软雅黑" pitchFamily="34" charset="-120"/>
              </a:rPr>
              <a:t>Etiboringiz  uchun rahmat</a:t>
            </a:r>
            <a:endParaRPr lang="en-US" sz="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2025-10-01T15:32:49Z</dcterms:created>
  <dcterms:modified xsi:type="dcterms:W3CDTF">2025-10-01T15:32:49Z</dcterms:modified>
</cp:coreProperties>
</file>