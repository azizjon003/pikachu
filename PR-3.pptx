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svg"/><Relationship Id="rId16" Type="http://schemas.openxmlformats.org/officeDocument/2006/relationships/image" Target="../media/image-2-16.png"/><Relationship Id="rId17" Type="http://schemas.openxmlformats.org/officeDocument/2006/relationships/slideLayout" Target="../slideLayouts/slideLayout1.xml"/><Relationship Id="rId1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slideLayout" Target="../slideLayouts/slideLayout1.xml"/><Relationship Id="rId2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jpe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slideLayout" Target="../slideLayouts/slideLayout1.xml"/><Relationship Id="rId1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e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jpe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e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3825" y="0"/>
            <a:ext cx="9144000" cy="5143500"/>
          </a:xfrm>
          <a:prstGeom prst="rect">
            <a:avLst/>
          </a:prstGeom>
        </p:spPr>
      </p:pic>
      <p:pic>
        <p:nvPicPr>
          <p:cNvPr id="3" name="Image 1" descr="preencoded.png">    </p:cNvPr>
          <p:cNvPicPr>
            <a:picLocks noChangeAspect="1"/>
          </p:cNvPicPr>
          <p:nvPr/>
        </p:nvPicPr>
        <p:blipFill>
          <a:blip r:embed="rId2"/>
          <a:srcRect l="0" r="54344" t="0" b="64852"/>
          <a:stretch/>
        </p:blipFill>
        <p:spPr>
          <a:xfrm>
            <a:off x="6811625" y="3366225"/>
            <a:ext cx="2332375" cy="1777275"/>
          </a:xfrm>
          <a:prstGeom prst="rect">
            <a:avLst/>
          </a:prstGeom>
        </p:spPr>
      </p:pic>
      <p:pic>
        <p:nvPicPr>
          <p:cNvPr id="4" name="Image 2" descr="preencoded.png">    </p:cNvPr>
          <p:cNvPicPr>
            <a:picLocks noChangeAspect="1"/>
          </p:cNvPicPr>
          <p:nvPr/>
        </p:nvPicPr>
        <p:blipFill>
          <a:blip r:embed="rId3"/>
          <a:srcRect l="27542" r="45747" t="0" b="45747"/>
          <a:stretch/>
        </p:blipFill>
        <p:spPr>
          <a:xfrm>
            <a:off x="0" y="2383038"/>
            <a:ext cx="1582713" cy="2551313"/>
          </a:xfrm>
          <a:prstGeom prst="rect">
            <a:avLst/>
          </a:prstGeom>
        </p:spPr>
      </p:pic>
      <p:pic>
        <p:nvPicPr>
          <p:cNvPr id="5" name="Image 3" descr="preencoded.png">    </p:cNvPr>
          <p:cNvPicPr>
            <a:picLocks noChangeAspect="1"/>
          </p:cNvPicPr>
          <p:nvPr/>
        </p:nvPicPr>
        <p:blipFill>
          <a:blip r:embed="rId4"/>
          <a:stretch>
            <a:fillRect/>
          </a:stretch>
        </p:blipFill>
        <p:spPr>
          <a:xfrm>
            <a:off x="1534262" y="1070510"/>
            <a:ext cx="6714398" cy="3340801"/>
          </a:xfrm>
          <a:prstGeom prst="rect">
            <a:avLst/>
          </a:prstGeom>
        </p:spPr>
      </p:pic>
      <p:sp>
        <p:nvSpPr>
          <p:cNvPr id="6" name="Shape 0"/>
          <p:cNvSpPr/>
          <p:nvPr/>
        </p:nvSpPr>
        <p:spPr>
          <a:xfrm>
            <a:off x="1601490" y="2144913"/>
            <a:ext cx="5913370" cy="381000"/>
          </a:xfrm>
          <a:custGeom>
            <a:avLst/>
            <a:gdLst/>
            <a:ahLst/>
            <a:cxnLst/>
            <a:rect l="l" t="t" r="r" b="b"/>
            <a:pathLst>
              <a:path w="5913370" h="381000">
                <a:moveTo>
                  <a:pt x="0" y="0"/>
                </a:moveTo>
                <a:lnTo>
                  <a:pt x="5913370" y="0"/>
                </a:lnTo>
                <a:lnTo>
                  <a:pt x="5913370" y="381000"/>
                </a:lnTo>
                <a:lnTo>
                  <a:pt x="0" y="381000"/>
                </a:lnTo>
                <a:close/>
              </a:path>
            </a:pathLst>
          </a:custGeom>
          <a:solidFill>
            <a:srgbClr val="000000">
              <a:alpha val="0"/>
            </a:srgbClr>
          </a:solidFill>
          <a:ln/>
        </p:spPr>
      </p:sp>
      <p:sp>
        <p:nvSpPr>
          <p:cNvPr id="7" name="Text 1"/>
          <p:cNvSpPr/>
          <p:nvPr/>
        </p:nvSpPr>
        <p:spPr>
          <a:xfrm>
            <a:off x="1601490" y="2144913"/>
            <a:ext cx="5913370" cy="381000"/>
          </a:xfrm>
          <a:prstGeom prst="rect">
            <a:avLst/>
          </a:prstGeom>
          <a:noFill/>
          <a:ln/>
        </p:spPr>
        <p:txBody>
          <a:bodyPr wrap="square" rtlCol="0" anchor="t"/>
          <a:lstStyle/>
          <a:p>
            <a:pPr algn="ctr" indent="0" marL="0">
              <a:spcBef>
                <a:spcPts val="375"/>
              </a:spcBef>
              <a:buNone/>
            </a:pPr>
            <a:r>
              <a:rPr lang="en-US" sz="2250" dirty="0">
                <a:solidFill>
                  <a:srgbClr val="45464D"/>
                </a:solidFill>
                <a:latin typeface="Caveat Brush" pitchFamily="34" charset="0"/>
                <a:ea typeface="Caveat Brush" pitchFamily="34" charset="-122"/>
                <a:cs typeface="Caveat Brush" pitchFamily="34" charset="-120"/>
              </a:rPr>
              <a:t>TUMORS OF NERVOUS SYSTEM</a:t>
            </a:r>
            <a:endParaRPr lang="en-US" sz="1200" dirty="0"/>
          </a:p>
        </p:txBody>
      </p:sp>
      <p:pic>
        <p:nvPicPr>
          <p:cNvPr id="8" name="Image 4" descr="preencoded.png">    </p:cNvPr>
          <p:cNvPicPr>
            <a:picLocks noChangeAspect="1"/>
          </p:cNvPicPr>
          <p:nvPr/>
        </p:nvPicPr>
        <p:blipFill>
          <a:blip r:embed="rId5"/>
          <a:stretch>
            <a:fillRect/>
          </a:stretch>
        </p:blipFill>
        <p:spPr>
          <a:xfrm rot="-840000">
            <a:off x="239914" y="146018"/>
            <a:ext cx="1415923" cy="1700345"/>
          </a:xfrm>
          <a:prstGeom prst="rect">
            <a:avLst/>
          </a:prstGeom>
        </p:spPr>
      </p:pic>
      <p:pic>
        <p:nvPicPr>
          <p:cNvPr id="9" name="Image 5" descr="preencoded.png">    </p:cNvPr>
          <p:cNvPicPr>
            <a:picLocks noChangeAspect="1"/>
          </p:cNvPicPr>
          <p:nvPr/>
        </p:nvPicPr>
        <p:blipFill>
          <a:blip r:embed="rId6"/>
          <a:srcRect l="0" r="67462" t="15608" b="45747"/>
          <a:stretch/>
        </p:blipFill>
        <p:spPr>
          <a:xfrm>
            <a:off x="7047312" y="0"/>
            <a:ext cx="2096688" cy="2472163"/>
          </a:xfrm>
          <a:prstGeom prst="rect">
            <a:avLst/>
          </a:prstGeom>
        </p:spPr>
      </p:pic>
      <p:sp>
        <p:nvSpPr>
          <p:cNvPr id="10" name="Shape 2"/>
          <p:cNvSpPr/>
          <p:nvPr/>
        </p:nvSpPr>
        <p:spPr>
          <a:xfrm>
            <a:off x="3190352" y="3300000"/>
            <a:ext cx="4200347" cy="304800"/>
          </a:xfrm>
          <a:custGeom>
            <a:avLst/>
            <a:gdLst/>
            <a:ahLst/>
            <a:cxnLst/>
            <a:rect l="l" t="t" r="r" b="b"/>
            <a:pathLst>
              <a:path w="4200347" h="304800">
                <a:moveTo>
                  <a:pt x="0" y="0"/>
                </a:moveTo>
                <a:lnTo>
                  <a:pt x="4200347" y="0"/>
                </a:lnTo>
                <a:lnTo>
                  <a:pt x="4200347" y="304800"/>
                </a:lnTo>
                <a:lnTo>
                  <a:pt x="0" y="304800"/>
                </a:lnTo>
                <a:close/>
              </a:path>
            </a:pathLst>
          </a:custGeom>
          <a:solidFill>
            <a:srgbClr val="000000">
              <a:alpha val="0"/>
            </a:srgbClr>
          </a:solidFill>
          <a:ln/>
        </p:spPr>
      </p:sp>
      <p:sp>
        <p:nvSpPr>
          <p:cNvPr id="11" name="Text 3"/>
          <p:cNvSpPr/>
          <p:nvPr/>
        </p:nvSpPr>
        <p:spPr>
          <a:xfrm>
            <a:off x="3190352" y="3300000"/>
            <a:ext cx="4200347" cy="304800"/>
          </a:xfrm>
          <a:prstGeom prst="rect">
            <a:avLst/>
          </a:prstGeom>
          <a:noFill/>
          <a:ln/>
        </p:spPr>
        <p:txBody>
          <a:bodyPr wrap="square" rtlCol="0" anchor="t"/>
          <a:lstStyle/>
          <a:p>
            <a:pPr algn="l" indent="0" marL="0">
              <a:spcBef>
                <a:spcPts val="375"/>
              </a:spcBef>
              <a:buNone/>
            </a:pPr>
            <a:r>
              <a:rPr lang="en-US" sz="1650" dirty="0">
                <a:solidFill>
                  <a:srgbClr val="333333"/>
                </a:solidFill>
                <a:latin typeface="微软雅黑" pitchFamily="34" charset="0"/>
                <a:ea typeface="微软雅黑" pitchFamily="34" charset="-122"/>
                <a:cs typeface="微软雅黑" pitchFamily="34" charset="-120"/>
              </a:rPr>
              <a:t>Azizjon Aliqulov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5040496" y="2211757"/>
            <a:ext cx="3470826" cy="539010"/>
          </a:xfrm>
          <a:prstGeom prst="rect">
            <a:avLst/>
          </a:prstGeom>
        </p:spPr>
      </p:pic>
      <p:sp>
        <p:nvSpPr>
          <p:cNvPr id="4" name="Shape 0"/>
          <p:cNvSpPr/>
          <p:nvPr/>
        </p:nvSpPr>
        <p:spPr>
          <a:xfrm>
            <a:off x="5040496" y="2211757"/>
            <a:ext cx="3470826" cy="539010"/>
          </a:xfrm>
          <a:custGeom>
            <a:avLst/>
            <a:gdLst/>
            <a:ahLst/>
            <a:cxnLst/>
            <a:rect l="l" t="t" r="r" b="b"/>
            <a:pathLst>
              <a:path w="3470826" h="539010">
                <a:moveTo>
                  <a:pt x="0" y="0"/>
                </a:moveTo>
                <a:lnTo>
                  <a:pt x="3470826" y="0"/>
                </a:lnTo>
                <a:lnTo>
                  <a:pt x="3470826" y="539010"/>
                </a:lnTo>
                <a:lnTo>
                  <a:pt x="0" y="539010"/>
                </a:lnTo>
                <a:close/>
              </a:path>
            </a:pathLst>
          </a:custGeom>
          <a:solidFill>
            <a:srgbClr val="000000">
              <a:alpha val="0"/>
            </a:srgbClr>
          </a:solidFill>
          <a:ln/>
        </p:spPr>
      </p:sp>
      <p:sp>
        <p:nvSpPr>
          <p:cNvPr id="5" name="Text 1"/>
          <p:cNvSpPr/>
          <p:nvPr/>
        </p:nvSpPr>
        <p:spPr>
          <a:xfrm>
            <a:off x="5040496" y="2211757"/>
            <a:ext cx="3470826" cy="539010"/>
          </a:xfrm>
          <a:prstGeom prst="rect">
            <a:avLst/>
          </a:prstGeom>
          <a:noFill/>
          <a:ln/>
        </p:spPr>
        <p:txBody>
          <a:bodyPr wrap="square" rtlCol="0" anchor="t"/>
          <a:lstStyle/>
          <a:p>
            <a:pPr indent="0" marL="0">
              <a:spcBef>
                <a:spcPts val="375"/>
              </a:spcBef>
              <a:buNone/>
            </a:pPr>
            <a:endParaRPr lang="en-US" sz="1200" dirty="0"/>
          </a:p>
        </p:txBody>
      </p:sp>
      <p:pic>
        <p:nvPicPr>
          <p:cNvPr id="6" name="Image 2" descr="preencoded.png">    </p:cNvPr>
          <p:cNvPicPr>
            <a:picLocks noChangeAspect="1"/>
          </p:cNvPicPr>
          <p:nvPr/>
        </p:nvPicPr>
        <p:blipFill>
          <a:blip r:embed="rId3"/>
          <a:stretch>
            <a:fillRect/>
          </a:stretch>
        </p:blipFill>
        <p:spPr>
          <a:xfrm>
            <a:off x="5040496" y="2211757"/>
            <a:ext cx="3470826" cy="539010"/>
          </a:xfrm>
          <a:prstGeom prst="rect">
            <a:avLst/>
          </a:prstGeom>
        </p:spPr>
      </p:pic>
      <p:pic>
        <p:nvPicPr>
          <p:cNvPr id="7" name="Image 3" descr="preencoded.png">    </p:cNvPr>
          <p:cNvPicPr>
            <a:picLocks noChangeAspect="1"/>
          </p:cNvPicPr>
          <p:nvPr/>
        </p:nvPicPr>
        <p:blipFill>
          <a:blip r:embed="rId4"/>
          <a:stretch>
            <a:fillRect/>
          </a:stretch>
        </p:blipFill>
        <p:spPr>
          <a:xfrm>
            <a:off x="5040496" y="3540760"/>
            <a:ext cx="3489254" cy="595655"/>
          </a:xfrm>
          <a:prstGeom prst="rect">
            <a:avLst/>
          </a:prstGeom>
        </p:spPr>
      </p:pic>
      <p:sp>
        <p:nvSpPr>
          <p:cNvPr id="8" name="Shape 2"/>
          <p:cNvSpPr/>
          <p:nvPr/>
        </p:nvSpPr>
        <p:spPr>
          <a:xfrm>
            <a:off x="5040496" y="3540760"/>
            <a:ext cx="3489254" cy="595655"/>
          </a:xfrm>
          <a:custGeom>
            <a:avLst/>
            <a:gdLst/>
            <a:ahLst/>
            <a:cxnLst/>
            <a:rect l="l" t="t" r="r" b="b"/>
            <a:pathLst>
              <a:path w="3489254" h="595655">
                <a:moveTo>
                  <a:pt x="0" y="0"/>
                </a:moveTo>
                <a:lnTo>
                  <a:pt x="3489254" y="0"/>
                </a:lnTo>
                <a:lnTo>
                  <a:pt x="3489254" y="595655"/>
                </a:lnTo>
                <a:lnTo>
                  <a:pt x="0" y="595655"/>
                </a:lnTo>
                <a:close/>
              </a:path>
            </a:pathLst>
          </a:custGeom>
          <a:solidFill>
            <a:srgbClr val="000000">
              <a:alpha val="0"/>
            </a:srgbClr>
          </a:solidFill>
          <a:ln/>
        </p:spPr>
      </p:sp>
      <p:sp>
        <p:nvSpPr>
          <p:cNvPr id="9" name="Text 3"/>
          <p:cNvSpPr/>
          <p:nvPr/>
        </p:nvSpPr>
        <p:spPr>
          <a:xfrm>
            <a:off x="5040496" y="3540760"/>
            <a:ext cx="3489254" cy="595655"/>
          </a:xfrm>
          <a:prstGeom prst="rect">
            <a:avLst/>
          </a:prstGeom>
          <a:noFill/>
          <a:ln/>
        </p:spPr>
        <p:txBody>
          <a:bodyPr wrap="square" rtlCol="0" anchor="t"/>
          <a:lstStyle/>
          <a:p>
            <a:pPr indent="0" marL="0">
              <a:spcBef>
                <a:spcPts val="375"/>
              </a:spcBef>
              <a:buNone/>
            </a:pPr>
            <a:endParaRPr lang="en-US" sz="1200" dirty="0"/>
          </a:p>
        </p:txBody>
      </p:sp>
      <p:pic>
        <p:nvPicPr>
          <p:cNvPr id="10" name="Image 4" descr="preencoded.png">    </p:cNvPr>
          <p:cNvPicPr>
            <a:picLocks noChangeAspect="1"/>
          </p:cNvPicPr>
          <p:nvPr/>
        </p:nvPicPr>
        <p:blipFill>
          <a:blip r:embed="rId5"/>
          <a:stretch>
            <a:fillRect/>
          </a:stretch>
        </p:blipFill>
        <p:spPr>
          <a:xfrm>
            <a:off x="5040496" y="3540760"/>
            <a:ext cx="3489254" cy="595655"/>
          </a:xfrm>
          <a:prstGeom prst="rect">
            <a:avLst/>
          </a:prstGeom>
        </p:spPr>
      </p:pic>
      <p:pic>
        <p:nvPicPr>
          <p:cNvPr id="11" name="Image 5" descr="preencoded.png">    </p:cNvPr>
          <p:cNvPicPr>
            <a:picLocks noChangeAspect="1"/>
          </p:cNvPicPr>
          <p:nvPr/>
        </p:nvPicPr>
        <p:blipFill>
          <a:blip r:embed="rId6"/>
          <a:stretch>
            <a:fillRect/>
          </a:stretch>
        </p:blipFill>
        <p:spPr>
          <a:xfrm>
            <a:off x="5040496" y="895619"/>
            <a:ext cx="3470826" cy="539010"/>
          </a:xfrm>
          <a:prstGeom prst="rect">
            <a:avLst/>
          </a:prstGeom>
        </p:spPr>
      </p:pic>
      <p:sp>
        <p:nvSpPr>
          <p:cNvPr id="12" name="Shape 4"/>
          <p:cNvSpPr/>
          <p:nvPr/>
        </p:nvSpPr>
        <p:spPr>
          <a:xfrm>
            <a:off x="5040496" y="895619"/>
            <a:ext cx="3470826" cy="539010"/>
          </a:xfrm>
          <a:custGeom>
            <a:avLst/>
            <a:gdLst/>
            <a:ahLst/>
            <a:cxnLst/>
            <a:rect l="l" t="t" r="r" b="b"/>
            <a:pathLst>
              <a:path w="3470826" h="539010">
                <a:moveTo>
                  <a:pt x="0" y="0"/>
                </a:moveTo>
                <a:lnTo>
                  <a:pt x="3470826" y="0"/>
                </a:lnTo>
                <a:lnTo>
                  <a:pt x="3470826" y="539010"/>
                </a:lnTo>
                <a:lnTo>
                  <a:pt x="0" y="539010"/>
                </a:lnTo>
                <a:close/>
              </a:path>
            </a:pathLst>
          </a:custGeom>
          <a:solidFill>
            <a:srgbClr val="000000">
              <a:alpha val="0"/>
            </a:srgbClr>
          </a:solidFill>
          <a:ln/>
        </p:spPr>
      </p:sp>
      <p:sp>
        <p:nvSpPr>
          <p:cNvPr id="13" name="Text 5"/>
          <p:cNvSpPr/>
          <p:nvPr/>
        </p:nvSpPr>
        <p:spPr>
          <a:xfrm>
            <a:off x="5040496" y="895619"/>
            <a:ext cx="3470826" cy="539010"/>
          </a:xfrm>
          <a:prstGeom prst="rect">
            <a:avLst/>
          </a:prstGeom>
          <a:noFill/>
          <a:ln/>
        </p:spPr>
        <p:txBody>
          <a:bodyPr wrap="square" rtlCol="0" anchor="t"/>
          <a:lstStyle/>
          <a:p>
            <a:pPr indent="0" marL="0">
              <a:spcBef>
                <a:spcPts val="375"/>
              </a:spcBef>
              <a:buNone/>
            </a:pPr>
            <a:endParaRPr lang="en-US" sz="1200" dirty="0"/>
          </a:p>
        </p:txBody>
      </p:sp>
      <p:pic>
        <p:nvPicPr>
          <p:cNvPr id="14" name="Image 6" descr="preencoded.png">    </p:cNvPr>
          <p:cNvPicPr>
            <a:picLocks noChangeAspect="1"/>
          </p:cNvPicPr>
          <p:nvPr/>
        </p:nvPicPr>
        <p:blipFill>
          <a:blip r:embed="rId7"/>
          <a:stretch>
            <a:fillRect/>
          </a:stretch>
        </p:blipFill>
        <p:spPr>
          <a:xfrm>
            <a:off x="5040496" y="895619"/>
            <a:ext cx="3470826" cy="539010"/>
          </a:xfrm>
          <a:prstGeom prst="rect">
            <a:avLst/>
          </a:prstGeom>
        </p:spPr>
      </p:pic>
      <p:pic>
        <p:nvPicPr>
          <p:cNvPr id="15" name="Image 7" descr="preencoded.png">    </p:cNvPr>
          <p:cNvPicPr>
            <a:picLocks noChangeAspect="1"/>
          </p:cNvPicPr>
          <p:nvPr/>
        </p:nvPicPr>
        <p:blipFill>
          <a:blip r:embed="rId8"/>
          <a:stretch>
            <a:fillRect/>
          </a:stretch>
        </p:blipFill>
        <p:spPr>
          <a:xfrm>
            <a:off x="4972050" y="792000"/>
            <a:ext cx="3657600" cy="764771"/>
          </a:xfrm>
          <a:prstGeom prst="rect">
            <a:avLst/>
          </a:prstGeom>
        </p:spPr>
      </p:pic>
      <p:sp>
        <p:nvSpPr>
          <p:cNvPr id="16" name="Shape 6"/>
          <p:cNvSpPr/>
          <p:nvPr/>
        </p:nvSpPr>
        <p:spPr>
          <a:xfrm>
            <a:off x="4972050" y="792000"/>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000000">
              <a:alpha val="0"/>
            </a:srgbClr>
          </a:solidFill>
          <a:ln/>
        </p:spPr>
      </p:sp>
      <p:sp>
        <p:nvSpPr>
          <p:cNvPr id="17" name="Text 7"/>
          <p:cNvSpPr/>
          <p:nvPr/>
        </p:nvSpPr>
        <p:spPr>
          <a:xfrm>
            <a:off x="4972050" y="792000"/>
            <a:ext cx="3657600" cy="764771"/>
          </a:xfrm>
          <a:prstGeom prst="rect">
            <a:avLst/>
          </a:prstGeom>
          <a:noFill/>
          <a:ln/>
        </p:spPr>
        <p:txBody>
          <a:bodyPr wrap="square" rtlCol="0" anchor="t"/>
          <a:lstStyle/>
          <a:p>
            <a:pPr indent="0" marL="0">
              <a:spcBef>
                <a:spcPts val="375"/>
              </a:spcBef>
              <a:buNone/>
            </a:pPr>
            <a:endParaRPr lang="en-US" sz="1200" dirty="0"/>
          </a:p>
        </p:txBody>
      </p:sp>
      <p:pic>
        <p:nvPicPr>
          <p:cNvPr id="18" name="Image 8" descr="preencoded.png">    </p:cNvPr>
          <p:cNvPicPr>
            <a:picLocks noChangeAspect="1"/>
          </p:cNvPicPr>
          <p:nvPr/>
        </p:nvPicPr>
        <p:blipFill>
          <a:blip r:embed="rId9"/>
          <a:stretch>
            <a:fillRect/>
          </a:stretch>
        </p:blipFill>
        <p:spPr>
          <a:xfrm>
            <a:off x="4972050" y="792000"/>
            <a:ext cx="3657600" cy="764771"/>
          </a:xfrm>
          <a:prstGeom prst="rect">
            <a:avLst/>
          </a:prstGeom>
        </p:spPr>
      </p:pic>
      <p:pic>
        <p:nvPicPr>
          <p:cNvPr id="19" name="Image 9" descr="preencoded.png">    </p:cNvPr>
          <p:cNvPicPr>
            <a:picLocks noChangeAspect="1"/>
          </p:cNvPicPr>
          <p:nvPr/>
        </p:nvPicPr>
        <p:blipFill>
          <a:blip r:embed="rId10"/>
          <a:stretch>
            <a:fillRect/>
          </a:stretch>
        </p:blipFill>
        <p:spPr>
          <a:xfrm>
            <a:off x="4972050" y="3456202"/>
            <a:ext cx="3657600" cy="764771"/>
          </a:xfrm>
          <a:prstGeom prst="rect">
            <a:avLst/>
          </a:prstGeom>
        </p:spPr>
      </p:pic>
      <p:sp>
        <p:nvSpPr>
          <p:cNvPr id="20" name="Shape 8"/>
          <p:cNvSpPr/>
          <p:nvPr/>
        </p:nvSpPr>
        <p:spPr>
          <a:xfrm>
            <a:off x="4972050" y="3456202"/>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000000">
              <a:alpha val="0"/>
            </a:srgbClr>
          </a:solidFill>
          <a:ln/>
        </p:spPr>
      </p:sp>
      <p:sp>
        <p:nvSpPr>
          <p:cNvPr id="21" name="Text 9"/>
          <p:cNvSpPr/>
          <p:nvPr/>
        </p:nvSpPr>
        <p:spPr>
          <a:xfrm>
            <a:off x="4972050" y="3456202"/>
            <a:ext cx="3657600" cy="764771"/>
          </a:xfrm>
          <a:prstGeom prst="rect">
            <a:avLst/>
          </a:prstGeom>
          <a:noFill/>
          <a:ln/>
        </p:spPr>
        <p:txBody>
          <a:bodyPr wrap="square" rtlCol="0" anchor="t"/>
          <a:lstStyle/>
          <a:p>
            <a:pPr indent="0" marL="0">
              <a:spcBef>
                <a:spcPts val="375"/>
              </a:spcBef>
              <a:buNone/>
            </a:pPr>
            <a:endParaRPr lang="en-US" sz="1200" dirty="0"/>
          </a:p>
        </p:txBody>
      </p:sp>
      <p:pic>
        <p:nvPicPr>
          <p:cNvPr id="22" name="Image 10" descr="preencoded.png">    </p:cNvPr>
          <p:cNvPicPr>
            <a:picLocks noChangeAspect="1"/>
          </p:cNvPicPr>
          <p:nvPr/>
        </p:nvPicPr>
        <p:blipFill>
          <a:blip r:embed="rId11"/>
          <a:stretch>
            <a:fillRect/>
          </a:stretch>
        </p:blipFill>
        <p:spPr>
          <a:xfrm>
            <a:off x="4972050" y="3456202"/>
            <a:ext cx="3657600" cy="764771"/>
          </a:xfrm>
          <a:prstGeom prst="rect">
            <a:avLst/>
          </a:prstGeom>
        </p:spPr>
      </p:pic>
      <p:pic>
        <p:nvPicPr>
          <p:cNvPr id="23" name="Image 11" descr="preencoded.png">    </p:cNvPr>
          <p:cNvPicPr>
            <a:picLocks noChangeAspect="1"/>
          </p:cNvPicPr>
          <p:nvPr/>
        </p:nvPicPr>
        <p:blipFill>
          <a:blip r:embed="rId12"/>
          <a:stretch>
            <a:fillRect/>
          </a:stretch>
        </p:blipFill>
        <p:spPr>
          <a:xfrm>
            <a:off x="4972050" y="2098877"/>
            <a:ext cx="3657600" cy="764771"/>
          </a:xfrm>
          <a:prstGeom prst="rect">
            <a:avLst/>
          </a:prstGeom>
        </p:spPr>
      </p:pic>
      <p:sp>
        <p:nvSpPr>
          <p:cNvPr id="24" name="Shape 10"/>
          <p:cNvSpPr/>
          <p:nvPr/>
        </p:nvSpPr>
        <p:spPr>
          <a:xfrm>
            <a:off x="4972050" y="2098877"/>
            <a:ext cx="3657600" cy="764771"/>
          </a:xfrm>
          <a:custGeom>
            <a:avLst/>
            <a:gdLst/>
            <a:ahLst/>
            <a:cxnLst/>
            <a:rect l="l" t="t" r="r" b="b"/>
            <a:pathLst>
              <a:path w="3657600" h="764771">
                <a:moveTo>
                  <a:pt x="0" y="0"/>
                </a:moveTo>
                <a:lnTo>
                  <a:pt x="3657600" y="0"/>
                </a:lnTo>
                <a:lnTo>
                  <a:pt x="3657600" y="764771"/>
                </a:lnTo>
                <a:lnTo>
                  <a:pt x="0" y="764771"/>
                </a:lnTo>
                <a:close/>
              </a:path>
            </a:pathLst>
          </a:custGeom>
          <a:solidFill>
            <a:srgbClr val="000000">
              <a:alpha val="0"/>
            </a:srgbClr>
          </a:solidFill>
          <a:ln/>
        </p:spPr>
      </p:sp>
      <p:sp>
        <p:nvSpPr>
          <p:cNvPr id="25" name="Text 11"/>
          <p:cNvSpPr/>
          <p:nvPr/>
        </p:nvSpPr>
        <p:spPr>
          <a:xfrm>
            <a:off x="4972050" y="2098877"/>
            <a:ext cx="3657600" cy="764771"/>
          </a:xfrm>
          <a:prstGeom prst="rect">
            <a:avLst/>
          </a:prstGeom>
          <a:noFill/>
          <a:ln/>
        </p:spPr>
        <p:txBody>
          <a:bodyPr wrap="square" rtlCol="0" anchor="t"/>
          <a:lstStyle/>
          <a:p>
            <a:pPr indent="0" marL="0">
              <a:spcBef>
                <a:spcPts val="375"/>
              </a:spcBef>
              <a:buNone/>
            </a:pPr>
            <a:endParaRPr lang="en-US" sz="1200" dirty="0"/>
          </a:p>
        </p:txBody>
      </p:sp>
      <p:pic>
        <p:nvPicPr>
          <p:cNvPr id="26" name="Image 12" descr="preencoded.png">    </p:cNvPr>
          <p:cNvPicPr>
            <a:picLocks noChangeAspect="1"/>
          </p:cNvPicPr>
          <p:nvPr/>
        </p:nvPicPr>
        <p:blipFill>
          <a:blip r:embed="rId13"/>
          <a:stretch>
            <a:fillRect/>
          </a:stretch>
        </p:blipFill>
        <p:spPr>
          <a:xfrm>
            <a:off x="4972050" y="2098877"/>
            <a:ext cx="3657600" cy="764771"/>
          </a:xfrm>
          <a:prstGeom prst="rect">
            <a:avLst/>
          </a:prstGeom>
        </p:spPr>
      </p:pic>
      <p:sp>
        <p:nvSpPr>
          <p:cNvPr id="27" name="Shape 12"/>
          <p:cNvSpPr/>
          <p:nvPr/>
        </p:nvSpPr>
        <p:spPr>
          <a:xfrm>
            <a:off x="87167" y="744598"/>
            <a:ext cx="3918345" cy="514350"/>
          </a:xfrm>
          <a:custGeom>
            <a:avLst/>
            <a:gdLst/>
            <a:ahLst/>
            <a:cxnLst/>
            <a:rect l="l" t="t" r="r" b="b"/>
            <a:pathLst>
              <a:path w="3918345" h="514350">
                <a:moveTo>
                  <a:pt x="0" y="0"/>
                </a:moveTo>
                <a:lnTo>
                  <a:pt x="3918345" y="0"/>
                </a:lnTo>
                <a:lnTo>
                  <a:pt x="3918345" y="514350"/>
                </a:lnTo>
                <a:lnTo>
                  <a:pt x="0" y="514350"/>
                </a:lnTo>
                <a:close/>
              </a:path>
            </a:pathLst>
          </a:custGeom>
          <a:solidFill>
            <a:srgbClr val="000000">
              <a:alpha val="0"/>
            </a:srgbClr>
          </a:solidFill>
          <a:ln/>
        </p:spPr>
      </p:sp>
      <p:sp>
        <p:nvSpPr>
          <p:cNvPr id="28" name="Text 13"/>
          <p:cNvSpPr/>
          <p:nvPr/>
        </p:nvSpPr>
        <p:spPr>
          <a:xfrm>
            <a:off x="87167" y="744598"/>
            <a:ext cx="3918345" cy="514350"/>
          </a:xfrm>
          <a:prstGeom prst="rect">
            <a:avLst/>
          </a:prstGeom>
          <a:noFill/>
          <a:ln/>
        </p:spPr>
        <p:txBody>
          <a:bodyPr wrap="square" rtlCol="0" anchor="t"/>
          <a:lstStyle/>
          <a:p>
            <a:pPr indent="0" marL="0">
              <a:spcBef>
                <a:spcPts val="375"/>
              </a:spcBef>
              <a:buNone/>
            </a:pPr>
            <a:r>
              <a:rPr lang="en-US" sz="3300" dirty="0">
                <a:solidFill>
                  <a:srgbClr val="45464D"/>
                </a:solidFill>
                <a:latin typeface="Caveat Brush" pitchFamily="34" charset="0"/>
                <a:ea typeface="Caveat Brush" pitchFamily="34" charset="-122"/>
                <a:cs typeface="Caveat Brush" pitchFamily="34" charset="-120"/>
              </a:rPr>
              <a:t>Table of Contents</a:t>
            </a:r>
            <a:endParaRPr lang="en-US" sz="1200" dirty="0"/>
          </a:p>
        </p:txBody>
      </p:sp>
      <p:sp>
        <p:nvSpPr>
          <p:cNvPr id="29" name="Shape 14"/>
          <p:cNvSpPr/>
          <p:nvPr/>
        </p:nvSpPr>
        <p:spPr>
          <a:xfrm>
            <a:off x="4339822" y="789952"/>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000000">
              <a:alpha val="0"/>
            </a:srgbClr>
          </a:solidFill>
          <a:ln/>
        </p:spPr>
      </p:sp>
      <p:sp>
        <p:nvSpPr>
          <p:cNvPr id="30" name="Text 15"/>
          <p:cNvSpPr/>
          <p:nvPr/>
        </p:nvSpPr>
        <p:spPr>
          <a:xfrm>
            <a:off x="4339822" y="789952"/>
            <a:ext cx="519060" cy="828675"/>
          </a:xfrm>
          <a:prstGeom prst="rect">
            <a:avLst/>
          </a:prstGeom>
          <a:noFill/>
          <a:ln/>
        </p:spPr>
        <p:txBody>
          <a:bodyPr wrap="square" rtlCol="0" anchor="t"/>
          <a:lstStyle/>
          <a:p>
            <a:pPr algn="l" indent="0" marL="0">
              <a:spcBef>
                <a:spcPts val="375"/>
              </a:spcBef>
              <a:buNone/>
            </a:pPr>
            <a:r>
              <a:rPr lang="en-US" sz="5775" dirty="0">
                <a:solidFill>
                  <a:srgbClr val="45464D"/>
                </a:solidFill>
                <a:latin typeface="Caveat Brush" pitchFamily="34" charset="0"/>
                <a:ea typeface="Caveat Brush" pitchFamily="34" charset="-122"/>
                <a:cs typeface="Caveat Brush" pitchFamily="34" charset="-120"/>
              </a:rPr>
              <a:t>1</a:t>
            </a:r>
            <a:endParaRPr lang="en-US" sz="1200" dirty="0"/>
          </a:p>
        </p:txBody>
      </p:sp>
      <p:sp>
        <p:nvSpPr>
          <p:cNvPr id="31" name="Shape 16"/>
          <p:cNvSpPr/>
          <p:nvPr/>
        </p:nvSpPr>
        <p:spPr>
          <a:xfrm>
            <a:off x="4339822" y="2147277"/>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000000">
              <a:alpha val="0"/>
            </a:srgbClr>
          </a:solidFill>
          <a:ln/>
        </p:spPr>
      </p:sp>
      <p:sp>
        <p:nvSpPr>
          <p:cNvPr id="32" name="Text 17"/>
          <p:cNvSpPr/>
          <p:nvPr/>
        </p:nvSpPr>
        <p:spPr>
          <a:xfrm>
            <a:off x="4339822" y="2147277"/>
            <a:ext cx="519060" cy="828675"/>
          </a:xfrm>
          <a:prstGeom prst="rect">
            <a:avLst/>
          </a:prstGeom>
          <a:noFill/>
          <a:ln/>
        </p:spPr>
        <p:txBody>
          <a:bodyPr wrap="square" rtlCol="0" anchor="t"/>
          <a:lstStyle/>
          <a:p>
            <a:pPr algn="l" indent="0" marL="0">
              <a:spcBef>
                <a:spcPts val="375"/>
              </a:spcBef>
              <a:buNone/>
            </a:pPr>
            <a:r>
              <a:rPr lang="en-US" sz="5775" dirty="0">
                <a:solidFill>
                  <a:srgbClr val="45464D"/>
                </a:solidFill>
                <a:latin typeface="Caveat Brush" pitchFamily="34" charset="0"/>
                <a:ea typeface="Caveat Brush" pitchFamily="34" charset="-122"/>
                <a:cs typeface="Caveat Brush" pitchFamily="34" charset="-120"/>
              </a:rPr>
              <a:t>2</a:t>
            </a:r>
            <a:endParaRPr lang="en-US" sz="1200" dirty="0"/>
          </a:p>
        </p:txBody>
      </p:sp>
      <p:sp>
        <p:nvSpPr>
          <p:cNvPr id="33" name="Shape 18"/>
          <p:cNvSpPr/>
          <p:nvPr/>
        </p:nvSpPr>
        <p:spPr>
          <a:xfrm>
            <a:off x="4339822" y="3504602"/>
            <a:ext cx="519060" cy="828675"/>
          </a:xfrm>
          <a:custGeom>
            <a:avLst/>
            <a:gdLst/>
            <a:ahLst/>
            <a:cxnLst/>
            <a:rect l="l" t="t" r="r" b="b"/>
            <a:pathLst>
              <a:path w="519060" h="828675">
                <a:moveTo>
                  <a:pt x="0" y="0"/>
                </a:moveTo>
                <a:lnTo>
                  <a:pt x="519060" y="0"/>
                </a:lnTo>
                <a:lnTo>
                  <a:pt x="519060" y="828675"/>
                </a:lnTo>
                <a:lnTo>
                  <a:pt x="0" y="828675"/>
                </a:lnTo>
                <a:close/>
              </a:path>
            </a:pathLst>
          </a:custGeom>
          <a:solidFill>
            <a:srgbClr val="000000">
              <a:alpha val="0"/>
            </a:srgbClr>
          </a:solidFill>
          <a:ln/>
        </p:spPr>
      </p:sp>
      <p:sp>
        <p:nvSpPr>
          <p:cNvPr id="34" name="Text 19"/>
          <p:cNvSpPr/>
          <p:nvPr/>
        </p:nvSpPr>
        <p:spPr>
          <a:xfrm>
            <a:off x="4339822" y="3504602"/>
            <a:ext cx="519060" cy="828675"/>
          </a:xfrm>
          <a:prstGeom prst="rect">
            <a:avLst/>
          </a:prstGeom>
          <a:noFill/>
          <a:ln/>
        </p:spPr>
        <p:txBody>
          <a:bodyPr wrap="square" rtlCol="0" anchor="t"/>
          <a:lstStyle/>
          <a:p>
            <a:pPr algn="l" indent="0" marL="0">
              <a:spcBef>
                <a:spcPts val="375"/>
              </a:spcBef>
              <a:buNone/>
            </a:pPr>
            <a:r>
              <a:rPr lang="en-US" sz="5775" dirty="0">
                <a:solidFill>
                  <a:srgbClr val="45464D"/>
                </a:solidFill>
                <a:latin typeface="Caveat Brush" pitchFamily="34" charset="0"/>
                <a:ea typeface="Caveat Brush" pitchFamily="34" charset="-122"/>
                <a:cs typeface="Caveat Brush" pitchFamily="34" charset="-120"/>
              </a:rPr>
              <a:t>3</a:t>
            </a:r>
            <a:endParaRPr lang="en-US" sz="1200" dirty="0"/>
          </a:p>
        </p:txBody>
      </p:sp>
      <p:sp>
        <p:nvSpPr>
          <p:cNvPr id="35" name="Shape 20"/>
          <p:cNvSpPr/>
          <p:nvPr/>
        </p:nvSpPr>
        <p:spPr>
          <a:xfrm>
            <a:off x="5040496" y="901652"/>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000000">
              <a:alpha val="0"/>
            </a:srgbClr>
          </a:solidFill>
          <a:ln/>
        </p:spPr>
      </p:sp>
      <p:sp>
        <p:nvSpPr>
          <p:cNvPr id="36" name="Text 21"/>
          <p:cNvSpPr/>
          <p:nvPr/>
        </p:nvSpPr>
        <p:spPr>
          <a:xfrm>
            <a:off x="5040496" y="901652"/>
            <a:ext cx="3470826" cy="285750"/>
          </a:xfrm>
          <a:prstGeom prst="rect">
            <a:avLst/>
          </a:prstGeom>
          <a:noFill/>
          <a:ln/>
        </p:spPr>
        <p:txBody>
          <a:bodyPr wrap="square" rtlCol="0" anchor="t"/>
          <a:lstStyle/>
          <a:p>
            <a:pPr algn="l" indent="0" marL="0">
              <a:spcBef>
                <a:spcPts val="375"/>
              </a:spcBef>
              <a:buNone/>
            </a:pPr>
            <a:r>
              <a:rPr lang="en-US" sz="1500" dirty="0">
                <a:solidFill>
                  <a:srgbClr val="45464D"/>
                </a:solidFill>
                <a:latin typeface="Caveat Brush" pitchFamily="34" charset="0"/>
                <a:ea typeface="Caveat Brush" pitchFamily="34" charset="-122"/>
                <a:cs typeface="Caveat Brush" pitchFamily="34" charset="-120"/>
              </a:rPr>
              <a:t>Nervous System Tumors</a:t>
            </a:r>
            <a:endParaRPr lang="en-US" sz="1200" dirty="0"/>
          </a:p>
        </p:txBody>
      </p:sp>
      <p:sp>
        <p:nvSpPr>
          <p:cNvPr id="37" name="Shape 22"/>
          <p:cNvSpPr/>
          <p:nvPr/>
        </p:nvSpPr>
        <p:spPr>
          <a:xfrm>
            <a:off x="5040496" y="2208530"/>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000000">
              <a:alpha val="0"/>
            </a:srgbClr>
          </a:solidFill>
          <a:ln/>
        </p:spPr>
      </p:sp>
      <p:sp>
        <p:nvSpPr>
          <p:cNvPr id="38" name="Text 23"/>
          <p:cNvSpPr/>
          <p:nvPr/>
        </p:nvSpPr>
        <p:spPr>
          <a:xfrm>
            <a:off x="5040496" y="2208530"/>
            <a:ext cx="3470826" cy="285750"/>
          </a:xfrm>
          <a:prstGeom prst="rect">
            <a:avLst/>
          </a:prstGeom>
          <a:noFill/>
          <a:ln/>
        </p:spPr>
        <p:txBody>
          <a:bodyPr wrap="square" rtlCol="0" anchor="t"/>
          <a:lstStyle/>
          <a:p>
            <a:pPr algn="l" indent="0" marL="0">
              <a:spcBef>
                <a:spcPts val="375"/>
              </a:spcBef>
              <a:buNone/>
            </a:pPr>
            <a:r>
              <a:rPr lang="en-US" sz="1500" dirty="0">
                <a:solidFill>
                  <a:srgbClr val="45464D"/>
                </a:solidFill>
                <a:latin typeface="Caveat Brush" pitchFamily="34" charset="0"/>
                <a:ea typeface="Caveat Brush" pitchFamily="34" charset="-122"/>
                <a:cs typeface="Caveat Brush" pitchFamily="34" charset="-120"/>
              </a:rPr>
              <a:t>Diagnostic Techniques</a:t>
            </a:r>
            <a:endParaRPr lang="en-US" sz="1200" dirty="0"/>
          </a:p>
        </p:txBody>
      </p:sp>
      <p:sp>
        <p:nvSpPr>
          <p:cNvPr id="39" name="Shape 24"/>
          <p:cNvSpPr/>
          <p:nvPr/>
        </p:nvSpPr>
        <p:spPr>
          <a:xfrm>
            <a:off x="5040496" y="3567401"/>
            <a:ext cx="3470826" cy="285750"/>
          </a:xfrm>
          <a:custGeom>
            <a:avLst/>
            <a:gdLst/>
            <a:ahLst/>
            <a:cxnLst/>
            <a:rect l="l" t="t" r="r" b="b"/>
            <a:pathLst>
              <a:path w="3470826" h="285750">
                <a:moveTo>
                  <a:pt x="0" y="0"/>
                </a:moveTo>
                <a:lnTo>
                  <a:pt x="3470826" y="0"/>
                </a:lnTo>
                <a:lnTo>
                  <a:pt x="3470826" y="285750"/>
                </a:lnTo>
                <a:lnTo>
                  <a:pt x="0" y="285750"/>
                </a:lnTo>
                <a:close/>
              </a:path>
            </a:pathLst>
          </a:custGeom>
          <a:solidFill>
            <a:srgbClr val="000000">
              <a:alpha val="0"/>
            </a:srgbClr>
          </a:solidFill>
          <a:ln/>
        </p:spPr>
      </p:sp>
      <p:sp>
        <p:nvSpPr>
          <p:cNvPr id="40" name="Text 25"/>
          <p:cNvSpPr/>
          <p:nvPr/>
        </p:nvSpPr>
        <p:spPr>
          <a:xfrm>
            <a:off x="5040496" y="3567401"/>
            <a:ext cx="3470826" cy="285750"/>
          </a:xfrm>
          <a:prstGeom prst="rect">
            <a:avLst/>
          </a:prstGeom>
          <a:noFill/>
          <a:ln/>
        </p:spPr>
        <p:txBody>
          <a:bodyPr wrap="square" rtlCol="0" anchor="t"/>
          <a:lstStyle/>
          <a:p>
            <a:pPr algn="l" indent="0" marL="0">
              <a:spcBef>
                <a:spcPts val="375"/>
              </a:spcBef>
              <a:buNone/>
            </a:pPr>
            <a:r>
              <a:rPr lang="en-US" sz="1500" dirty="0">
                <a:solidFill>
                  <a:srgbClr val="45464D"/>
                </a:solidFill>
                <a:latin typeface="Caveat Brush" pitchFamily="34" charset="0"/>
                <a:ea typeface="Caveat Brush" pitchFamily="34" charset="-122"/>
                <a:cs typeface="Caveat Brush" pitchFamily="34" charset="-120"/>
              </a:rPr>
              <a:t>Treatment Approaches</a:t>
            </a:r>
            <a:endParaRPr lang="en-US" sz="1200" dirty="0"/>
          </a:p>
        </p:txBody>
      </p:sp>
      <p:pic>
        <p:nvPicPr>
          <p:cNvPr id="41" name="Image 13"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90516" y="2422794"/>
            <a:ext cx="1839121" cy="2072151"/>
          </a:xfrm>
          <a:prstGeom prst="rect">
            <a:avLst/>
          </a:prstGeom>
        </p:spPr>
      </p:pic>
      <p:sp>
        <p:nvSpPr>
          <p:cNvPr id="42" name="Text 26"/>
          <p:cNvSpPr/>
          <p:nvPr/>
        </p:nvSpPr>
        <p:spPr>
          <a:xfrm>
            <a:off x="890516" y="2422794"/>
            <a:ext cx="1839121" cy="2072151"/>
          </a:xfrm>
          <a:prstGeom prst="rect">
            <a:avLst/>
          </a:prstGeom>
          <a:noFill/>
          <a:ln/>
        </p:spPr>
        <p:txBody>
          <a:bodyPr wrap="square" rtlCol="0" anchor="t"/>
          <a:lstStyle/>
          <a:p>
            <a:pPr indent="0" marL="0">
              <a:spcBef>
                <a:spcPts val="375"/>
              </a:spcBef>
              <a:buNone/>
            </a:pPr>
            <a:endParaRPr lang="en-US" sz="1200" dirty="0"/>
          </a:p>
        </p:txBody>
      </p:sp>
      <p:sp>
        <p:nvSpPr>
          <p:cNvPr id="43" name="Shape 27"/>
          <p:cNvSpPr/>
          <p:nvPr/>
        </p:nvSpPr>
        <p:spPr>
          <a:xfrm>
            <a:off x="890516" y="2422794"/>
            <a:ext cx="1839121" cy="2072151"/>
          </a:xfrm>
          <a:custGeom>
            <a:avLst/>
            <a:gdLst/>
            <a:ahLst/>
            <a:cxnLst/>
            <a:rect l="l" t="t" r="r" b="b"/>
            <a:pathLst>
              <a:path w="1839121" h="2072151">
                <a:moveTo>
                  <a:pt x="0" y="0"/>
                </a:moveTo>
                <a:lnTo>
                  <a:pt x="1839121" y="0"/>
                </a:lnTo>
                <a:lnTo>
                  <a:pt x="1839121" y="2072151"/>
                </a:lnTo>
                <a:lnTo>
                  <a:pt x="0" y="2072151"/>
                </a:lnTo>
                <a:close/>
              </a:path>
            </a:pathLst>
          </a:custGeom>
          <a:solidFill>
            <a:srgbClr val="000000">
              <a:alpha val="0"/>
            </a:srgbClr>
          </a:solidFill>
          <a:ln/>
        </p:spPr>
      </p:sp>
      <p:sp>
        <p:nvSpPr>
          <p:cNvPr id="44" name="Text 28"/>
          <p:cNvSpPr/>
          <p:nvPr/>
        </p:nvSpPr>
        <p:spPr>
          <a:xfrm>
            <a:off x="890516" y="2422794"/>
            <a:ext cx="1839121" cy="2072151"/>
          </a:xfrm>
          <a:prstGeom prst="rect">
            <a:avLst/>
          </a:prstGeom>
          <a:noFill/>
          <a:ln/>
        </p:spPr>
        <p:txBody>
          <a:bodyPr wrap="square" rtlCol="0" anchor="t"/>
          <a:lstStyle/>
          <a:p>
            <a:pPr indent="0" marL="0">
              <a:spcBef>
                <a:spcPts val="375"/>
              </a:spcBef>
              <a:buNone/>
            </a:pPr>
            <a:endParaRPr lang="en-US" sz="1200" dirty="0"/>
          </a:p>
        </p:txBody>
      </p:sp>
      <p:pic>
        <p:nvPicPr>
          <p:cNvPr id="45" name="Image 14" descr="preencoded.png">    </p:cNvPr>
          <p:cNvPicPr>
            <a:picLocks noChangeAspect="1"/>
          </p:cNvPicPr>
          <p:nvPr/>
        </p:nvPicPr>
        <p:blipFill>
          <a:blip r:embed="rId16"/>
          <a:stretch>
            <a:fillRect/>
          </a:stretch>
        </p:blipFill>
        <p:spPr>
          <a:xfrm>
            <a:off x="890516" y="2422794"/>
            <a:ext cx="1839121" cy="207215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1C5D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rcRect l="0" r="45747" t="0" b="79916"/>
          <a:stretch/>
        </p:blipFill>
        <p:spPr>
          <a:xfrm>
            <a:off x="786525" y="514498"/>
            <a:ext cx="7570950" cy="4628999"/>
          </a:xfrm>
          <a:prstGeom prst="rect">
            <a:avLst/>
          </a:prstGeom>
        </p:spPr>
      </p:pic>
      <p:pic>
        <p:nvPicPr>
          <p:cNvPr id="4" name="Image 2" descr="preencoded.png">    </p:cNvPr>
          <p:cNvPicPr>
            <a:picLocks noChangeAspect="1"/>
          </p:cNvPicPr>
          <p:nvPr/>
        </p:nvPicPr>
        <p:blipFill>
          <a:blip r:embed="rId3"/>
          <a:stretch>
            <a:fillRect/>
          </a:stretch>
        </p:blipFill>
        <p:spPr>
          <a:xfrm>
            <a:off x="2788600" y="175622"/>
            <a:ext cx="3566800" cy="3675269"/>
          </a:xfrm>
          <a:prstGeom prst="rect">
            <a:avLst/>
          </a:prstGeom>
        </p:spPr>
      </p:pic>
      <p:pic>
        <p:nvPicPr>
          <p:cNvPr id="5" name="Image 3" descr="preencoded.png">    </p:cNvPr>
          <p:cNvPicPr>
            <a:picLocks noChangeAspect="1"/>
          </p:cNvPicPr>
          <p:nvPr/>
        </p:nvPicPr>
        <p:blipFill>
          <a:blip r:embed="rId4"/>
          <a:stretch>
            <a:fillRect/>
          </a:stretch>
        </p:blipFill>
        <p:spPr>
          <a:xfrm>
            <a:off x="1355325" y="3144250"/>
            <a:ext cx="6433349" cy="1369601"/>
          </a:xfrm>
          <a:prstGeom prst="rect">
            <a:avLst/>
          </a:prstGeom>
        </p:spPr>
      </p:pic>
      <p:pic>
        <p:nvPicPr>
          <p:cNvPr id="6" name="Image 4" descr="preencoded.png">    </p:cNvPr>
          <p:cNvPicPr>
            <a:picLocks noChangeAspect="1"/>
          </p:cNvPicPr>
          <p:nvPr/>
        </p:nvPicPr>
        <p:blipFill>
          <a:blip r:embed="rId5"/>
          <a:stretch>
            <a:fillRect/>
          </a:stretch>
        </p:blipFill>
        <p:spPr>
          <a:xfrm>
            <a:off x="1243391" y="1303252"/>
            <a:ext cx="1796592" cy="1621143"/>
          </a:xfrm>
          <a:prstGeom prst="rect">
            <a:avLst/>
          </a:prstGeom>
        </p:spPr>
      </p:pic>
      <p:sp>
        <p:nvSpPr>
          <p:cNvPr id="7" name="Shape 0"/>
          <p:cNvSpPr/>
          <p:nvPr/>
        </p:nvSpPr>
        <p:spPr>
          <a:xfrm>
            <a:off x="1243391" y="1303252"/>
            <a:ext cx="1796592" cy="1621143"/>
          </a:xfrm>
          <a:custGeom>
            <a:avLst/>
            <a:gdLst/>
            <a:ahLst/>
            <a:cxnLst/>
            <a:rect l="l" t="t" r="r" b="b"/>
            <a:pathLst>
              <a:path w="1796592" h="1621143">
                <a:moveTo>
                  <a:pt x="0" y="0"/>
                </a:moveTo>
                <a:lnTo>
                  <a:pt x="1796592" y="0"/>
                </a:lnTo>
                <a:lnTo>
                  <a:pt x="1796592" y="1621143"/>
                </a:lnTo>
                <a:lnTo>
                  <a:pt x="0" y="1621143"/>
                </a:lnTo>
                <a:close/>
              </a:path>
            </a:pathLst>
          </a:custGeom>
          <a:solidFill>
            <a:srgbClr val="000000">
              <a:alpha val="0"/>
            </a:srgbClr>
          </a:solidFill>
          <a:ln/>
        </p:spPr>
      </p:sp>
      <p:sp>
        <p:nvSpPr>
          <p:cNvPr id="8" name="Text 1"/>
          <p:cNvSpPr/>
          <p:nvPr/>
        </p:nvSpPr>
        <p:spPr>
          <a:xfrm>
            <a:off x="1243391" y="1303252"/>
            <a:ext cx="1796592" cy="1621143"/>
          </a:xfrm>
          <a:prstGeom prst="rect">
            <a:avLst/>
          </a:prstGeom>
          <a:noFill/>
          <a:ln/>
        </p:spPr>
        <p:txBody>
          <a:bodyPr wrap="square" rtlCol="0" anchor="t"/>
          <a:lstStyle/>
          <a:p>
            <a:pPr indent="0" marL="0">
              <a:spcBef>
                <a:spcPts val="375"/>
              </a:spcBef>
              <a:buNone/>
            </a:pPr>
            <a:endParaRPr lang="en-US" sz="1200" dirty="0"/>
          </a:p>
        </p:txBody>
      </p:sp>
      <p:pic>
        <p:nvPicPr>
          <p:cNvPr id="9" name="Image 5" descr="preencoded.png">    </p:cNvPr>
          <p:cNvPicPr>
            <a:picLocks noChangeAspect="1"/>
          </p:cNvPicPr>
          <p:nvPr/>
        </p:nvPicPr>
        <p:blipFill>
          <a:blip r:embed="rId6"/>
          <a:stretch>
            <a:fillRect/>
          </a:stretch>
        </p:blipFill>
        <p:spPr>
          <a:xfrm>
            <a:off x="1243391" y="1303252"/>
            <a:ext cx="1796592" cy="1621143"/>
          </a:xfrm>
          <a:prstGeom prst="rect">
            <a:avLst/>
          </a:prstGeom>
        </p:spPr>
      </p:pic>
      <p:pic>
        <p:nvPicPr>
          <p:cNvPr id="10" name="Image 6" descr="preencoded.png">    </p:cNvPr>
          <p:cNvPicPr>
            <a:picLocks noChangeAspect="1"/>
          </p:cNvPicPr>
          <p:nvPr/>
        </p:nvPicPr>
        <p:blipFill>
          <a:blip r:embed="rId7"/>
          <a:stretch>
            <a:fillRect/>
          </a:stretch>
        </p:blipFill>
        <p:spPr>
          <a:xfrm>
            <a:off x="5904421" y="1126301"/>
            <a:ext cx="2107602" cy="1732066"/>
          </a:xfrm>
          <a:prstGeom prst="rect">
            <a:avLst/>
          </a:prstGeom>
        </p:spPr>
      </p:pic>
      <p:sp>
        <p:nvSpPr>
          <p:cNvPr id="11" name="Shape 2"/>
          <p:cNvSpPr/>
          <p:nvPr/>
        </p:nvSpPr>
        <p:spPr>
          <a:xfrm>
            <a:off x="5904421" y="1126301"/>
            <a:ext cx="2107602" cy="1732066"/>
          </a:xfrm>
          <a:custGeom>
            <a:avLst/>
            <a:gdLst/>
            <a:ahLst/>
            <a:cxnLst/>
            <a:rect l="l" t="t" r="r" b="b"/>
            <a:pathLst>
              <a:path w="2107602" h="1732066">
                <a:moveTo>
                  <a:pt x="0" y="0"/>
                </a:moveTo>
                <a:lnTo>
                  <a:pt x="2107602" y="0"/>
                </a:lnTo>
                <a:lnTo>
                  <a:pt x="2107602" y="1732066"/>
                </a:lnTo>
                <a:lnTo>
                  <a:pt x="0" y="1732066"/>
                </a:lnTo>
                <a:close/>
              </a:path>
            </a:pathLst>
          </a:custGeom>
          <a:solidFill>
            <a:srgbClr val="000000">
              <a:alpha val="0"/>
            </a:srgbClr>
          </a:solidFill>
          <a:ln/>
        </p:spPr>
      </p:sp>
      <p:sp>
        <p:nvSpPr>
          <p:cNvPr id="12" name="Text 3"/>
          <p:cNvSpPr/>
          <p:nvPr/>
        </p:nvSpPr>
        <p:spPr>
          <a:xfrm>
            <a:off x="5904421" y="1126301"/>
            <a:ext cx="2107602" cy="1732066"/>
          </a:xfrm>
          <a:prstGeom prst="rect">
            <a:avLst/>
          </a:prstGeom>
          <a:noFill/>
          <a:ln/>
        </p:spPr>
        <p:txBody>
          <a:bodyPr wrap="square" rtlCol="0" anchor="t"/>
          <a:lstStyle/>
          <a:p>
            <a:pPr indent="0" marL="0">
              <a:spcBef>
                <a:spcPts val="375"/>
              </a:spcBef>
              <a:buNone/>
            </a:pPr>
            <a:endParaRPr lang="en-US" sz="1200" dirty="0"/>
          </a:p>
        </p:txBody>
      </p:sp>
      <p:pic>
        <p:nvPicPr>
          <p:cNvPr id="13" name="Image 7" descr="preencoded.png">    </p:cNvPr>
          <p:cNvPicPr>
            <a:picLocks noChangeAspect="1"/>
          </p:cNvPicPr>
          <p:nvPr/>
        </p:nvPicPr>
        <p:blipFill>
          <a:blip r:embed="rId8"/>
          <a:stretch>
            <a:fillRect/>
          </a:stretch>
        </p:blipFill>
        <p:spPr>
          <a:xfrm>
            <a:off x="5904421" y="1126301"/>
            <a:ext cx="2107602" cy="1732066"/>
          </a:xfrm>
          <a:prstGeom prst="rect">
            <a:avLst/>
          </a:prstGeom>
        </p:spPr>
      </p:pic>
      <p:sp>
        <p:nvSpPr>
          <p:cNvPr id="14" name="Shape 4"/>
          <p:cNvSpPr/>
          <p:nvPr/>
        </p:nvSpPr>
        <p:spPr>
          <a:xfrm>
            <a:off x="1669937" y="3440555"/>
            <a:ext cx="5804126" cy="1304925"/>
          </a:xfrm>
          <a:custGeom>
            <a:avLst/>
            <a:gdLst/>
            <a:ahLst/>
            <a:cxnLst/>
            <a:rect l="l" t="t" r="r" b="b"/>
            <a:pathLst>
              <a:path w="5804126" h="1304925">
                <a:moveTo>
                  <a:pt x="0" y="0"/>
                </a:moveTo>
                <a:lnTo>
                  <a:pt x="5804126" y="0"/>
                </a:lnTo>
                <a:lnTo>
                  <a:pt x="5804126" y="1304925"/>
                </a:lnTo>
                <a:lnTo>
                  <a:pt x="0" y="1304925"/>
                </a:lnTo>
                <a:close/>
              </a:path>
            </a:pathLst>
          </a:custGeom>
          <a:solidFill>
            <a:srgbClr val="000000">
              <a:alpha val="0"/>
            </a:srgbClr>
          </a:solidFill>
          <a:ln/>
        </p:spPr>
      </p:sp>
      <p:sp>
        <p:nvSpPr>
          <p:cNvPr id="15" name="Text 5"/>
          <p:cNvSpPr/>
          <p:nvPr/>
        </p:nvSpPr>
        <p:spPr>
          <a:xfrm>
            <a:off x="1669937" y="3440555"/>
            <a:ext cx="5804126" cy="1304925"/>
          </a:xfrm>
          <a:prstGeom prst="rect">
            <a:avLst/>
          </a:prstGeom>
          <a:noFill/>
          <a:ln/>
        </p:spPr>
        <p:txBody>
          <a:bodyPr wrap="square" rtlCol="0" anchor="t"/>
          <a:lstStyle/>
          <a:p>
            <a:pPr algn="l" indent="0" marL="0">
              <a:spcBef>
                <a:spcPts val="375"/>
              </a:spcBef>
              <a:buNone/>
            </a:pPr>
            <a:r>
              <a:rPr lang="en-US" sz="1200" dirty="0">
                <a:solidFill>
                  <a:srgbClr val="45464D"/>
                </a:solidFill>
                <a:latin typeface="Caveat Brush" pitchFamily="34" charset="0"/>
                <a:ea typeface="Caveat Brush" pitchFamily="34" charset="-122"/>
                <a:cs typeface="Caveat Brush" pitchFamily="34" charset="-120"/>
              </a:rPr>
              <a:t>Nervous System Tumors</a:t>
            </a:r>
            <a:endParaRPr lang="en-US" sz="1200" dirty="0"/>
          </a:p>
          <a:p>
            <a:pPr algn="l" indent="0" marL="0">
              <a:spcBef>
                <a:spcPts val="375"/>
              </a:spcBef>
              <a:buNone/>
            </a:pPr>
            <a:r>
              <a:rPr lang="en-US" sz="1200" dirty="0">
                <a:solidFill>
                  <a:srgbClr val="45464D"/>
                </a:solidFill>
                <a:latin typeface="Caveat Brush" pitchFamily="34" charset="0"/>
                <a:ea typeface="Caveat Brush" pitchFamily="34" charset="-122"/>
                <a:cs typeface="Caveat Brush" pitchFamily="34" charset="-120"/>
              </a:rPr>
              <a:t>Nervous System Tumors</a:t>
            </a:r>
            <a:endParaRPr lang="en-US" sz="1200" dirty="0"/>
          </a:p>
          <a:p>
            <a:pPr algn="l" indent="0" marL="0">
              <a:spcBef>
                <a:spcPts val="375"/>
              </a:spcBef>
              <a:buNone/>
            </a:pPr>
            <a:r>
              <a:rPr lang="en-US" sz="1200" dirty="0">
                <a:solidFill>
                  <a:srgbClr val="45464D"/>
                </a:solidFill>
                <a:latin typeface="Caveat Brush" pitchFamily="34" charset="0"/>
                <a:ea typeface="Caveat Brush" pitchFamily="34" charset="-122"/>
                <a:cs typeface="Caveat Brush" pitchFamily="34" charset="-120"/>
              </a:rPr>
              <a:t>Nervous System Tumors</a:t>
            </a:r>
            <a:endParaRPr lang="en-US" sz="1200" dirty="0"/>
          </a:p>
          <a:p>
            <a:pPr algn="l" indent="0" marL="0">
              <a:spcBef>
                <a:spcPts val="375"/>
              </a:spcBef>
              <a:buNone/>
            </a:pPr>
            <a:r>
              <a:rPr lang="en-US" sz="1200" dirty="0">
                <a:solidFill>
                  <a:srgbClr val="45464D"/>
                </a:solidFill>
                <a:latin typeface="Caveat Brush" pitchFamily="34" charset="0"/>
                <a:ea typeface="Caveat Brush" pitchFamily="34" charset="-122"/>
                <a:cs typeface="Caveat Brush" pitchFamily="34" charset="-120"/>
              </a:rPr>
              <a:t>Nervous System Tumors</a:t>
            </a:r>
            <a:endParaRPr lang="en-US" sz="1200" dirty="0"/>
          </a:p>
          <a:p>
            <a:pPr algn="l" indent="0" marL="0">
              <a:spcBef>
                <a:spcPts val="375"/>
              </a:spcBef>
              <a:buNone/>
            </a:pPr>
            <a:r>
              <a:rPr lang="en-US" sz="1200" dirty="0">
                <a:solidFill>
                  <a:srgbClr val="45464D"/>
                </a:solidFill>
                <a:latin typeface="Caveat Brush" pitchFamily="34" charset="0"/>
                <a:ea typeface="Caveat Brush" pitchFamily="34" charset="-122"/>
                <a:cs typeface="Caveat Brush" pitchFamily="34" charset="-120"/>
              </a:rPr>
              <a:t>Nervous System Tumors</a:t>
            </a:r>
            <a:endParaRPr lang="en-US" sz="1200" dirty="0"/>
          </a:p>
          <a:p>
            <a:pPr algn="l" indent="0" marL="0">
              <a:spcBef>
                <a:spcPts val="375"/>
              </a:spcBef>
              <a:buNone/>
            </a:pPr>
            <a:r>
              <a:rPr lang="en-US" sz="1200" dirty="0">
                <a:solidFill>
                  <a:srgbClr val="45464D"/>
                </a:solidFill>
                <a:latin typeface="Caveat Brush" pitchFamily="34" charset="0"/>
                <a:ea typeface="Caveat Brush" pitchFamily="34" charset="-122"/>
                <a:cs typeface="Caveat Brush" pitchFamily="34" charset="-120"/>
              </a:rPr>
              <a:t>Nervous System Tumors</a:t>
            </a:r>
            <a:endParaRPr lang="en-US" sz="1200" dirty="0"/>
          </a:p>
          <a:p>
            <a:pPr algn="l" indent="0" marL="0">
              <a:spcBef>
                <a:spcPts val="375"/>
              </a:spcBef>
              <a:buNone/>
            </a:pPr>
            <a:r>
              <a:rPr lang="en-US" sz="1200" dirty="0">
                <a:solidFill>
                  <a:srgbClr val="45464D"/>
                </a:solidFill>
                <a:latin typeface="Caveat Brush" pitchFamily="34" charset="0"/>
                <a:ea typeface="Caveat Brush" pitchFamily="34" charset="-122"/>
                <a:cs typeface="Caveat Brush" pitchFamily="34" charset="-120"/>
              </a:rPr>
              <a:t>Nervous System Tumors</a:t>
            </a:r>
            <a:endParaRPr lang="en-US" sz="1200" dirty="0"/>
          </a:p>
        </p:txBody>
      </p:sp>
      <p:sp>
        <p:nvSpPr>
          <p:cNvPr id="16" name="Shape 6"/>
          <p:cNvSpPr/>
          <p:nvPr/>
        </p:nvSpPr>
        <p:spPr>
          <a:xfrm>
            <a:off x="3783190" y="1312039"/>
            <a:ext cx="1577620" cy="1358726"/>
          </a:xfrm>
          <a:custGeom>
            <a:avLst/>
            <a:gdLst/>
            <a:ahLst/>
            <a:cxnLst/>
            <a:rect l="l" t="t" r="r" b="b"/>
            <a:pathLst>
              <a:path w="1577620" h="1358726">
                <a:moveTo>
                  <a:pt x="0" y="0"/>
                </a:moveTo>
                <a:lnTo>
                  <a:pt x="1577620" y="0"/>
                </a:lnTo>
                <a:lnTo>
                  <a:pt x="1577620" y="1358726"/>
                </a:lnTo>
                <a:lnTo>
                  <a:pt x="0" y="1358726"/>
                </a:lnTo>
                <a:close/>
              </a:path>
            </a:pathLst>
          </a:custGeom>
          <a:solidFill>
            <a:srgbClr val="000000">
              <a:alpha val="0"/>
            </a:srgbClr>
          </a:solidFill>
          <a:ln/>
        </p:spPr>
      </p:sp>
      <p:sp>
        <p:nvSpPr>
          <p:cNvPr id="17" name="Text 7"/>
          <p:cNvSpPr/>
          <p:nvPr/>
        </p:nvSpPr>
        <p:spPr>
          <a:xfrm>
            <a:off x="3783190" y="1312039"/>
            <a:ext cx="1577620" cy="1358726"/>
          </a:xfrm>
          <a:prstGeom prst="rect">
            <a:avLst/>
          </a:prstGeom>
          <a:noFill/>
          <a:ln/>
        </p:spPr>
        <p:txBody>
          <a:bodyPr wrap="square" rtlCol="0" anchor="t"/>
          <a:lstStyle/>
          <a:p>
            <a:pPr algn="ctr" indent="0" marL="0">
              <a:spcBef>
                <a:spcPts val="375"/>
              </a:spcBef>
              <a:buNone/>
            </a:pPr>
            <a:r>
              <a:rPr lang="en-US" sz="1650" dirty="0">
                <a:solidFill>
                  <a:srgbClr val="45464D"/>
                </a:solidFill>
                <a:latin typeface="Caveat Brush" pitchFamily="34" charset="0"/>
                <a:ea typeface="Caveat Brush" pitchFamily="34" charset="-122"/>
                <a:cs typeface="Caveat Brush" pitchFamily="34" charset="-120"/>
              </a:rPr>
              <a:t>01</a:t>
            </a:r>
            <a:endParaRPr lang="en-US" sz="1200" dirty="0"/>
          </a:p>
        </p:txBody>
      </p:sp>
      <p:pic>
        <p:nvPicPr>
          <p:cNvPr id="18" name="Image 8" descr="preencoded.png">    </p:cNvPr>
          <p:cNvPicPr>
            <a:picLocks noChangeAspect="1"/>
          </p:cNvPicPr>
          <p:nvPr/>
        </p:nvPicPr>
        <p:blipFill>
          <a:blip r:embed="rId9"/>
          <a:stretch>
            <a:fillRect/>
          </a:stretch>
        </p:blipFill>
        <p:spPr>
          <a:xfrm flipH="1" rot="1440000">
            <a:off x="-688509" y="2516611"/>
            <a:ext cx="2405718" cy="2230757"/>
          </a:xfrm>
          <a:prstGeom prst="rect">
            <a:avLst/>
          </a:prstGeom>
        </p:spPr>
      </p:pic>
      <p:sp>
        <p:nvSpPr>
          <p:cNvPr id="19" name="Shape 8"/>
          <p:cNvSpPr/>
          <p:nvPr/>
        </p:nvSpPr>
        <p:spPr>
          <a:xfrm rot="1440000">
            <a:off x="-688509" y="2516611"/>
            <a:ext cx="2405718" cy="2230757"/>
          </a:xfrm>
          <a:custGeom>
            <a:avLst/>
            <a:gdLst/>
            <a:ahLst/>
            <a:cxnLst/>
            <a:rect l="l" t="t" r="r" b="b"/>
            <a:pathLst>
              <a:path w="2405718" h="2230757">
                <a:moveTo>
                  <a:pt x="0" y="0"/>
                </a:moveTo>
                <a:lnTo>
                  <a:pt x="2405718" y="0"/>
                </a:lnTo>
                <a:lnTo>
                  <a:pt x="2405718" y="2230757"/>
                </a:lnTo>
                <a:lnTo>
                  <a:pt x="0" y="2230757"/>
                </a:lnTo>
                <a:close/>
              </a:path>
            </a:pathLst>
          </a:custGeom>
          <a:solidFill>
            <a:srgbClr val="000000">
              <a:alpha val="0"/>
            </a:srgbClr>
          </a:solidFill>
          <a:ln/>
        </p:spPr>
      </p:sp>
      <p:sp>
        <p:nvSpPr>
          <p:cNvPr id="20" name="Text 9"/>
          <p:cNvSpPr/>
          <p:nvPr/>
        </p:nvSpPr>
        <p:spPr>
          <a:xfrm rot="1440000">
            <a:off x="-688509" y="2516611"/>
            <a:ext cx="2405718" cy="2230757"/>
          </a:xfrm>
          <a:prstGeom prst="rect">
            <a:avLst/>
          </a:prstGeom>
          <a:noFill/>
          <a:ln/>
        </p:spPr>
        <p:txBody>
          <a:bodyPr wrap="square" rtlCol="0" anchor="t"/>
          <a:lstStyle/>
          <a:p>
            <a:pPr indent="0" marL="0">
              <a:spcBef>
                <a:spcPts val="375"/>
              </a:spcBef>
              <a:buNone/>
            </a:pPr>
            <a:endParaRPr lang="en-US" sz="1200" dirty="0"/>
          </a:p>
        </p:txBody>
      </p:sp>
      <p:pic>
        <p:nvPicPr>
          <p:cNvPr id="21" name="Image 9" descr="preencoded.png">    </p:cNvPr>
          <p:cNvPicPr>
            <a:picLocks noChangeAspect="1"/>
          </p:cNvPicPr>
          <p:nvPr/>
        </p:nvPicPr>
        <p:blipFill>
          <a:blip r:embed="rId10"/>
          <a:stretch>
            <a:fillRect/>
          </a:stretch>
        </p:blipFill>
        <p:spPr>
          <a:xfrm flipH="1" rot="1440000">
            <a:off x="-688509" y="2516611"/>
            <a:ext cx="2405718" cy="223075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rot="5400000">
            <a:off x="6795487" y="1157904"/>
            <a:ext cx="1543890" cy="2409404"/>
          </a:xfrm>
          <a:prstGeom prst="rect">
            <a:avLst/>
          </a:prstGeom>
        </p:spPr>
      </p:pic>
      <p:sp>
        <p:nvSpPr>
          <p:cNvPr id="4" name="Shape 0"/>
          <p:cNvSpPr/>
          <p:nvPr/>
        </p:nvSpPr>
        <p:spPr>
          <a:xfrm rot="5400000">
            <a:off x="6795487" y="1157904"/>
            <a:ext cx="1543890" cy="2409404"/>
          </a:xfrm>
          <a:custGeom>
            <a:avLst/>
            <a:gdLst/>
            <a:ahLst/>
            <a:cxnLst/>
            <a:rect l="l" t="t" r="r" b="b"/>
            <a:pathLst>
              <a:path w="1543890" h="2409404">
                <a:moveTo>
                  <a:pt x="0" y="0"/>
                </a:moveTo>
                <a:lnTo>
                  <a:pt x="1543890" y="0"/>
                </a:lnTo>
                <a:lnTo>
                  <a:pt x="1543890" y="2409404"/>
                </a:lnTo>
                <a:lnTo>
                  <a:pt x="0" y="2409404"/>
                </a:lnTo>
                <a:close/>
              </a:path>
            </a:pathLst>
          </a:custGeom>
          <a:solidFill>
            <a:srgbClr val="000000">
              <a:alpha val="0"/>
            </a:srgbClr>
          </a:solidFill>
          <a:ln/>
        </p:spPr>
      </p:sp>
      <p:sp>
        <p:nvSpPr>
          <p:cNvPr id="5" name="Text 1"/>
          <p:cNvSpPr/>
          <p:nvPr/>
        </p:nvSpPr>
        <p:spPr>
          <a:xfrm rot="5400000">
            <a:off x="6795487" y="1157904"/>
            <a:ext cx="1543890" cy="2409404"/>
          </a:xfrm>
          <a:prstGeom prst="rect">
            <a:avLst/>
          </a:prstGeom>
          <a:noFill/>
          <a:ln/>
        </p:spPr>
        <p:txBody>
          <a:bodyPr wrap="square" rtlCol="0" anchor="t"/>
          <a:lstStyle/>
          <a:p>
            <a:pPr indent="0" marL="0">
              <a:spcBef>
                <a:spcPts val="375"/>
              </a:spcBef>
              <a:buNone/>
            </a:pPr>
            <a:endParaRPr lang="en-US" sz="1200" dirty="0"/>
          </a:p>
        </p:txBody>
      </p:sp>
      <p:pic>
        <p:nvPicPr>
          <p:cNvPr id="6" name="Image 2" descr="preencoded.png">    </p:cNvPr>
          <p:cNvPicPr>
            <a:picLocks noChangeAspect="1"/>
          </p:cNvPicPr>
          <p:nvPr/>
        </p:nvPicPr>
        <p:blipFill>
          <a:blip r:embed="rId3"/>
          <a:stretch>
            <a:fillRect/>
          </a:stretch>
        </p:blipFill>
        <p:spPr>
          <a:xfrm rot="5400000">
            <a:off x="6795487" y="1157904"/>
            <a:ext cx="1543890" cy="2409404"/>
          </a:xfrm>
          <a:prstGeom prst="rect">
            <a:avLst/>
          </a:prstGeom>
        </p:spPr>
      </p:pic>
      <p:pic>
        <p:nvPicPr>
          <p:cNvPr id="7" name="Image 3" descr="preencoded.png">    </p:cNvPr>
          <p:cNvPicPr>
            <a:picLocks noChangeAspect="1"/>
          </p:cNvPicPr>
          <p:nvPr/>
        </p:nvPicPr>
        <p:blipFill>
          <a:blip r:embed="rId4"/>
          <a:stretch>
            <a:fillRect/>
          </a:stretch>
        </p:blipFill>
        <p:spPr>
          <a:xfrm rot="5400000">
            <a:off x="6640237" y="2848254"/>
            <a:ext cx="1873816" cy="2409404"/>
          </a:xfrm>
          <a:prstGeom prst="rect">
            <a:avLst/>
          </a:prstGeom>
        </p:spPr>
      </p:pic>
      <p:sp>
        <p:nvSpPr>
          <p:cNvPr id="8" name="Shape 2"/>
          <p:cNvSpPr/>
          <p:nvPr/>
        </p:nvSpPr>
        <p:spPr>
          <a:xfrm rot="5400000">
            <a:off x="6640237" y="2848254"/>
            <a:ext cx="1873816" cy="2409404"/>
          </a:xfrm>
          <a:custGeom>
            <a:avLst/>
            <a:gdLst/>
            <a:ahLst/>
            <a:cxnLst/>
            <a:rect l="l" t="t" r="r" b="b"/>
            <a:pathLst>
              <a:path w="1873816" h="2409404">
                <a:moveTo>
                  <a:pt x="0" y="0"/>
                </a:moveTo>
                <a:lnTo>
                  <a:pt x="1873816" y="0"/>
                </a:lnTo>
                <a:lnTo>
                  <a:pt x="1873816" y="2409404"/>
                </a:lnTo>
                <a:lnTo>
                  <a:pt x="0" y="2409404"/>
                </a:lnTo>
                <a:close/>
              </a:path>
            </a:pathLst>
          </a:custGeom>
          <a:solidFill>
            <a:srgbClr val="000000">
              <a:alpha val="0"/>
            </a:srgbClr>
          </a:solidFill>
          <a:ln/>
        </p:spPr>
      </p:sp>
      <p:sp>
        <p:nvSpPr>
          <p:cNvPr id="9" name="Text 3"/>
          <p:cNvSpPr/>
          <p:nvPr/>
        </p:nvSpPr>
        <p:spPr>
          <a:xfrm rot="5400000">
            <a:off x="6640237" y="2848254"/>
            <a:ext cx="1873816" cy="2409404"/>
          </a:xfrm>
          <a:prstGeom prst="rect">
            <a:avLst/>
          </a:prstGeom>
          <a:noFill/>
          <a:ln/>
        </p:spPr>
        <p:txBody>
          <a:bodyPr wrap="square" rtlCol="0" anchor="t"/>
          <a:lstStyle/>
          <a:p>
            <a:pPr indent="0" marL="0">
              <a:spcBef>
                <a:spcPts val="375"/>
              </a:spcBef>
              <a:buNone/>
            </a:pPr>
            <a:endParaRPr lang="en-US" sz="1200" dirty="0"/>
          </a:p>
        </p:txBody>
      </p:sp>
      <p:pic>
        <p:nvPicPr>
          <p:cNvPr id="10" name="Image 4" descr="preencoded.png">    </p:cNvPr>
          <p:cNvPicPr>
            <a:picLocks noChangeAspect="1"/>
          </p:cNvPicPr>
          <p:nvPr/>
        </p:nvPicPr>
        <p:blipFill>
          <a:blip r:embed="rId5"/>
          <a:stretch>
            <a:fillRect/>
          </a:stretch>
        </p:blipFill>
        <p:spPr>
          <a:xfrm rot="5400000">
            <a:off x="6640237" y="2848254"/>
            <a:ext cx="1873816" cy="2409404"/>
          </a:xfrm>
          <a:prstGeom prst="rect">
            <a:avLst/>
          </a:prstGeom>
        </p:spPr>
      </p:pic>
      <p:pic>
        <p:nvPicPr>
          <p:cNvPr id="11" name="Image 5" descr="preencoded.png">    </p:cNvPr>
          <p:cNvPicPr>
            <a:picLocks noChangeAspect="1"/>
          </p:cNvPicPr>
          <p:nvPr/>
        </p:nvPicPr>
        <p:blipFill>
          <a:blip r:embed="rId6"/>
          <a:stretch>
            <a:fillRect/>
          </a:stretch>
        </p:blipFill>
        <p:spPr>
          <a:xfrm rot="5400000">
            <a:off x="724026" y="1153732"/>
            <a:ext cx="1685658" cy="2409404"/>
          </a:xfrm>
          <a:prstGeom prst="rect">
            <a:avLst/>
          </a:prstGeom>
        </p:spPr>
      </p:pic>
      <p:sp>
        <p:nvSpPr>
          <p:cNvPr id="12" name="Shape 4"/>
          <p:cNvSpPr/>
          <p:nvPr/>
        </p:nvSpPr>
        <p:spPr>
          <a:xfrm rot="5400000">
            <a:off x="724026" y="1153732"/>
            <a:ext cx="1685658" cy="2409404"/>
          </a:xfrm>
          <a:custGeom>
            <a:avLst/>
            <a:gdLst/>
            <a:ahLst/>
            <a:cxnLst/>
            <a:rect l="l" t="t" r="r" b="b"/>
            <a:pathLst>
              <a:path w="1685658" h="2409404">
                <a:moveTo>
                  <a:pt x="0" y="0"/>
                </a:moveTo>
                <a:lnTo>
                  <a:pt x="1685658" y="0"/>
                </a:lnTo>
                <a:lnTo>
                  <a:pt x="1685658" y="2409404"/>
                </a:lnTo>
                <a:lnTo>
                  <a:pt x="0" y="2409404"/>
                </a:lnTo>
                <a:close/>
              </a:path>
            </a:pathLst>
          </a:custGeom>
          <a:solidFill>
            <a:srgbClr val="000000">
              <a:alpha val="0"/>
            </a:srgbClr>
          </a:solidFill>
          <a:ln/>
        </p:spPr>
      </p:sp>
      <p:sp>
        <p:nvSpPr>
          <p:cNvPr id="13" name="Text 5"/>
          <p:cNvSpPr/>
          <p:nvPr/>
        </p:nvSpPr>
        <p:spPr>
          <a:xfrm rot="5400000">
            <a:off x="724026" y="1153732"/>
            <a:ext cx="1685658" cy="2409404"/>
          </a:xfrm>
          <a:prstGeom prst="rect">
            <a:avLst/>
          </a:prstGeom>
          <a:noFill/>
          <a:ln/>
        </p:spPr>
        <p:txBody>
          <a:bodyPr wrap="square" rtlCol="0" anchor="t"/>
          <a:lstStyle/>
          <a:p>
            <a:pPr indent="0" marL="0">
              <a:spcBef>
                <a:spcPts val="375"/>
              </a:spcBef>
              <a:buNone/>
            </a:pPr>
            <a:endParaRPr lang="en-US" sz="1200" dirty="0"/>
          </a:p>
        </p:txBody>
      </p:sp>
      <p:pic>
        <p:nvPicPr>
          <p:cNvPr id="14" name="Image 6" descr="preencoded.png">    </p:cNvPr>
          <p:cNvPicPr>
            <a:picLocks noChangeAspect="1"/>
          </p:cNvPicPr>
          <p:nvPr/>
        </p:nvPicPr>
        <p:blipFill>
          <a:blip r:embed="rId7"/>
          <a:stretch>
            <a:fillRect/>
          </a:stretch>
        </p:blipFill>
        <p:spPr>
          <a:xfrm rot="5400000">
            <a:off x="724026" y="1153732"/>
            <a:ext cx="1685658" cy="2409404"/>
          </a:xfrm>
          <a:prstGeom prst="rect">
            <a:avLst/>
          </a:prstGeom>
        </p:spPr>
      </p:pic>
      <p:pic>
        <p:nvPicPr>
          <p:cNvPr id="15" name="Image 7" descr="preencoded.png">    </p:cNvPr>
          <p:cNvPicPr>
            <a:picLocks noChangeAspect="1"/>
          </p:cNvPicPr>
          <p:nvPr/>
        </p:nvPicPr>
        <p:blipFill>
          <a:blip r:embed="rId8"/>
          <a:stretch>
            <a:fillRect/>
          </a:stretch>
        </p:blipFill>
        <p:spPr>
          <a:xfrm rot="5400000">
            <a:off x="624040" y="2907996"/>
            <a:ext cx="1885630" cy="2409404"/>
          </a:xfrm>
          <a:prstGeom prst="rect">
            <a:avLst/>
          </a:prstGeom>
        </p:spPr>
      </p:pic>
      <p:sp>
        <p:nvSpPr>
          <p:cNvPr id="16" name="Shape 6"/>
          <p:cNvSpPr/>
          <p:nvPr/>
        </p:nvSpPr>
        <p:spPr>
          <a:xfrm rot="5400000">
            <a:off x="624040" y="2907996"/>
            <a:ext cx="1885630" cy="2409404"/>
          </a:xfrm>
          <a:custGeom>
            <a:avLst/>
            <a:gdLst/>
            <a:ahLst/>
            <a:cxnLst/>
            <a:rect l="l" t="t" r="r" b="b"/>
            <a:pathLst>
              <a:path w="1885630" h="2409404">
                <a:moveTo>
                  <a:pt x="0" y="0"/>
                </a:moveTo>
                <a:lnTo>
                  <a:pt x="1885630" y="0"/>
                </a:lnTo>
                <a:lnTo>
                  <a:pt x="1885630" y="2409404"/>
                </a:lnTo>
                <a:lnTo>
                  <a:pt x="0" y="2409404"/>
                </a:lnTo>
                <a:close/>
              </a:path>
            </a:pathLst>
          </a:custGeom>
          <a:solidFill>
            <a:srgbClr val="000000">
              <a:alpha val="0"/>
            </a:srgbClr>
          </a:solidFill>
          <a:ln/>
        </p:spPr>
      </p:sp>
      <p:sp>
        <p:nvSpPr>
          <p:cNvPr id="17" name="Text 7"/>
          <p:cNvSpPr/>
          <p:nvPr/>
        </p:nvSpPr>
        <p:spPr>
          <a:xfrm rot="5400000">
            <a:off x="624040" y="2907996"/>
            <a:ext cx="1885630" cy="2409404"/>
          </a:xfrm>
          <a:prstGeom prst="rect">
            <a:avLst/>
          </a:prstGeom>
          <a:noFill/>
          <a:ln/>
        </p:spPr>
        <p:txBody>
          <a:bodyPr wrap="square" rtlCol="0" anchor="t"/>
          <a:lstStyle/>
          <a:p>
            <a:pPr indent="0" marL="0">
              <a:spcBef>
                <a:spcPts val="375"/>
              </a:spcBef>
              <a:buNone/>
            </a:pPr>
            <a:endParaRPr lang="en-US" sz="1200" dirty="0"/>
          </a:p>
        </p:txBody>
      </p:sp>
      <p:pic>
        <p:nvPicPr>
          <p:cNvPr id="18" name="Image 8" descr="preencoded.png">    </p:cNvPr>
          <p:cNvPicPr>
            <a:picLocks noChangeAspect="1"/>
          </p:cNvPicPr>
          <p:nvPr/>
        </p:nvPicPr>
        <p:blipFill>
          <a:blip r:embed="rId9"/>
          <a:stretch>
            <a:fillRect/>
          </a:stretch>
        </p:blipFill>
        <p:spPr>
          <a:xfrm rot="5400000">
            <a:off x="624040" y="2907996"/>
            <a:ext cx="1885630" cy="2409404"/>
          </a:xfrm>
          <a:prstGeom prst="rect">
            <a:avLst/>
          </a:prstGeom>
        </p:spPr>
      </p:pic>
      <p:pic>
        <p:nvPicPr>
          <p:cNvPr id="19" name="Image 9" descr="preencoded.png">    </p:cNvPr>
          <p:cNvPicPr>
            <a:picLocks noChangeAspect="1"/>
          </p:cNvPicPr>
          <p:nvPr/>
        </p:nvPicPr>
        <p:blipFill>
          <a:blip r:embed="rId10"/>
          <a:stretch>
            <a:fillRect/>
          </a:stretch>
        </p:blipFill>
        <p:spPr>
          <a:xfrm rot="-1560000">
            <a:off x="593199" y="321536"/>
            <a:ext cx="555158" cy="1014408"/>
          </a:xfrm>
          <a:prstGeom prst="rect">
            <a:avLst/>
          </a:prstGeom>
        </p:spPr>
      </p:pic>
      <p:sp>
        <p:nvSpPr>
          <p:cNvPr id="20" name="Shape 8"/>
          <p:cNvSpPr/>
          <p:nvPr/>
        </p:nvSpPr>
        <p:spPr>
          <a:xfrm rot="-1560000">
            <a:off x="593199" y="321536"/>
            <a:ext cx="555158" cy="1014408"/>
          </a:xfrm>
          <a:custGeom>
            <a:avLst/>
            <a:gdLst/>
            <a:ahLst/>
            <a:cxnLst/>
            <a:rect l="l" t="t" r="r" b="b"/>
            <a:pathLst>
              <a:path w="555158" h="1014408">
                <a:moveTo>
                  <a:pt x="0" y="0"/>
                </a:moveTo>
                <a:lnTo>
                  <a:pt x="555158" y="0"/>
                </a:lnTo>
                <a:lnTo>
                  <a:pt x="555158" y="1014408"/>
                </a:lnTo>
                <a:lnTo>
                  <a:pt x="0" y="1014408"/>
                </a:lnTo>
                <a:close/>
              </a:path>
            </a:pathLst>
          </a:custGeom>
          <a:solidFill>
            <a:srgbClr val="000000">
              <a:alpha val="0"/>
            </a:srgbClr>
          </a:solidFill>
          <a:ln/>
        </p:spPr>
      </p:sp>
      <p:sp>
        <p:nvSpPr>
          <p:cNvPr id="21" name="Text 9"/>
          <p:cNvSpPr/>
          <p:nvPr/>
        </p:nvSpPr>
        <p:spPr>
          <a:xfrm rot="-1560000">
            <a:off x="593199" y="321536"/>
            <a:ext cx="555158" cy="1014408"/>
          </a:xfrm>
          <a:prstGeom prst="rect">
            <a:avLst/>
          </a:prstGeom>
          <a:noFill/>
          <a:ln/>
        </p:spPr>
        <p:txBody>
          <a:bodyPr wrap="square" rtlCol="0" anchor="t"/>
          <a:lstStyle/>
          <a:p>
            <a:pPr indent="0" marL="0">
              <a:spcBef>
                <a:spcPts val="375"/>
              </a:spcBef>
              <a:buNone/>
            </a:pPr>
            <a:endParaRPr lang="en-US" sz="1200" dirty="0"/>
          </a:p>
        </p:txBody>
      </p:sp>
      <p:pic>
        <p:nvPicPr>
          <p:cNvPr id="22" name="Image 10" descr="preencoded.png">    </p:cNvPr>
          <p:cNvPicPr>
            <a:picLocks noChangeAspect="1"/>
          </p:cNvPicPr>
          <p:nvPr/>
        </p:nvPicPr>
        <p:blipFill>
          <a:blip r:embed="rId11"/>
          <a:stretch>
            <a:fillRect/>
          </a:stretch>
        </p:blipFill>
        <p:spPr>
          <a:xfrm rot="-1560000">
            <a:off x="593199" y="321536"/>
            <a:ext cx="555158" cy="1014408"/>
          </a:xfrm>
          <a:prstGeom prst="rect">
            <a:avLst/>
          </a:prstGeom>
        </p:spPr>
      </p:pic>
      <p:pic>
        <p:nvPicPr>
          <p:cNvPr id="23" name="Image 11" descr="preencoded.png">    </p:cNvPr>
          <p:cNvPicPr>
            <a:picLocks noChangeAspect="1"/>
          </p:cNvPicPr>
          <p:nvPr/>
        </p:nvPicPr>
        <p:blipFill>
          <a:blip r:embed="rId12"/>
          <a:stretch>
            <a:fillRect/>
          </a:stretch>
        </p:blipFill>
        <p:spPr>
          <a:xfrm rot="1080000">
            <a:off x="7992378" y="296089"/>
            <a:ext cx="555158" cy="1014408"/>
          </a:xfrm>
          <a:prstGeom prst="rect">
            <a:avLst/>
          </a:prstGeom>
        </p:spPr>
      </p:pic>
      <p:sp>
        <p:nvSpPr>
          <p:cNvPr id="24" name="Shape 10"/>
          <p:cNvSpPr/>
          <p:nvPr/>
        </p:nvSpPr>
        <p:spPr>
          <a:xfrm rot="1080000">
            <a:off x="7992378" y="296089"/>
            <a:ext cx="555158" cy="1014408"/>
          </a:xfrm>
          <a:custGeom>
            <a:avLst/>
            <a:gdLst/>
            <a:ahLst/>
            <a:cxnLst/>
            <a:rect l="l" t="t" r="r" b="b"/>
            <a:pathLst>
              <a:path w="555158" h="1014408">
                <a:moveTo>
                  <a:pt x="0" y="0"/>
                </a:moveTo>
                <a:lnTo>
                  <a:pt x="555158" y="0"/>
                </a:lnTo>
                <a:lnTo>
                  <a:pt x="555158" y="1014408"/>
                </a:lnTo>
                <a:lnTo>
                  <a:pt x="0" y="1014408"/>
                </a:lnTo>
                <a:close/>
              </a:path>
            </a:pathLst>
          </a:custGeom>
          <a:solidFill>
            <a:srgbClr val="000000">
              <a:alpha val="0"/>
            </a:srgbClr>
          </a:solidFill>
          <a:ln/>
        </p:spPr>
      </p:sp>
      <p:sp>
        <p:nvSpPr>
          <p:cNvPr id="25" name="Text 11"/>
          <p:cNvSpPr/>
          <p:nvPr/>
        </p:nvSpPr>
        <p:spPr>
          <a:xfrm rot="1080000">
            <a:off x="7992378" y="296089"/>
            <a:ext cx="555158" cy="1014408"/>
          </a:xfrm>
          <a:prstGeom prst="rect">
            <a:avLst/>
          </a:prstGeom>
          <a:noFill/>
          <a:ln/>
        </p:spPr>
        <p:txBody>
          <a:bodyPr wrap="square" rtlCol="0" anchor="t"/>
          <a:lstStyle/>
          <a:p>
            <a:pPr indent="0" marL="0">
              <a:spcBef>
                <a:spcPts val="375"/>
              </a:spcBef>
              <a:buNone/>
            </a:pPr>
            <a:endParaRPr lang="en-US" sz="1200" dirty="0"/>
          </a:p>
        </p:txBody>
      </p:sp>
      <p:pic>
        <p:nvPicPr>
          <p:cNvPr id="26" name="Image 12" descr="preencoded.png">    </p:cNvPr>
          <p:cNvPicPr>
            <a:picLocks noChangeAspect="1"/>
          </p:cNvPicPr>
          <p:nvPr/>
        </p:nvPicPr>
        <p:blipFill>
          <a:blip r:embed="rId13"/>
          <a:stretch>
            <a:fillRect/>
          </a:stretch>
        </p:blipFill>
        <p:spPr>
          <a:xfrm rot="1080000">
            <a:off x="7992378" y="296089"/>
            <a:ext cx="555158" cy="1014408"/>
          </a:xfrm>
          <a:prstGeom prst="rect">
            <a:avLst/>
          </a:prstGeom>
        </p:spPr>
      </p:pic>
      <p:pic>
        <p:nvPicPr>
          <p:cNvPr id="27" name="Image 13" descr="preencoded.png">    </p:cNvPr>
          <p:cNvPicPr>
            <a:picLocks noChangeAspect="1"/>
          </p:cNvPicPr>
          <p:nvPr/>
        </p:nvPicPr>
        <p:blipFill>
          <a:blip r:embed="rId14"/>
          <a:stretch>
            <a:fillRect/>
          </a:stretch>
        </p:blipFill>
        <p:spPr>
          <a:xfrm>
            <a:off x="3193078" y="1751396"/>
            <a:ext cx="2757845" cy="3021544"/>
          </a:xfrm>
          <a:prstGeom prst="rect">
            <a:avLst/>
          </a:prstGeom>
        </p:spPr>
      </p:pic>
      <p:sp>
        <p:nvSpPr>
          <p:cNvPr id="28" name="Shape 12"/>
          <p:cNvSpPr/>
          <p:nvPr/>
        </p:nvSpPr>
        <p:spPr>
          <a:xfrm>
            <a:off x="3193078" y="1751396"/>
            <a:ext cx="2757845" cy="3021544"/>
          </a:xfrm>
          <a:custGeom>
            <a:avLst/>
            <a:gdLst/>
            <a:ahLst/>
            <a:cxnLst/>
            <a:rect l="l" t="t" r="r" b="b"/>
            <a:pathLst>
              <a:path w="2757845" h="3021544">
                <a:moveTo>
                  <a:pt x="0" y="0"/>
                </a:moveTo>
                <a:lnTo>
                  <a:pt x="2757845" y="0"/>
                </a:lnTo>
                <a:lnTo>
                  <a:pt x="2757845" y="3021544"/>
                </a:lnTo>
                <a:lnTo>
                  <a:pt x="0" y="3021544"/>
                </a:lnTo>
                <a:close/>
              </a:path>
            </a:pathLst>
          </a:custGeom>
          <a:solidFill>
            <a:srgbClr val="000000">
              <a:alpha val="0"/>
            </a:srgbClr>
          </a:solidFill>
          <a:ln/>
        </p:spPr>
      </p:sp>
      <p:sp>
        <p:nvSpPr>
          <p:cNvPr id="29" name="Text 13"/>
          <p:cNvSpPr/>
          <p:nvPr/>
        </p:nvSpPr>
        <p:spPr>
          <a:xfrm>
            <a:off x="3193078" y="1751396"/>
            <a:ext cx="2757845" cy="3021544"/>
          </a:xfrm>
          <a:prstGeom prst="rect">
            <a:avLst/>
          </a:prstGeom>
          <a:noFill/>
          <a:ln/>
        </p:spPr>
        <p:txBody>
          <a:bodyPr wrap="square" rtlCol="0" anchor="t"/>
          <a:lstStyle/>
          <a:p>
            <a:pPr indent="0" marL="0">
              <a:spcBef>
                <a:spcPts val="375"/>
              </a:spcBef>
              <a:buNone/>
            </a:pPr>
            <a:endParaRPr lang="en-US" sz="1200" dirty="0"/>
          </a:p>
        </p:txBody>
      </p:sp>
      <p:pic>
        <p:nvPicPr>
          <p:cNvPr id="30" name="Image 14" descr="preencoded.png">    </p:cNvPr>
          <p:cNvPicPr>
            <a:picLocks noChangeAspect="1"/>
          </p:cNvPicPr>
          <p:nvPr/>
        </p:nvPicPr>
        <p:blipFill>
          <a:blip r:embed="rId15"/>
          <a:stretch>
            <a:fillRect/>
          </a:stretch>
        </p:blipFill>
        <p:spPr>
          <a:xfrm>
            <a:off x="3193078" y="1751396"/>
            <a:ext cx="2757845" cy="3021544"/>
          </a:xfrm>
          <a:prstGeom prst="rect">
            <a:avLst/>
          </a:prstGeom>
        </p:spPr>
      </p:pic>
      <p:pic>
        <p:nvPicPr>
          <p:cNvPr id="31" name="Image 15" descr="preencoded.png">    </p:cNvPr>
          <p:cNvPicPr>
            <a:picLocks noChangeAspect="1"/>
          </p:cNvPicPr>
          <p:nvPr/>
        </p:nvPicPr>
        <p:blipFill>
          <a:blip r:embed="rId16"/>
          <a:stretch>
            <a:fillRect/>
          </a:stretch>
        </p:blipFill>
        <p:spPr>
          <a:xfrm>
            <a:off x="6974470" y="1834514"/>
            <a:ext cx="1186113" cy="1133409"/>
          </a:xfrm>
          <a:prstGeom prst="rect">
            <a:avLst/>
          </a:prstGeom>
        </p:spPr>
      </p:pic>
      <p:sp>
        <p:nvSpPr>
          <p:cNvPr id="32" name="Shape 14"/>
          <p:cNvSpPr/>
          <p:nvPr/>
        </p:nvSpPr>
        <p:spPr>
          <a:xfrm>
            <a:off x="6974470" y="1834514"/>
            <a:ext cx="1186113" cy="1133409"/>
          </a:xfrm>
          <a:custGeom>
            <a:avLst/>
            <a:gdLst/>
            <a:ahLst/>
            <a:cxnLst/>
            <a:rect l="l" t="t" r="r" b="b"/>
            <a:pathLst>
              <a:path w="1186113" h="1133409">
                <a:moveTo>
                  <a:pt x="0" y="0"/>
                </a:moveTo>
                <a:lnTo>
                  <a:pt x="1186113" y="0"/>
                </a:lnTo>
                <a:lnTo>
                  <a:pt x="1186113" y="1133409"/>
                </a:lnTo>
                <a:lnTo>
                  <a:pt x="0" y="1133409"/>
                </a:lnTo>
                <a:close/>
              </a:path>
            </a:pathLst>
          </a:custGeom>
          <a:solidFill>
            <a:srgbClr val="000000">
              <a:alpha val="0"/>
            </a:srgbClr>
          </a:solidFill>
          <a:ln/>
        </p:spPr>
      </p:sp>
      <p:sp>
        <p:nvSpPr>
          <p:cNvPr id="33" name="Text 15"/>
          <p:cNvSpPr/>
          <p:nvPr/>
        </p:nvSpPr>
        <p:spPr>
          <a:xfrm>
            <a:off x="6974470" y="1834514"/>
            <a:ext cx="1186113" cy="1133409"/>
          </a:xfrm>
          <a:prstGeom prst="rect">
            <a:avLst/>
          </a:prstGeom>
          <a:noFill/>
          <a:ln/>
        </p:spPr>
        <p:txBody>
          <a:bodyPr wrap="square" rtlCol="0" anchor="t"/>
          <a:lstStyle/>
          <a:p>
            <a:pPr indent="0" marL="0">
              <a:spcBef>
                <a:spcPts val="375"/>
              </a:spcBef>
              <a:buNone/>
            </a:pPr>
            <a:endParaRPr lang="en-US" sz="1200" dirty="0"/>
          </a:p>
        </p:txBody>
      </p:sp>
      <p:pic>
        <p:nvPicPr>
          <p:cNvPr id="34" name="Image 16" descr="preencoded.png">    </p:cNvPr>
          <p:cNvPicPr>
            <a:picLocks noChangeAspect="1"/>
          </p:cNvPicPr>
          <p:nvPr/>
        </p:nvPicPr>
        <p:blipFill>
          <a:blip r:embed="rId17"/>
          <a:stretch>
            <a:fillRect/>
          </a:stretch>
        </p:blipFill>
        <p:spPr>
          <a:xfrm>
            <a:off x="6974470" y="1834514"/>
            <a:ext cx="1186113" cy="1133409"/>
          </a:xfrm>
          <a:prstGeom prst="rect">
            <a:avLst/>
          </a:prstGeom>
        </p:spPr>
      </p:pic>
      <p:pic>
        <p:nvPicPr>
          <p:cNvPr id="35" name="Image 17" descr="preencoded.png">    </p:cNvPr>
          <p:cNvPicPr>
            <a:picLocks noChangeAspect="1"/>
          </p:cNvPicPr>
          <p:nvPr/>
        </p:nvPicPr>
        <p:blipFill>
          <a:blip r:embed="rId18"/>
          <a:stretch>
            <a:fillRect/>
          </a:stretch>
        </p:blipFill>
        <p:spPr>
          <a:xfrm>
            <a:off x="1407818" y="1743861"/>
            <a:ext cx="327483" cy="1314714"/>
          </a:xfrm>
          <a:prstGeom prst="rect">
            <a:avLst/>
          </a:prstGeom>
        </p:spPr>
      </p:pic>
      <p:sp>
        <p:nvSpPr>
          <p:cNvPr id="36" name="Shape 16"/>
          <p:cNvSpPr/>
          <p:nvPr/>
        </p:nvSpPr>
        <p:spPr>
          <a:xfrm>
            <a:off x="1407818" y="1743861"/>
            <a:ext cx="327483" cy="1314714"/>
          </a:xfrm>
          <a:custGeom>
            <a:avLst/>
            <a:gdLst/>
            <a:ahLst/>
            <a:cxnLst/>
            <a:rect l="l" t="t" r="r" b="b"/>
            <a:pathLst>
              <a:path w="327483" h="1314714">
                <a:moveTo>
                  <a:pt x="0" y="0"/>
                </a:moveTo>
                <a:lnTo>
                  <a:pt x="327483" y="0"/>
                </a:lnTo>
                <a:lnTo>
                  <a:pt x="327483" y="1314714"/>
                </a:lnTo>
                <a:lnTo>
                  <a:pt x="0" y="1314714"/>
                </a:lnTo>
                <a:close/>
              </a:path>
            </a:pathLst>
          </a:custGeom>
          <a:solidFill>
            <a:srgbClr val="000000">
              <a:alpha val="0"/>
            </a:srgbClr>
          </a:solidFill>
          <a:ln/>
        </p:spPr>
      </p:sp>
      <p:sp>
        <p:nvSpPr>
          <p:cNvPr id="37" name="Text 17"/>
          <p:cNvSpPr/>
          <p:nvPr/>
        </p:nvSpPr>
        <p:spPr>
          <a:xfrm>
            <a:off x="1407818" y="1743861"/>
            <a:ext cx="327483" cy="1314714"/>
          </a:xfrm>
          <a:prstGeom prst="rect">
            <a:avLst/>
          </a:prstGeom>
          <a:noFill/>
          <a:ln/>
        </p:spPr>
        <p:txBody>
          <a:bodyPr wrap="square" rtlCol="0" anchor="t"/>
          <a:lstStyle/>
          <a:p>
            <a:pPr indent="0" marL="0">
              <a:spcBef>
                <a:spcPts val="375"/>
              </a:spcBef>
              <a:buNone/>
            </a:pPr>
            <a:endParaRPr lang="en-US" sz="1200" dirty="0"/>
          </a:p>
        </p:txBody>
      </p:sp>
      <p:pic>
        <p:nvPicPr>
          <p:cNvPr id="38" name="Image 18" descr="preencoded.png">    </p:cNvPr>
          <p:cNvPicPr>
            <a:picLocks noChangeAspect="1"/>
          </p:cNvPicPr>
          <p:nvPr/>
        </p:nvPicPr>
        <p:blipFill>
          <a:blip r:embed="rId19"/>
          <a:stretch>
            <a:fillRect/>
          </a:stretch>
        </p:blipFill>
        <p:spPr>
          <a:xfrm>
            <a:off x="1407818" y="1743861"/>
            <a:ext cx="327483" cy="1314714"/>
          </a:xfrm>
          <a:prstGeom prst="rect">
            <a:avLst/>
          </a:prstGeom>
        </p:spPr>
      </p:pic>
      <p:sp>
        <p:nvSpPr>
          <p:cNvPr id="39" name="Shape 18"/>
          <p:cNvSpPr/>
          <p:nvPr/>
        </p:nvSpPr>
        <p:spPr>
          <a:xfrm>
            <a:off x="1537080" y="366167"/>
            <a:ext cx="6814179" cy="666750"/>
          </a:xfrm>
          <a:custGeom>
            <a:avLst/>
            <a:gdLst/>
            <a:ahLst/>
            <a:cxnLst/>
            <a:rect l="l" t="t" r="r" b="b"/>
            <a:pathLst>
              <a:path w="6814179" h="666750">
                <a:moveTo>
                  <a:pt x="0" y="0"/>
                </a:moveTo>
                <a:lnTo>
                  <a:pt x="6814179" y="0"/>
                </a:lnTo>
                <a:lnTo>
                  <a:pt x="6814179" y="666750"/>
                </a:lnTo>
                <a:lnTo>
                  <a:pt x="0" y="666750"/>
                </a:lnTo>
                <a:close/>
              </a:path>
            </a:pathLst>
          </a:custGeom>
          <a:solidFill>
            <a:srgbClr val="000000">
              <a:alpha val="0"/>
            </a:srgbClr>
          </a:solidFill>
          <a:ln/>
        </p:spPr>
      </p:sp>
      <p:sp>
        <p:nvSpPr>
          <p:cNvPr id="40" name="Text 19"/>
          <p:cNvSpPr/>
          <p:nvPr/>
        </p:nvSpPr>
        <p:spPr>
          <a:xfrm>
            <a:off x="1537080" y="366167"/>
            <a:ext cx="6814179" cy="666750"/>
          </a:xfrm>
          <a:prstGeom prst="rect">
            <a:avLst/>
          </a:prstGeom>
          <a:noFill/>
          <a:ln/>
        </p:spPr>
        <p:txBody>
          <a:bodyPr wrap="square" rtlCol="0" anchor="t"/>
          <a:lstStyle/>
          <a:p>
            <a:pPr algn="ctr" indent="0" marL="0">
              <a:spcBef>
                <a:spcPts val="375"/>
              </a:spcBef>
              <a:buNone/>
            </a:pPr>
            <a:r>
              <a:rPr lang="en-US" sz="3000" dirty="0">
                <a:solidFill>
                  <a:srgbClr val="45464D"/>
                </a:solidFill>
                <a:latin typeface="Caveat Brush" pitchFamily="34" charset="0"/>
                <a:ea typeface="Caveat Brush" pitchFamily="34" charset="-122"/>
                <a:cs typeface="Caveat Brush" pitchFamily="34" charset="-120"/>
              </a:rPr>
              <a:t>Write a main idea here</a:t>
            </a:r>
            <a:endParaRPr lang="en-US" sz="1200" dirty="0"/>
          </a:p>
        </p:txBody>
      </p:sp>
      <p:sp>
        <p:nvSpPr>
          <p:cNvPr id="41" name="Shape 20"/>
          <p:cNvSpPr/>
          <p:nvPr/>
        </p:nvSpPr>
        <p:spPr>
          <a:xfrm>
            <a:off x="425811" y="3169883"/>
            <a:ext cx="2291530" cy="985242"/>
          </a:xfrm>
          <a:custGeom>
            <a:avLst/>
            <a:gdLst/>
            <a:ahLst/>
            <a:cxnLst/>
            <a:rect l="l" t="t" r="r" b="b"/>
            <a:pathLst>
              <a:path w="2291530" h="985242">
                <a:moveTo>
                  <a:pt x="0" y="0"/>
                </a:moveTo>
                <a:lnTo>
                  <a:pt x="2291530" y="0"/>
                </a:lnTo>
                <a:lnTo>
                  <a:pt x="2291530" y="985242"/>
                </a:lnTo>
                <a:lnTo>
                  <a:pt x="0" y="985242"/>
                </a:lnTo>
                <a:close/>
              </a:path>
            </a:pathLst>
          </a:custGeom>
          <a:solidFill>
            <a:srgbClr val="000000">
              <a:alpha val="0"/>
            </a:srgbClr>
          </a:solidFill>
          <a:ln/>
        </p:spPr>
      </p:sp>
      <p:sp>
        <p:nvSpPr>
          <p:cNvPr id="42" name="Text 21"/>
          <p:cNvSpPr/>
          <p:nvPr/>
        </p:nvSpPr>
        <p:spPr>
          <a:xfrm>
            <a:off x="425811" y="3169883"/>
            <a:ext cx="2291530" cy="985242"/>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200" dirty="0"/>
          </a:p>
        </p:txBody>
      </p:sp>
      <p:sp>
        <p:nvSpPr>
          <p:cNvPr id="43" name="Shape 22"/>
          <p:cNvSpPr/>
          <p:nvPr/>
        </p:nvSpPr>
        <p:spPr>
          <a:xfrm>
            <a:off x="6425989" y="3169883"/>
            <a:ext cx="2306980" cy="985242"/>
          </a:xfrm>
          <a:custGeom>
            <a:avLst/>
            <a:gdLst/>
            <a:ahLst/>
            <a:cxnLst/>
            <a:rect l="l" t="t" r="r" b="b"/>
            <a:pathLst>
              <a:path w="2306980" h="985242">
                <a:moveTo>
                  <a:pt x="0" y="0"/>
                </a:moveTo>
                <a:lnTo>
                  <a:pt x="2306980" y="0"/>
                </a:lnTo>
                <a:lnTo>
                  <a:pt x="2306980" y="985242"/>
                </a:lnTo>
                <a:lnTo>
                  <a:pt x="0" y="985242"/>
                </a:lnTo>
                <a:close/>
              </a:path>
            </a:pathLst>
          </a:custGeom>
          <a:solidFill>
            <a:srgbClr val="000000">
              <a:alpha val="0"/>
            </a:srgbClr>
          </a:solidFill>
          <a:ln/>
        </p:spPr>
      </p:sp>
      <p:sp>
        <p:nvSpPr>
          <p:cNvPr id="44" name="Text 23"/>
          <p:cNvSpPr/>
          <p:nvPr/>
        </p:nvSpPr>
        <p:spPr>
          <a:xfrm>
            <a:off x="6425989" y="3169883"/>
            <a:ext cx="2306980" cy="985242"/>
          </a:xfrm>
          <a:prstGeom prst="rect">
            <a:avLst/>
          </a:prstGeom>
          <a:noFill/>
          <a:ln/>
        </p:spPr>
        <p:txBody>
          <a:bodyPr wrap="square" rtlCol="0" anchor="t"/>
          <a:lstStyle/>
          <a:p>
            <a:pPr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98465" y="1137012"/>
          <a:ext cx="7147070" cy="2771477"/>
        </p:xfrm>
        <a:graphic>
          <a:graphicData uri="http://schemas.openxmlformats.org/drawingml/2006/table">
            <a:tbl>
              <a:tblPr/>
              <a:tblGrid>
                <a:gridCol w="1696760"/>
                <a:gridCol w="1753623"/>
                <a:gridCol w="1516659"/>
                <a:gridCol w="2180028"/>
              </a:tblGrid>
              <a:tr h="461913">
                <a:tc>
                  <a:txBody>
                    <a:bodyPr/>
                    <a:lstStyle/>
                    <a:p>
                      <a:pPr algn="l" indent="0" marL="0">
                        <a:buNone/>
                      </a:pPr>
                      <a:r>
                        <a:rPr lang="en-US" sz="975" u="none" dirty="0">
                          <a:solidFill>
                            <a:srgbClr val="000000"/>
                          </a:solidFill>
                          <a:latin typeface="Nunito" pitchFamily="34" charset="0"/>
                          <a:ea typeface="Nunito" pitchFamily="34" charset="-122"/>
                          <a:cs typeface="Nunito" pitchFamily="34" charset="-120"/>
                        </a:rPr>
                        <a:t>Tumor Type</a:t>
                      </a:r>
                      <a:endParaRPr lang="en-US" sz="975" dirty="0">
                        <a:latin typeface="Nunito" charset="0"/>
                        <a:ea typeface="Nunito" charset="0"/>
                        <a:cs typeface="Nunito"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solidFill>
                      <a:srgbClr val="C1C5D4"/>
                    </a:solidFill>
                  </a:tcPr>
                </a:tc>
                <a:tc>
                  <a:txBody>
                    <a:bodyPr/>
                    <a:lstStyle/>
                    <a:p>
                      <a:pPr algn="l" indent="0" marL="0">
                        <a:buNone/>
                      </a:pPr>
                      <a:r>
                        <a:rPr lang="en-US" sz="975" u="none" dirty="0">
                          <a:solidFill>
                            <a:srgbClr val="000000"/>
                          </a:solidFill>
                          <a:latin typeface="Nunito" pitchFamily="34" charset="0"/>
                          <a:ea typeface="Nunito" pitchFamily="34" charset="-122"/>
                          <a:cs typeface="Nunito" pitchFamily="34" charset="-120"/>
                        </a:rPr>
                        <a:t>Location</a:t>
                      </a:r>
                      <a:endParaRPr lang="en-US" sz="975" dirty="0">
                        <a:latin typeface="Nunito" charset="0"/>
                        <a:ea typeface="Nunito" charset="0"/>
                        <a:cs typeface="Nunito"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solidFill>
                      <a:srgbClr val="C1C5D4"/>
                    </a:solidFill>
                  </a:tcPr>
                </a:tc>
                <a:tc>
                  <a:txBody>
                    <a:bodyPr/>
                    <a:lstStyle/>
                    <a:p>
                      <a:pPr algn="l" indent="0" marL="0">
                        <a:buNone/>
                      </a:pPr>
                      <a:r>
                        <a:rPr lang="en-US" sz="975" u="none" dirty="0">
                          <a:solidFill>
                            <a:srgbClr val="000000"/>
                          </a:solidFill>
                          <a:latin typeface="Nunito" pitchFamily="34" charset="0"/>
                          <a:ea typeface="Nunito" pitchFamily="34" charset="-122"/>
                          <a:cs typeface="Nunito" pitchFamily="34" charset="-120"/>
                        </a:rPr>
                        <a:t>Benign/Malignant</a:t>
                      </a:r>
                      <a:endParaRPr lang="en-US" sz="975" dirty="0">
                        <a:latin typeface="Nunito" charset="0"/>
                        <a:ea typeface="Nunito" charset="0"/>
                        <a:cs typeface="Nunito"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solidFill>
                      <a:srgbClr val="C1C5D4"/>
                    </a:solidFill>
                  </a:tcPr>
                </a:tc>
                <a:tc>
                  <a:txBody>
                    <a:bodyPr/>
                    <a:lstStyle/>
                    <a:p>
                      <a:pPr algn="l" indent="0" marL="0">
                        <a:buNone/>
                      </a:pPr>
                      <a:r>
                        <a:rPr lang="en-US" sz="975" u="none" dirty="0">
                          <a:solidFill>
                            <a:srgbClr val="000000"/>
                          </a:solidFill>
                          <a:latin typeface="Nunito" pitchFamily="34" charset="0"/>
                          <a:ea typeface="Nunito" pitchFamily="34" charset="-122"/>
                          <a:cs typeface="Nunito" pitchFamily="34" charset="-120"/>
                        </a:rPr>
                        <a:t>Common Symptoms</a:t>
                      </a:r>
                      <a:endParaRPr lang="en-US" sz="975" dirty="0">
                        <a:latin typeface="Nunito" charset="0"/>
                        <a:ea typeface="Nunito" charset="0"/>
                        <a:cs typeface="Nunito"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solidFill>
                      <a:srgbClr val="C1C5D4"/>
                    </a:solidFill>
                  </a:tcPr>
                </a:tc>
              </a:tr>
              <a:tr h="461913">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Glioma</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Brain/Spinal Cord</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Malignant</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Headaches, Seizures</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r>
              <a:tr h="461913">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Meningioma</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Brain Meninges</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Benign</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Vision Issues, Headaches</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r>
              <a:tr h="461913">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Schwannoma</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Peripheral Nerves</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Benign</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Hearing Loss, Balance Problems</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r>
              <a:tr h="461913">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Medulloblastoma</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Cerebellum (Pediatric)</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Malignant</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Nausea, Coordination Issues</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r>
              <a:tr h="461913">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Pituitary Adenoma</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Pituitary Gland</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Benign/Malignant</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c>
                  <a:txBody>
                    <a:bodyPr/>
                    <a:lstStyle/>
                    <a:p>
                      <a:pPr algn="l" indent="0" marL="0">
                        <a:buNone/>
                      </a:pPr>
                      <a:r>
                        <a:rPr lang="en-US" sz="900" u="none" dirty="0">
                          <a:solidFill>
                            <a:srgbClr val="000000"/>
                          </a:solidFill>
                          <a:latin typeface="Calibri" pitchFamily="34" charset="0"/>
                          <a:ea typeface="Calibri" pitchFamily="34" charset="-122"/>
                          <a:cs typeface="Calibri" pitchFamily="34" charset="-120"/>
                        </a:rPr>
                        <a:t>Hormonal Imbalance</a:t>
                      </a:r>
                      <a:endParaRPr lang="en-US" sz="900" dirty="0">
                        <a:latin typeface="Calibri" charset="0"/>
                        <a:ea typeface="Calibri" charset="0"/>
                        <a:cs typeface="Calibri" charset="0"/>
                      </a:endParaRPr>
                    </a:p>
                  </a:txBody>
                  <a:tcPr marL="91440" marR="91440" marT="45720" marB="45720" anchor="ctr">
                    <a:lnL w="4763" cap="flat" cmpd="sng" algn="ctr">
                      <a:solidFill>
                        <a:srgbClr val="000000"/>
                      </a:solidFill>
                      <a:prstDash val="solid"/>
                      <a:round/>
                      <a:headEnd type="none" w="med" len="med"/>
                      <a:tailEnd type="none" w="med" len="med"/>
                    </a:lnL>
                    <a:lnR w="4763" cap="flat" cmpd="sng" algn="ctr">
                      <a:solidFill>
                        <a:srgbClr val="000000"/>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000000"/>
                      </a:solidFill>
                      <a:prstDash val="solid"/>
                      <a:round/>
                      <a:headEnd type="none" w="med" len="med"/>
                      <a:tailEnd type="none" w="med" len="med"/>
                    </a:lnB>
                  </a:tcPr>
                </a:tc>
              </a:tr>
            </a:tbl>
          </a:graphicData>
        </a:graphic>
      </p:graphicFrame>
      <p:sp>
        <p:nvSpPr>
          <p:cNvPr id="4" name="Shape 0"/>
          <p:cNvSpPr/>
          <p:nvPr/>
        </p:nvSpPr>
        <p:spPr>
          <a:xfrm>
            <a:off x="874050" y="246298"/>
            <a:ext cx="7395900" cy="666750"/>
          </a:xfrm>
          <a:custGeom>
            <a:avLst/>
            <a:gdLst/>
            <a:ahLst/>
            <a:cxnLst/>
            <a:rect l="l" t="t" r="r" b="b"/>
            <a:pathLst>
              <a:path w="7395900" h="666750">
                <a:moveTo>
                  <a:pt x="0" y="0"/>
                </a:moveTo>
                <a:lnTo>
                  <a:pt x="7395900" y="0"/>
                </a:lnTo>
                <a:lnTo>
                  <a:pt x="7395900" y="666750"/>
                </a:lnTo>
                <a:lnTo>
                  <a:pt x="0" y="666750"/>
                </a:lnTo>
                <a:close/>
              </a:path>
            </a:pathLst>
          </a:custGeom>
          <a:solidFill>
            <a:srgbClr val="000000">
              <a:alpha val="0"/>
            </a:srgbClr>
          </a:solidFill>
          <a:ln/>
        </p:spPr>
      </p:sp>
      <p:sp>
        <p:nvSpPr>
          <p:cNvPr id="5" name="Text 1"/>
          <p:cNvSpPr/>
          <p:nvPr/>
        </p:nvSpPr>
        <p:spPr>
          <a:xfrm>
            <a:off x="874050" y="246298"/>
            <a:ext cx="7395900" cy="666750"/>
          </a:xfrm>
          <a:prstGeom prst="rect">
            <a:avLst/>
          </a:prstGeom>
          <a:noFill/>
          <a:ln/>
        </p:spPr>
        <p:txBody>
          <a:bodyPr wrap="square" rtlCol="0" anchor="t"/>
          <a:lstStyle/>
          <a:p>
            <a:pPr algn="ctr" indent="0" marL="0">
              <a:spcBef>
                <a:spcPts val="375"/>
              </a:spcBef>
              <a:buNone/>
            </a:pPr>
            <a:r>
              <a:rPr lang="en-US" sz="3000" dirty="0">
                <a:solidFill>
                  <a:srgbClr val="45464D"/>
                </a:solidFill>
                <a:latin typeface="Caveat Brush" pitchFamily="34" charset="0"/>
                <a:ea typeface="Caveat Brush" pitchFamily="34" charset="-122"/>
                <a:cs typeface="Caveat Brush" pitchFamily="34" charset="-120"/>
              </a:rPr>
              <a:t>Tumor Classification Table</a:t>
            </a:r>
            <a:endParaRPr lang="en-US" sz="1200" dirty="0"/>
          </a:p>
        </p:txBody>
      </p:sp>
      <p:pic>
        <p:nvPicPr>
          <p:cNvPr id="6" name="Image 1" descr="preencoded.png">    </p:cNvPr>
          <p:cNvPicPr>
            <a:picLocks noChangeAspect="1"/>
          </p:cNvPicPr>
          <p:nvPr/>
        </p:nvPicPr>
        <p:blipFill>
          <a:blip r:embed="rId2"/>
          <a:stretch>
            <a:fillRect/>
          </a:stretch>
        </p:blipFill>
        <p:spPr>
          <a:xfrm rot="-1800000">
            <a:off x="7936523" y="1969549"/>
            <a:ext cx="1198261" cy="1707367"/>
          </a:xfrm>
          <a:prstGeom prst="rect">
            <a:avLst/>
          </a:prstGeom>
        </p:spPr>
      </p:pic>
      <p:sp>
        <p:nvSpPr>
          <p:cNvPr id="7" name="Shape 2"/>
          <p:cNvSpPr/>
          <p:nvPr/>
        </p:nvSpPr>
        <p:spPr>
          <a:xfrm rot="-1800000">
            <a:off x="7936523" y="1969549"/>
            <a:ext cx="1198261" cy="1707367"/>
          </a:xfrm>
          <a:custGeom>
            <a:avLst/>
            <a:gdLst/>
            <a:ahLst/>
            <a:cxnLst/>
            <a:rect l="l" t="t" r="r" b="b"/>
            <a:pathLst>
              <a:path w="1198261" h="1707367">
                <a:moveTo>
                  <a:pt x="0" y="0"/>
                </a:moveTo>
                <a:lnTo>
                  <a:pt x="1198261" y="0"/>
                </a:lnTo>
                <a:lnTo>
                  <a:pt x="1198261" y="1707367"/>
                </a:lnTo>
                <a:lnTo>
                  <a:pt x="0" y="1707367"/>
                </a:lnTo>
                <a:close/>
              </a:path>
            </a:pathLst>
          </a:custGeom>
          <a:solidFill>
            <a:srgbClr val="000000">
              <a:alpha val="0"/>
            </a:srgbClr>
          </a:solidFill>
          <a:ln/>
        </p:spPr>
      </p:sp>
      <p:sp>
        <p:nvSpPr>
          <p:cNvPr id="8" name="Text 3"/>
          <p:cNvSpPr/>
          <p:nvPr/>
        </p:nvSpPr>
        <p:spPr>
          <a:xfrm rot="-1800000">
            <a:off x="7936523" y="1969549"/>
            <a:ext cx="1198261" cy="1707367"/>
          </a:xfrm>
          <a:prstGeom prst="rect">
            <a:avLst/>
          </a:prstGeom>
          <a:noFill/>
          <a:ln/>
        </p:spPr>
        <p:txBody>
          <a:bodyPr wrap="square" rtlCol="0" anchor="t"/>
          <a:lstStyle/>
          <a:p>
            <a:pPr indent="0" marL="0">
              <a:spcBef>
                <a:spcPts val="375"/>
              </a:spcBef>
              <a:buNone/>
            </a:pPr>
            <a:endParaRPr lang="en-US" sz="1200" dirty="0"/>
          </a:p>
        </p:txBody>
      </p:sp>
      <p:pic>
        <p:nvPicPr>
          <p:cNvPr id="9" name="Image 2" descr="preencoded.png">    </p:cNvPr>
          <p:cNvPicPr>
            <a:picLocks noChangeAspect="1"/>
          </p:cNvPicPr>
          <p:nvPr/>
        </p:nvPicPr>
        <p:blipFill>
          <a:blip r:embed="rId3"/>
          <a:stretch>
            <a:fillRect/>
          </a:stretch>
        </p:blipFill>
        <p:spPr>
          <a:xfrm rot="-1800000">
            <a:off x="7936523" y="1969549"/>
            <a:ext cx="1198261" cy="1707367"/>
          </a:xfrm>
          <a:prstGeom prst="rect">
            <a:avLst/>
          </a:prstGeom>
        </p:spPr>
      </p:pic>
      <p:pic>
        <p:nvPicPr>
          <p:cNvPr id="10" name="Image 3" descr="preencoded.png">    </p:cNvPr>
          <p:cNvPicPr>
            <a:picLocks noChangeAspect="1"/>
          </p:cNvPicPr>
          <p:nvPr/>
        </p:nvPicPr>
        <p:blipFill>
          <a:blip r:embed="rId4"/>
          <a:stretch>
            <a:fillRect/>
          </a:stretch>
        </p:blipFill>
        <p:spPr>
          <a:xfrm rot="4620000">
            <a:off x="-282748" y="3452461"/>
            <a:ext cx="1086318" cy="1547864"/>
          </a:xfrm>
          <a:prstGeom prst="rect">
            <a:avLst/>
          </a:prstGeom>
        </p:spPr>
      </p:pic>
      <p:sp>
        <p:nvSpPr>
          <p:cNvPr id="11" name="Shape 4"/>
          <p:cNvSpPr/>
          <p:nvPr/>
        </p:nvSpPr>
        <p:spPr>
          <a:xfrm rot="4620000">
            <a:off x="-282748" y="3452461"/>
            <a:ext cx="1086318" cy="1547864"/>
          </a:xfrm>
          <a:custGeom>
            <a:avLst/>
            <a:gdLst/>
            <a:ahLst/>
            <a:cxnLst/>
            <a:rect l="l" t="t" r="r" b="b"/>
            <a:pathLst>
              <a:path w="1086318" h="1547864">
                <a:moveTo>
                  <a:pt x="0" y="0"/>
                </a:moveTo>
                <a:lnTo>
                  <a:pt x="1086318" y="0"/>
                </a:lnTo>
                <a:lnTo>
                  <a:pt x="1086318" y="1547864"/>
                </a:lnTo>
                <a:lnTo>
                  <a:pt x="0" y="1547864"/>
                </a:lnTo>
                <a:close/>
              </a:path>
            </a:pathLst>
          </a:custGeom>
          <a:solidFill>
            <a:srgbClr val="000000">
              <a:alpha val="0"/>
            </a:srgbClr>
          </a:solidFill>
          <a:ln/>
        </p:spPr>
      </p:sp>
      <p:sp>
        <p:nvSpPr>
          <p:cNvPr id="12" name="Text 5"/>
          <p:cNvSpPr/>
          <p:nvPr/>
        </p:nvSpPr>
        <p:spPr>
          <a:xfrm rot="4620000">
            <a:off x="-282748" y="3452461"/>
            <a:ext cx="1086318" cy="1547864"/>
          </a:xfrm>
          <a:prstGeom prst="rect">
            <a:avLst/>
          </a:prstGeom>
          <a:noFill/>
          <a:ln/>
        </p:spPr>
        <p:txBody>
          <a:bodyPr wrap="square" rtlCol="0" anchor="t"/>
          <a:lstStyle/>
          <a:p>
            <a:pPr indent="0" marL="0">
              <a:spcBef>
                <a:spcPts val="375"/>
              </a:spcBef>
              <a:buNone/>
            </a:pPr>
            <a:endParaRPr lang="en-US" sz="1200" dirty="0"/>
          </a:p>
        </p:txBody>
      </p:sp>
      <p:pic>
        <p:nvPicPr>
          <p:cNvPr id="13" name="Image 4" descr="preencoded.png">    </p:cNvPr>
          <p:cNvPicPr>
            <a:picLocks noChangeAspect="1"/>
          </p:cNvPicPr>
          <p:nvPr/>
        </p:nvPicPr>
        <p:blipFill>
          <a:blip r:embed="rId5"/>
          <a:stretch>
            <a:fillRect/>
          </a:stretch>
        </p:blipFill>
        <p:spPr>
          <a:xfrm rot="4620000">
            <a:off x="-282748" y="3452461"/>
            <a:ext cx="1086318" cy="15478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3385895" y="1452747"/>
            <a:ext cx="2299344" cy="2299344"/>
          </a:xfrm>
          <a:prstGeom prst="rect">
            <a:avLst/>
          </a:prstGeom>
        </p:spPr>
      </p:pic>
      <p:sp>
        <p:nvSpPr>
          <p:cNvPr id="4" name="Shape 0"/>
          <p:cNvSpPr/>
          <p:nvPr/>
        </p:nvSpPr>
        <p:spPr>
          <a:xfrm>
            <a:off x="3385895" y="1452747"/>
            <a:ext cx="2299344" cy="2299344"/>
          </a:xfrm>
          <a:custGeom>
            <a:avLst/>
            <a:gdLst/>
            <a:ahLst/>
            <a:cxnLst/>
            <a:rect l="l" t="t" r="r" b="b"/>
            <a:pathLst>
              <a:path w="2299344" h="2299344">
                <a:moveTo>
                  <a:pt x="0" y="0"/>
                </a:moveTo>
                <a:lnTo>
                  <a:pt x="2299344" y="0"/>
                </a:lnTo>
                <a:lnTo>
                  <a:pt x="2299344" y="2299344"/>
                </a:lnTo>
                <a:lnTo>
                  <a:pt x="0" y="2299344"/>
                </a:lnTo>
                <a:close/>
              </a:path>
            </a:pathLst>
          </a:custGeom>
          <a:solidFill>
            <a:srgbClr val="000000">
              <a:alpha val="0"/>
            </a:srgbClr>
          </a:solidFill>
          <a:ln/>
        </p:spPr>
      </p:sp>
      <p:sp>
        <p:nvSpPr>
          <p:cNvPr id="5" name="Text 1"/>
          <p:cNvSpPr/>
          <p:nvPr/>
        </p:nvSpPr>
        <p:spPr>
          <a:xfrm>
            <a:off x="3385895" y="1452747"/>
            <a:ext cx="2299344" cy="2299344"/>
          </a:xfrm>
          <a:prstGeom prst="rect">
            <a:avLst/>
          </a:prstGeom>
          <a:noFill/>
          <a:ln/>
        </p:spPr>
        <p:txBody>
          <a:bodyPr wrap="square" rtlCol="0" anchor="t"/>
          <a:lstStyle/>
          <a:p>
            <a:pPr indent="0" marL="0">
              <a:spcBef>
                <a:spcPts val="375"/>
              </a:spcBef>
              <a:buNone/>
            </a:pPr>
            <a:endParaRPr lang="en-US" sz="1200" dirty="0"/>
          </a:p>
        </p:txBody>
      </p:sp>
      <p:pic>
        <p:nvPicPr>
          <p:cNvPr id="6" name="Image 2" descr="preencoded.png">    </p:cNvPr>
          <p:cNvPicPr>
            <a:picLocks noChangeAspect="1"/>
          </p:cNvPicPr>
          <p:nvPr/>
        </p:nvPicPr>
        <p:blipFill>
          <a:blip r:embed="rId3"/>
          <a:stretch>
            <a:fillRect/>
          </a:stretch>
        </p:blipFill>
        <p:spPr>
          <a:xfrm>
            <a:off x="3385895" y="1452747"/>
            <a:ext cx="2299344" cy="2299344"/>
          </a:xfrm>
          <a:prstGeom prst="rect">
            <a:avLst/>
          </a:prstGeom>
        </p:spPr>
      </p:pic>
      <p:pic>
        <p:nvPicPr>
          <p:cNvPr id="7" name="Image 3" descr="preencoded.png">    </p:cNvPr>
          <p:cNvPicPr>
            <a:picLocks noChangeAspect="1"/>
          </p:cNvPicPr>
          <p:nvPr/>
        </p:nvPicPr>
        <p:blipFill>
          <a:blip r:embed="rId4"/>
          <a:stretch>
            <a:fillRect/>
          </a:stretch>
        </p:blipFill>
        <p:spPr>
          <a:xfrm>
            <a:off x="6193097" y="1452747"/>
            <a:ext cx="2299344" cy="2299344"/>
          </a:xfrm>
          <a:prstGeom prst="rect">
            <a:avLst/>
          </a:prstGeom>
        </p:spPr>
      </p:pic>
      <p:sp>
        <p:nvSpPr>
          <p:cNvPr id="8" name="Shape 2"/>
          <p:cNvSpPr/>
          <p:nvPr/>
        </p:nvSpPr>
        <p:spPr>
          <a:xfrm>
            <a:off x="6193097" y="1452747"/>
            <a:ext cx="2299344" cy="2299344"/>
          </a:xfrm>
          <a:custGeom>
            <a:avLst/>
            <a:gdLst/>
            <a:ahLst/>
            <a:cxnLst/>
            <a:rect l="l" t="t" r="r" b="b"/>
            <a:pathLst>
              <a:path w="2299344" h="2299344">
                <a:moveTo>
                  <a:pt x="0" y="0"/>
                </a:moveTo>
                <a:lnTo>
                  <a:pt x="2299344" y="0"/>
                </a:lnTo>
                <a:lnTo>
                  <a:pt x="2299344" y="2299344"/>
                </a:lnTo>
                <a:lnTo>
                  <a:pt x="0" y="2299344"/>
                </a:lnTo>
                <a:close/>
              </a:path>
            </a:pathLst>
          </a:custGeom>
          <a:solidFill>
            <a:srgbClr val="000000">
              <a:alpha val="0"/>
            </a:srgbClr>
          </a:solidFill>
          <a:ln/>
        </p:spPr>
      </p:sp>
      <p:sp>
        <p:nvSpPr>
          <p:cNvPr id="9" name="Text 3"/>
          <p:cNvSpPr/>
          <p:nvPr/>
        </p:nvSpPr>
        <p:spPr>
          <a:xfrm>
            <a:off x="6193097" y="1452747"/>
            <a:ext cx="2299344" cy="2299344"/>
          </a:xfrm>
          <a:prstGeom prst="rect">
            <a:avLst/>
          </a:prstGeom>
          <a:noFill/>
          <a:ln/>
        </p:spPr>
        <p:txBody>
          <a:bodyPr wrap="square" rtlCol="0" anchor="t"/>
          <a:lstStyle/>
          <a:p>
            <a:pPr indent="0" marL="0">
              <a:spcBef>
                <a:spcPts val="375"/>
              </a:spcBef>
              <a:buNone/>
            </a:pPr>
            <a:endParaRPr lang="en-US" sz="1200" dirty="0"/>
          </a:p>
        </p:txBody>
      </p:sp>
      <p:pic>
        <p:nvPicPr>
          <p:cNvPr id="10" name="Image 4" descr="preencoded.png">    </p:cNvPr>
          <p:cNvPicPr>
            <a:picLocks noChangeAspect="1"/>
          </p:cNvPicPr>
          <p:nvPr/>
        </p:nvPicPr>
        <p:blipFill>
          <a:blip r:embed="rId5"/>
          <a:stretch>
            <a:fillRect/>
          </a:stretch>
        </p:blipFill>
        <p:spPr>
          <a:xfrm>
            <a:off x="6193097" y="1452747"/>
            <a:ext cx="2299344" cy="2299344"/>
          </a:xfrm>
          <a:prstGeom prst="rect">
            <a:avLst/>
          </a:prstGeom>
        </p:spPr>
      </p:pic>
      <p:pic>
        <p:nvPicPr>
          <p:cNvPr id="11" name="Image 5" descr="preencoded.png">    </p:cNvPr>
          <p:cNvPicPr>
            <a:picLocks noChangeAspect="1"/>
          </p:cNvPicPr>
          <p:nvPr/>
        </p:nvPicPr>
        <p:blipFill>
          <a:blip r:embed="rId6"/>
          <a:stretch>
            <a:fillRect/>
          </a:stretch>
        </p:blipFill>
        <p:spPr>
          <a:xfrm>
            <a:off x="651178" y="1452747"/>
            <a:ext cx="2299344" cy="2299344"/>
          </a:xfrm>
          <a:prstGeom prst="rect">
            <a:avLst/>
          </a:prstGeom>
        </p:spPr>
      </p:pic>
      <p:sp>
        <p:nvSpPr>
          <p:cNvPr id="12" name="Shape 4"/>
          <p:cNvSpPr/>
          <p:nvPr/>
        </p:nvSpPr>
        <p:spPr>
          <a:xfrm>
            <a:off x="651178" y="1452747"/>
            <a:ext cx="2299344" cy="2299344"/>
          </a:xfrm>
          <a:custGeom>
            <a:avLst/>
            <a:gdLst/>
            <a:ahLst/>
            <a:cxnLst/>
            <a:rect l="l" t="t" r="r" b="b"/>
            <a:pathLst>
              <a:path w="2299344" h="2299344">
                <a:moveTo>
                  <a:pt x="0" y="0"/>
                </a:moveTo>
                <a:lnTo>
                  <a:pt x="2299344" y="0"/>
                </a:lnTo>
                <a:lnTo>
                  <a:pt x="2299344" y="2299344"/>
                </a:lnTo>
                <a:lnTo>
                  <a:pt x="0" y="2299344"/>
                </a:lnTo>
                <a:close/>
              </a:path>
            </a:pathLst>
          </a:custGeom>
          <a:solidFill>
            <a:srgbClr val="000000">
              <a:alpha val="0"/>
            </a:srgbClr>
          </a:solidFill>
          <a:ln/>
        </p:spPr>
      </p:sp>
      <p:sp>
        <p:nvSpPr>
          <p:cNvPr id="13" name="Text 5"/>
          <p:cNvSpPr/>
          <p:nvPr/>
        </p:nvSpPr>
        <p:spPr>
          <a:xfrm>
            <a:off x="651178" y="1452747"/>
            <a:ext cx="2299344" cy="2299344"/>
          </a:xfrm>
          <a:prstGeom prst="rect">
            <a:avLst/>
          </a:prstGeom>
          <a:noFill/>
          <a:ln/>
        </p:spPr>
        <p:txBody>
          <a:bodyPr wrap="square" rtlCol="0" anchor="t"/>
          <a:lstStyle/>
          <a:p>
            <a:pPr indent="0" marL="0">
              <a:spcBef>
                <a:spcPts val="375"/>
              </a:spcBef>
              <a:buNone/>
            </a:pPr>
            <a:endParaRPr lang="en-US" sz="1200" dirty="0"/>
          </a:p>
        </p:txBody>
      </p:sp>
      <p:pic>
        <p:nvPicPr>
          <p:cNvPr id="14" name="Image 6" descr="preencoded.png">    </p:cNvPr>
          <p:cNvPicPr>
            <a:picLocks noChangeAspect="1"/>
          </p:cNvPicPr>
          <p:nvPr/>
        </p:nvPicPr>
        <p:blipFill>
          <a:blip r:embed="rId7"/>
          <a:stretch>
            <a:fillRect/>
          </a:stretch>
        </p:blipFill>
        <p:spPr>
          <a:xfrm>
            <a:off x="651178" y="1452747"/>
            <a:ext cx="2299344" cy="2299344"/>
          </a:xfrm>
          <a:prstGeom prst="rect">
            <a:avLst/>
          </a:prstGeom>
        </p:spPr>
      </p:pic>
      <p:pic>
        <p:nvPicPr>
          <p:cNvPr id="15" name="Image 7" descr="preencoded.png">    </p:cNvPr>
          <p:cNvPicPr>
            <a:picLocks noChangeAspect="1"/>
          </p:cNvPicPr>
          <p:nvPr/>
        </p:nvPicPr>
        <p:blipFill>
          <a:blip r:embed="rId8"/>
          <a:stretch>
            <a:fillRect/>
          </a:stretch>
        </p:blipFill>
        <p:spPr>
          <a:xfrm>
            <a:off x="551228" y="1377789"/>
            <a:ext cx="2499245" cy="2449260"/>
          </a:xfrm>
          <a:prstGeom prst="rect">
            <a:avLst/>
          </a:prstGeom>
        </p:spPr>
      </p:pic>
      <p:sp>
        <p:nvSpPr>
          <p:cNvPr id="16" name="Shape 6"/>
          <p:cNvSpPr/>
          <p:nvPr/>
        </p:nvSpPr>
        <p:spPr>
          <a:xfrm>
            <a:off x="551228" y="1377789"/>
            <a:ext cx="2499245" cy="2449260"/>
          </a:xfrm>
          <a:custGeom>
            <a:avLst/>
            <a:gdLst/>
            <a:ahLst/>
            <a:cxnLst/>
            <a:rect l="l" t="t" r="r" b="b"/>
            <a:pathLst>
              <a:path w="2499245" h="2449260">
                <a:moveTo>
                  <a:pt x="0" y="0"/>
                </a:moveTo>
                <a:lnTo>
                  <a:pt x="2499245" y="0"/>
                </a:lnTo>
                <a:lnTo>
                  <a:pt x="2499245" y="2449260"/>
                </a:lnTo>
                <a:lnTo>
                  <a:pt x="0" y="2449260"/>
                </a:lnTo>
                <a:close/>
              </a:path>
            </a:pathLst>
          </a:custGeom>
          <a:solidFill>
            <a:srgbClr val="000000">
              <a:alpha val="0"/>
            </a:srgbClr>
          </a:solidFill>
          <a:ln/>
        </p:spPr>
      </p:sp>
      <p:sp>
        <p:nvSpPr>
          <p:cNvPr id="17" name="Text 7"/>
          <p:cNvSpPr/>
          <p:nvPr/>
        </p:nvSpPr>
        <p:spPr>
          <a:xfrm>
            <a:off x="551228" y="1377789"/>
            <a:ext cx="2499245" cy="2449260"/>
          </a:xfrm>
          <a:prstGeom prst="rect">
            <a:avLst/>
          </a:prstGeom>
          <a:noFill/>
          <a:ln/>
        </p:spPr>
        <p:txBody>
          <a:bodyPr wrap="square" rtlCol="0" anchor="t"/>
          <a:lstStyle/>
          <a:p>
            <a:pPr indent="0" marL="0">
              <a:spcBef>
                <a:spcPts val="375"/>
              </a:spcBef>
              <a:buNone/>
            </a:pPr>
            <a:endParaRPr lang="en-US" sz="1200" dirty="0"/>
          </a:p>
        </p:txBody>
      </p:sp>
      <p:pic>
        <p:nvPicPr>
          <p:cNvPr id="18" name="Image 8" descr="preencoded.png">    </p:cNvPr>
          <p:cNvPicPr>
            <a:picLocks noChangeAspect="1"/>
          </p:cNvPicPr>
          <p:nvPr/>
        </p:nvPicPr>
        <p:blipFill>
          <a:blip r:embed="rId9"/>
          <a:stretch>
            <a:fillRect/>
          </a:stretch>
        </p:blipFill>
        <p:spPr>
          <a:xfrm>
            <a:off x="551228" y="1377789"/>
            <a:ext cx="2499245" cy="2449260"/>
          </a:xfrm>
          <a:prstGeom prst="rect">
            <a:avLst/>
          </a:prstGeom>
        </p:spPr>
      </p:pic>
      <p:pic>
        <p:nvPicPr>
          <p:cNvPr id="19" name="Image 9" descr="preencoded.png">    </p:cNvPr>
          <p:cNvPicPr>
            <a:picLocks noChangeAspect="1"/>
          </p:cNvPicPr>
          <p:nvPr/>
        </p:nvPicPr>
        <p:blipFill>
          <a:blip r:embed="rId10"/>
          <a:stretch>
            <a:fillRect/>
          </a:stretch>
        </p:blipFill>
        <p:spPr>
          <a:xfrm>
            <a:off x="3322378" y="1377789"/>
            <a:ext cx="2499245" cy="2449260"/>
          </a:xfrm>
          <a:prstGeom prst="rect">
            <a:avLst/>
          </a:prstGeom>
        </p:spPr>
      </p:pic>
      <p:sp>
        <p:nvSpPr>
          <p:cNvPr id="20" name="Shape 8"/>
          <p:cNvSpPr/>
          <p:nvPr/>
        </p:nvSpPr>
        <p:spPr>
          <a:xfrm>
            <a:off x="3322378" y="1377789"/>
            <a:ext cx="2499245" cy="2449260"/>
          </a:xfrm>
          <a:custGeom>
            <a:avLst/>
            <a:gdLst/>
            <a:ahLst/>
            <a:cxnLst/>
            <a:rect l="l" t="t" r="r" b="b"/>
            <a:pathLst>
              <a:path w="2499245" h="2449260">
                <a:moveTo>
                  <a:pt x="0" y="0"/>
                </a:moveTo>
                <a:lnTo>
                  <a:pt x="2499245" y="0"/>
                </a:lnTo>
                <a:lnTo>
                  <a:pt x="2499245" y="2449260"/>
                </a:lnTo>
                <a:lnTo>
                  <a:pt x="0" y="2449260"/>
                </a:lnTo>
                <a:close/>
              </a:path>
            </a:pathLst>
          </a:custGeom>
          <a:solidFill>
            <a:srgbClr val="000000">
              <a:alpha val="0"/>
            </a:srgbClr>
          </a:solidFill>
          <a:ln/>
        </p:spPr>
      </p:sp>
      <p:sp>
        <p:nvSpPr>
          <p:cNvPr id="21" name="Text 9"/>
          <p:cNvSpPr/>
          <p:nvPr/>
        </p:nvSpPr>
        <p:spPr>
          <a:xfrm>
            <a:off x="3322378" y="1377789"/>
            <a:ext cx="2499245" cy="2449260"/>
          </a:xfrm>
          <a:prstGeom prst="rect">
            <a:avLst/>
          </a:prstGeom>
          <a:noFill/>
          <a:ln/>
        </p:spPr>
        <p:txBody>
          <a:bodyPr wrap="square" rtlCol="0" anchor="t"/>
          <a:lstStyle/>
          <a:p>
            <a:pPr indent="0" marL="0">
              <a:spcBef>
                <a:spcPts val="375"/>
              </a:spcBef>
              <a:buNone/>
            </a:pPr>
            <a:endParaRPr lang="en-US" sz="1200" dirty="0"/>
          </a:p>
        </p:txBody>
      </p:sp>
      <p:pic>
        <p:nvPicPr>
          <p:cNvPr id="22" name="Image 10" descr="preencoded.png">    </p:cNvPr>
          <p:cNvPicPr>
            <a:picLocks noChangeAspect="1"/>
          </p:cNvPicPr>
          <p:nvPr/>
        </p:nvPicPr>
        <p:blipFill>
          <a:blip r:embed="rId11"/>
          <a:stretch>
            <a:fillRect/>
          </a:stretch>
        </p:blipFill>
        <p:spPr>
          <a:xfrm>
            <a:off x="3322378" y="1377789"/>
            <a:ext cx="2499245" cy="2449260"/>
          </a:xfrm>
          <a:prstGeom prst="rect">
            <a:avLst/>
          </a:prstGeom>
        </p:spPr>
      </p:pic>
      <p:pic>
        <p:nvPicPr>
          <p:cNvPr id="23" name="Image 11" descr="preencoded.png">    </p:cNvPr>
          <p:cNvPicPr>
            <a:picLocks noChangeAspect="1"/>
          </p:cNvPicPr>
          <p:nvPr/>
        </p:nvPicPr>
        <p:blipFill>
          <a:blip r:embed="rId12"/>
          <a:stretch>
            <a:fillRect/>
          </a:stretch>
        </p:blipFill>
        <p:spPr>
          <a:xfrm>
            <a:off x="6093528" y="1377789"/>
            <a:ext cx="2499245" cy="2449260"/>
          </a:xfrm>
          <a:prstGeom prst="rect">
            <a:avLst/>
          </a:prstGeom>
        </p:spPr>
      </p:pic>
      <p:sp>
        <p:nvSpPr>
          <p:cNvPr id="24" name="Shape 10"/>
          <p:cNvSpPr/>
          <p:nvPr/>
        </p:nvSpPr>
        <p:spPr>
          <a:xfrm>
            <a:off x="6093528" y="1377789"/>
            <a:ext cx="2499245" cy="2449260"/>
          </a:xfrm>
          <a:custGeom>
            <a:avLst/>
            <a:gdLst/>
            <a:ahLst/>
            <a:cxnLst/>
            <a:rect l="l" t="t" r="r" b="b"/>
            <a:pathLst>
              <a:path w="2499245" h="2449260">
                <a:moveTo>
                  <a:pt x="0" y="0"/>
                </a:moveTo>
                <a:lnTo>
                  <a:pt x="2499245" y="0"/>
                </a:lnTo>
                <a:lnTo>
                  <a:pt x="2499245" y="2449260"/>
                </a:lnTo>
                <a:lnTo>
                  <a:pt x="0" y="2449260"/>
                </a:lnTo>
                <a:close/>
              </a:path>
            </a:pathLst>
          </a:custGeom>
          <a:solidFill>
            <a:srgbClr val="000000">
              <a:alpha val="0"/>
            </a:srgbClr>
          </a:solidFill>
          <a:ln/>
        </p:spPr>
      </p:sp>
      <p:sp>
        <p:nvSpPr>
          <p:cNvPr id="25" name="Text 11"/>
          <p:cNvSpPr/>
          <p:nvPr/>
        </p:nvSpPr>
        <p:spPr>
          <a:xfrm>
            <a:off x="6093528" y="1377789"/>
            <a:ext cx="2499245" cy="2449260"/>
          </a:xfrm>
          <a:prstGeom prst="rect">
            <a:avLst/>
          </a:prstGeom>
          <a:noFill/>
          <a:ln/>
        </p:spPr>
        <p:txBody>
          <a:bodyPr wrap="square" rtlCol="0" anchor="t"/>
          <a:lstStyle/>
          <a:p>
            <a:pPr indent="0" marL="0">
              <a:spcBef>
                <a:spcPts val="375"/>
              </a:spcBef>
              <a:buNone/>
            </a:pPr>
            <a:endParaRPr lang="en-US" sz="1200" dirty="0"/>
          </a:p>
        </p:txBody>
      </p:sp>
      <p:pic>
        <p:nvPicPr>
          <p:cNvPr id="26" name="Image 12" descr="preencoded.png">    </p:cNvPr>
          <p:cNvPicPr>
            <a:picLocks noChangeAspect="1"/>
          </p:cNvPicPr>
          <p:nvPr/>
        </p:nvPicPr>
        <p:blipFill>
          <a:blip r:embed="rId13"/>
          <a:stretch>
            <a:fillRect/>
          </a:stretch>
        </p:blipFill>
        <p:spPr>
          <a:xfrm>
            <a:off x="6093528" y="1377789"/>
            <a:ext cx="2499245" cy="2449260"/>
          </a:xfrm>
          <a:prstGeom prst="rect">
            <a:avLst/>
          </a:prstGeom>
        </p:spPr>
      </p:pic>
      <p:sp>
        <p:nvSpPr>
          <p:cNvPr id="27" name="Shape 12"/>
          <p:cNvSpPr/>
          <p:nvPr/>
        </p:nvSpPr>
        <p:spPr>
          <a:xfrm>
            <a:off x="874042" y="197820"/>
            <a:ext cx="7395900" cy="552450"/>
          </a:xfrm>
          <a:custGeom>
            <a:avLst/>
            <a:gdLst/>
            <a:ahLst/>
            <a:cxnLst/>
            <a:rect l="l" t="t" r="r" b="b"/>
            <a:pathLst>
              <a:path w="7395900" h="552450">
                <a:moveTo>
                  <a:pt x="0" y="0"/>
                </a:moveTo>
                <a:lnTo>
                  <a:pt x="7395900" y="0"/>
                </a:lnTo>
                <a:lnTo>
                  <a:pt x="7395900" y="552450"/>
                </a:lnTo>
                <a:lnTo>
                  <a:pt x="0" y="552450"/>
                </a:lnTo>
                <a:close/>
              </a:path>
            </a:pathLst>
          </a:custGeom>
          <a:solidFill>
            <a:srgbClr val="000000">
              <a:alpha val="0"/>
            </a:srgbClr>
          </a:solidFill>
          <a:ln/>
        </p:spPr>
      </p:sp>
      <p:sp>
        <p:nvSpPr>
          <p:cNvPr id="28" name="Text 13"/>
          <p:cNvSpPr/>
          <p:nvPr/>
        </p:nvSpPr>
        <p:spPr>
          <a:xfrm>
            <a:off x="874042" y="197820"/>
            <a:ext cx="7395900" cy="552450"/>
          </a:xfrm>
          <a:prstGeom prst="rect">
            <a:avLst/>
          </a:prstGeom>
          <a:noFill/>
          <a:ln/>
        </p:spPr>
        <p:txBody>
          <a:bodyPr wrap="square" rtlCol="0" anchor="t"/>
          <a:lstStyle/>
          <a:p>
            <a:pPr algn="ctr" indent="0" marL="0">
              <a:spcBef>
                <a:spcPts val="375"/>
              </a:spcBef>
              <a:buNone/>
            </a:pPr>
            <a:r>
              <a:rPr lang="en-US" sz="3000" dirty="0">
                <a:solidFill>
                  <a:srgbClr val="45464D"/>
                </a:solidFill>
                <a:latin typeface="Caveat Brush" pitchFamily="34" charset="0"/>
                <a:ea typeface="Caveat Brush" pitchFamily="34" charset="-122"/>
                <a:cs typeface="Caveat Brush" pitchFamily="34" charset="-120"/>
              </a:rPr>
              <a:t>Write a main idea here</a:t>
            </a:r>
            <a:endParaRPr lang="en-US" sz="1200" dirty="0"/>
          </a:p>
        </p:txBody>
      </p:sp>
      <p:sp>
        <p:nvSpPr>
          <p:cNvPr id="29" name="Shape 14"/>
          <p:cNvSpPr/>
          <p:nvPr/>
        </p:nvSpPr>
        <p:spPr>
          <a:xfrm>
            <a:off x="651178" y="1478873"/>
            <a:ext cx="2269341" cy="603796"/>
          </a:xfrm>
          <a:custGeom>
            <a:avLst/>
            <a:gdLst/>
            <a:ahLst/>
            <a:cxnLst/>
            <a:rect l="l" t="t" r="r" b="b"/>
            <a:pathLst>
              <a:path w="2269341" h="603796">
                <a:moveTo>
                  <a:pt x="0" y="0"/>
                </a:moveTo>
                <a:lnTo>
                  <a:pt x="2269341" y="0"/>
                </a:lnTo>
                <a:lnTo>
                  <a:pt x="2269341" y="603796"/>
                </a:lnTo>
                <a:lnTo>
                  <a:pt x="0" y="603796"/>
                </a:lnTo>
                <a:close/>
              </a:path>
            </a:pathLst>
          </a:custGeom>
          <a:solidFill>
            <a:srgbClr val="000000">
              <a:alpha val="0"/>
            </a:srgbClr>
          </a:solidFill>
          <a:ln/>
        </p:spPr>
      </p:sp>
      <p:sp>
        <p:nvSpPr>
          <p:cNvPr id="30" name="Text 15"/>
          <p:cNvSpPr/>
          <p:nvPr/>
        </p:nvSpPr>
        <p:spPr>
          <a:xfrm>
            <a:off x="651178" y="1478873"/>
            <a:ext cx="2269341" cy="603796"/>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a:t>
            </a:r>
            <a:endParaRPr lang="en-US" sz="1200" dirty="0"/>
          </a:p>
        </p:txBody>
      </p:sp>
      <p:sp>
        <p:nvSpPr>
          <p:cNvPr id="31" name="Shape 16"/>
          <p:cNvSpPr/>
          <p:nvPr/>
        </p:nvSpPr>
        <p:spPr>
          <a:xfrm>
            <a:off x="3385895" y="1537943"/>
            <a:ext cx="2216616" cy="603796"/>
          </a:xfrm>
          <a:custGeom>
            <a:avLst/>
            <a:gdLst/>
            <a:ahLst/>
            <a:cxnLst/>
            <a:rect l="l" t="t" r="r" b="b"/>
            <a:pathLst>
              <a:path w="2216616" h="603796">
                <a:moveTo>
                  <a:pt x="0" y="0"/>
                </a:moveTo>
                <a:lnTo>
                  <a:pt x="2216616" y="0"/>
                </a:lnTo>
                <a:lnTo>
                  <a:pt x="2216616" y="603796"/>
                </a:lnTo>
                <a:lnTo>
                  <a:pt x="0" y="603796"/>
                </a:lnTo>
                <a:close/>
              </a:path>
            </a:pathLst>
          </a:custGeom>
          <a:solidFill>
            <a:srgbClr val="000000">
              <a:alpha val="0"/>
            </a:srgbClr>
          </a:solidFill>
          <a:ln/>
        </p:spPr>
      </p:sp>
      <p:sp>
        <p:nvSpPr>
          <p:cNvPr id="32" name="Text 17"/>
          <p:cNvSpPr/>
          <p:nvPr/>
        </p:nvSpPr>
        <p:spPr>
          <a:xfrm>
            <a:off x="3385895" y="1537943"/>
            <a:ext cx="2216616" cy="603796"/>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a:t>
            </a:r>
            <a:endParaRPr lang="en-US" sz="1200" dirty="0"/>
          </a:p>
        </p:txBody>
      </p:sp>
      <p:sp>
        <p:nvSpPr>
          <p:cNvPr id="33" name="Shape 18"/>
          <p:cNvSpPr/>
          <p:nvPr/>
        </p:nvSpPr>
        <p:spPr>
          <a:xfrm>
            <a:off x="6234269" y="1597013"/>
            <a:ext cx="2228813" cy="603796"/>
          </a:xfrm>
          <a:custGeom>
            <a:avLst/>
            <a:gdLst/>
            <a:ahLst/>
            <a:cxnLst/>
            <a:rect l="l" t="t" r="r" b="b"/>
            <a:pathLst>
              <a:path w="2228813" h="603796">
                <a:moveTo>
                  <a:pt x="0" y="0"/>
                </a:moveTo>
                <a:lnTo>
                  <a:pt x="2228813" y="0"/>
                </a:lnTo>
                <a:lnTo>
                  <a:pt x="2228813" y="603796"/>
                </a:lnTo>
                <a:lnTo>
                  <a:pt x="0" y="603796"/>
                </a:lnTo>
                <a:close/>
              </a:path>
            </a:pathLst>
          </a:custGeom>
          <a:solidFill>
            <a:srgbClr val="000000">
              <a:alpha val="0"/>
            </a:srgbClr>
          </a:solidFill>
          <a:ln/>
        </p:spPr>
      </p:sp>
      <p:sp>
        <p:nvSpPr>
          <p:cNvPr id="34" name="Text 19"/>
          <p:cNvSpPr/>
          <p:nvPr/>
        </p:nvSpPr>
        <p:spPr>
          <a:xfrm>
            <a:off x="6234269" y="1597013"/>
            <a:ext cx="2228813" cy="603796"/>
          </a:xfrm>
          <a:prstGeom prst="rect">
            <a:avLst/>
          </a:prstGeom>
          <a:noFill/>
          <a:ln/>
        </p:spPr>
        <p:txBody>
          <a:bodyPr wrap="square" rtlCol="0" anchor="t"/>
          <a:lstStyle/>
          <a:p>
            <a:pPr algn="ctr"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3116890" y="1094737"/>
            <a:ext cx="2910220" cy="3713738"/>
          </a:xfrm>
          <a:prstGeom prst="rect">
            <a:avLst/>
          </a:prstGeom>
        </p:spPr>
      </p:pic>
      <p:sp>
        <p:nvSpPr>
          <p:cNvPr id="4" name="Shape 0"/>
          <p:cNvSpPr/>
          <p:nvPr/>
        </p:nvSpPr>
        <p:spPr>
          <a:xfrm>
            <a:off x="1401482" y="161274"/>
            <a:ext cx="6341100" cy="476250"/>
          </a:xfrm>
          <a:custGeom>
            <a:avLst/>
            <a:gdLst/>
            <a:ahLst/>
            <a:cxnLst/>
            <a:rect l="l" t="t" r="r" b="b"/>
            <a:pathLst>
              <a:path w="6341100" h="476250">
                <a:moveTo>
                  <a:pt x="0" y="0"/>
                </a:moveTo>
                <a:lnTo>
                  <a:pt x="6341100" y="0"/>
                </a:lnTo>
                <a:lnTo>
                  <a:pt x="6341100" y="476250"/>
                </a:lnTo>
                <a:lnTo>
                  <a:pt x="0" y="476250"/>
                </a:lnTo>
                <a:close/>
              </a:path>
            </a:pathLst>
          </a:custGeom>
          <a:solidFill>
            <a:srgbClr val="000000">
              <a:alpha val="0"/>
            </a:srgbClr>
          </a:solidFill>
          <a:ln/>
        </p:spPr>
      </p:sp>
      <p:sp>
        <p:nvSpPr>
          <p:cNvPr id="5" name="Text 1"/>
          <p:cNvSpPr/>
          <p:nvPr/>
        </p:nvSpPr>
        <p:spPr>
          <a:xfrm>
            <a:off x="1401482" y="161274"/>
            <a:ext cx="6341100" cy="476250"/>
          </a:xfrm>
          <a:prstGeom prst="rect">
            <a:avLst/>
          </a:prstGeom>
          <a:noFill/>
          <a:ln/>
        </p:spPr>
        <p:txBody>
          <a:bodyPr wrap="square" rtlCol="0" anchor="t"/>
          <a:lstStyle/>
          <a:p>
            <a:pPr algn="ctr" indent="0" marL="0">
              <a:spcBef>
                <a:spcPts val="375"/>
              </a:spcBef>
              <a:buNone/>
            </a:pPr>
            <a:r>
              <a:rPr lang="en-US" sz="3000" dirty="0">
                <a:solidFill>
                  <a:srgbClr val="45464D"/>
                </a:solidFill>
                <a:latin typeface="Caveat Brush" pitchFamily="34" charset="0"/>
                <a:ea typeface="Caveat Brush" pitchFamily="34" charset="-122"/>
                <a:cs typeface="Caveat Brush" pitchFamily="34" charset="-120"/>
              </a:rPr>
              <a:t>Write a main idea here</a:t>
            </a:r>
            <a:endParaRPr lang="en-US" sz="1200" dirty="0"/>
          </a:p>
        </p:txBody>
      </p:sp>
      <p:sp>
        <p:nvSpPr>
          <p:cNvPr id="6" name="Shape 2"/>
          <p:cNvSpPr/>
          <p:nvPr/>
        </p:nvSpPr>
        <p:spPr>
          <a:xfrm>
            <a:off x="6517040" y="2139780"/>
            <a:ext cx="2026650" cy="349523"/>
          </a:xfrm>
          <a:custGeom>
            <a:avLst/>
            <a:gdLst/>
            <a:ahLst/>
            <a:cxnLst/>
            <a:rect l="l" t="t" r="r" b="b"/>
            <a:pathLst>
              <a:path w="2026650" h="349523">
                <a:moveTo>
                  <a:pt x="0" y="0"/>
                </a:moveTo>
                <a:lnTo>
                  <a:pt x="2026650" y="0"/>
                </a:lnTo>
                <a:lnTo>
                  <a:pt x="2026650" y="349523"/>
                </a:lnTo>
                <a:lnTo>
                  <a:pt x="0" y="349523"/>
                </a:lnTo>
                <a:close/>
              </a:path>
            </a:pathLst>
          </a:custGeom>
          <a:solidFill>
            <a:srgbClr val="000000">
              <a:alpha val="0"/>
            </a:srgbClr>
          </a:solidFill>
          <a:ln/>
        </p:spPr>
      </p:sp>
      <p:sp>
        <p:nvSpPr>
          <p:cNvPr id="7" name="Text 3"/>
          <p:cNvSpPr/>
          <p:nvPr/>
        </p:nvSpPr>
        <p:spPr>
          <a:xfrm>
            <a:off x="6517040" y="2139780"/>
            <a:ext cx="2026650" cy="349523"/>
          </a:xfrm>
          <a:prstGeom prst="rect">
            <a:avLst/>
          </a:prstGeom>
          <a:noFill/>
          <a:ln/>
        </p:spPr>
        <p:txBody>
          <a:bodyPr wrap="square" rtlCol="0" anchor="t"/>
          <a:lstStyle/>
          <a:p>
            <a:pPr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a:t>
            </a:r>
            <a:endParaRPr lang="en-US" sz="1200" dirty="0"/>
          </a:p>
        </p:txBody>
      </p:sp>
      <p:sp>
        <p:nvSpPr>
          <p:cNvPr id="8" name="Shape 4"/>
          <p:cNvSpPr/>
          <p:nvPr/>
        </p:nvSpPr>
        <p:spPr>
          <a:xfrm>
            <a:off x="6446157" y="1520039"/>
            <a:ext cx="2026650" cy="241399"/>
          </a:xfrm>
          <a:custGeom>
            <a:avLst/>
            <a:gdLst/>
            <a:ahLst/>
            <a:cxnLst/>
            <a:rect l="l" t="t" r="r" b="b"/>
            <a:pathLst>
              <a:path w="2026650" h="241399">
                <a:moveTo>
                  <a:pt x="0" y="0"/>
                </a:moveTo>
                <a:lnTo>
                  <a:pt x="2026650" y="0"/>
                </a:lnTo>
                <a:lnTo>
                  <a:pt x="2026650" y="241399"/>
                </a:lnTo>
                <a:lnTo>
                  <a:pt x="0" y="241399"/>
                </a:lnTo>
                <a:close/>
              </a:path>
            </a:pathLst>
          </a:custGeom>
          <a:solidFill>
            <a:srgbClr val="000000">
              <a:alpha val="0"/>
            </a:srgbClr>
          </a:solidFill>
          <a:ln/>
        </p:spPr>
      </p:sp>
      <p:sp>
        <p:nvSpPr>
          <p:cNvPr id="9" name="Text 5"/>
          <p:cNvSpPr/>
          <p:nvPr/>
        </p:nvSpPr>
        <p:spPr>
          <a:xfrm>
            <a:off x="6446157" y="1520039"/>
            <a:ext cx="2026650" cy="241399"/>
          </a:xfrm>
          <a:prstGeom prst="rect">
            <a:avLst/>
          </a:prstGeom>
          <a:noFill/>
          <a:ln/>
        </p:spPr>
        <p:txBody>
          <a:bodyPr wrap="square" rtlCol="0" anchor="t"/>
          <a:lstStyle/>
          <a:p>
            <a:pPr algn="ctr" indent="0" marL="0">
              <a:spcBef>
                <a:spcPts val="375"/>
              </a:spcBef>
              <a:buNone/>
            </a:pPr>
            <a:r>
              <a:rPr lang="en-US" sz="1125" b="1" dirty="0">
                <a:solidFill>
                  <a:srgbClr val="000000"/>
                </a:solidFill>
                <a:latin typeface="Nunito" pitchFamily="34" charset="0"/>
                <a:ea typeface="Nunito" pitchFamily="34" charset="-122"/>
                <a:cs typeface="Nunito" pitchFamily="34" charset="-120"/>
              </a:rPr>
              <a:t>Write a main idea here</a:t>
            </a:r>
            <a:endParaRPr lang="en-US" sz="1200" dirty="0"/>
          </a:p>
        </p:txBody>
      </p:sp>
      <p:sp>
        <p:nvSpPr>
          <p:cNvPr id="10" name="Shape 6"/>
          <p:cNvSpPr/>
          <p:nvPr/>
        </p:nvSpPr>
        <p:spPr>
          <a:xfrm>
            <a:off x="6517040" y="3923708"/>
            <a:ext cx="2026650" cy="349523"/>
          </a:xfrm>
          <a:custGeom>
            <a:avLst/>
            <a:gdLst/>
            <a:ahLst/>
            <a:cxnLst/>
            <a:rect l="l" t="t" r="r" b="b"/>
            <a:pathLst>
              <a:path w="2026650" h="349523">
                <a:moveTo>
                  <a:pt x="0" y="0"/>
                </a:moveTo>
                <a:lnTo>
                  <a:pt x="2026650" y="0"/>
                </a:lnTo>
                <a:lnTo>
                  <a:pt x="2026650" y="349523"/>
                </a:lnTo>
                <a:lnTo>
                  <a:pt x="0" y="349523"/>
                </a:lnTo>
                <a:close/>
              </a:path>
            </a:pathLst>
          </a:custGeom>
          <a:solidFill>
            <a:srgbClr val="000000">
              <a:alpha val="0"/>
            </a:srgbClr>
          </a:solidFill>
          <a:ln/>
        </p:spPr>
      </p:sp>
      <p:sp>
        <p:nvSpPr>
          <p:cNvPr id="11" name="Text 7"/>
          <p:cNvSpPr/>
          <p:nvPr/>
        </p:nvSpPr>
        <p:spPr>
          <a:xfrm>
            <a:off x="6517040" y="3923708"/>
            <a:ext cx="2026650" cy="349523"/>
          </a:xfrm>
          <a:prstGeom prst="rect">
            <a:avLst/>
          </a:prstGeom>
          <a:noFill/>
          <a:ln/>
        </p:spPr>
        <p:txBody>
          <a:bodyPr wrap="square" rtlCol="0" anchor="t"/>
          <a:lstStyle/>
          <a:p>
            <a:pPr algn="ctr"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a:t>
            </a:r>
            <a:endParaRPr lang="en-US" sz="1200" dirty="0"/>
          </a:p>
        </p:txBody>
      </p:sp>
      <p:sp>
        <p:nvSpPr>
          <p:cNvPr id="12" name="Shape 8"/>
          <p:cNvSpPr/>
          <p:nvPr/>
        </p:nvSpPr>
        <p:spPr>
          <a:xfrm>
            <a:off x="6481599" y="3307470"/>
            <a:ext cx="2026650" cy="241399"/>
          </a:xfrm>
          <a:custGeom>
            <a:avLst/>
            <a:gdLst/>
            <a:ahLst/>
            <a:cxnLst/>
            <a:rect l="l" t="t" r="r" b="b"/>
            <a:pathLst>
              <a:path w="2026650" h="241399">
                <a:moveTo>
                  <a:pt x="0" y="0"/>
                </a:moveTo>
                <a:lnTo>
                  <a:pt x="2026650" y="0"/>
                </a:lnTo>
                <a:lnTo>
                  <a:pt x="2026650" y="241399"/>
                </a:lnTo>
                <a:lnTo>
                  <a:pt x="0" y="241399"/>
                </a:lnTo>
                <a:close/>
              </a:path>
            </a:pathLst>
          </a:custGeom>
          <a:solidFill>
            <a:srgbClr val="000000">
              <a:alpha val="0"/>
            </a:srgbClr>
          </a:solidFill>
          <a:ln/>
        </p:spPr>
      </p:sp>
      <p:sp>
        <p:nvSpPr>
          <p:cNvPr id="13" name="Text 9"/>
          <p:cNvSpPr/>
          <p:nvPr/>
        </p:nvSpPr>
        <p:spPr>
          <a:xfrm>
            <a:off x="6481599" y="3307470"/>
            <a:ext cx="2026650" cy="241399"/>
          </a:xfrm>
          <a:prstGeom prst="rect">
            <a:avLst/>
          </a:prstGeom>
          <a:noFill/>
          <a:ln/>
        </p:spPr>
        <p:txBody>
          <a:bodyPr wrap="square" rtlCol="0" anchor="t"/>
          <a:lstStyle/>
          <a:p>
            <a:pPr algn="ctr" indent="0" marL="0">
              <a:spcBef>
                <a:spcPts val="375"/>
              </a:spcBef>
              <a:buNone/>
            </a:pPr>
            <a:r>
              <a:rPr lang="en-US" sz="1125" b="1" dirty="0">
                <a:solidFill>
                  <a:srgbClr val="000000"/>
                </a:solidFill>
                <a:latin typeface="Nunito" pitchFamily="34" charset="0"/>
                <a:ea typeface="Nunito" pitchFamily="34" charset="-122"/>
                <a:cs typeface="Nunito" pitchFamily="34" charset="-120"/>
              </a:rPr>
              <a:t>Write a main idea here</a:t>
            </a:r>
            <a:endParaRPr lang="en-US" sz="1200" dirty="0"/>
          </a:p>
        </p:txBody>
      </p:sp>
      <p:sp>
        <p:nvSpPr>
          <p:cNvPr id="14" name="Shape 10"/>
          <p:cNvSpPr/>
          <p:nvPr/>
        </p:nvSpPr>
        <p:spPr>
          <a:xfrm>
            <a:off x="600373" y="2018613"/>
            <a:ext cx="2026650" cy="349523"/>
          </a:xfrm>
          <a:custGeom>
            <a:avLst/>
            <a:gdLst/>
            <a:ahLst/>
            <a:cxnLst/>
            <a:rect l="l" t="t" r="r" b="b"/>
            <a:pathLst>
              <a:path w="2026650" h="349523">
                <a:moveTo>
                  <a:pt x="0" y="0"/>
                </a:moveTo>
                <a:lnTo>
                  <a:pt x="2026650" y="0"/>
                </a:lnTo>
                <a:lnTo>
                  <a:pt x="2026650" y="349523"/>
                </a:lnTo>
                <a:lnTo>
                  <a:pt x="0" y="349523"/>
                </a:lnTo>
                <a:close/>
              </a:path>
            </a:pathLst>
          </a:custGeom>
          <a:solidFill>
            <a:srgbClr val="000000">
              <a:alpha val="0"/>
            </a:srgbClr>
          </a:solidFill>
          <a:ln/>
        </p:spPr>
      </p:sp>
      <p:sp>
        <p:nvSpPr>
          <p:cNvPr id="15" name="Text 11"/>
          <p:cNvSpPr/>
          <p:nvPr/>
        </p:nvSpPr>
        <p:spPr>
          <a:xfrm>
            <a:off x="600373" y="2018613"/>
            <a:ext cx="2026650" cy="349523"/>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a:t>
            </a:r>
            <a:endParaRPr lang="en-US" sz="1200" dirty="0"/>
          </a:p>
        </p:txBody>
      </p:sp>
      <p:sp>
        <p:nvSpPr>
          <p:cNvPr id="16" name="Shape 12"/>
          <p:cNvSpPr/>
          <p:nvPr/>
        </p:nvSpPr>
        <p:spPr>
          <a:xfrm>
            <a:off x="600373" y="1456867"/>
            <a:ext cx="2026650" cy="241399"/>
          </a:xfrm>
          <a:custGeom>
            <a:avLst/>
            <a:gdLst/>
            <a:ahLst/>
            <a:cxnLst/>
            <a:rect l="l" t="t" r="r" b="b"/>
            <a:pathLst>
              <a:path w="2026650" h="241399">
                <a:moveTo>
                  <a:pt x="0" y="0"/>
                </a:moveTo>
                <a:lnTo>
                  <a:pt x="2026650" y="0"/>
                </a:lnTo>
                <a:lnTo>
                  <a:pt x="2026650" y="241399"/>
                </a:lnTo>
                <a:lnTo>
                  <a:pt x="0" y="241399"/>
                </a:lnTo>
                <a:close/>
              </a:path>
            </a:pathLst>
          </a:custGeom>
          <a:solidFill>
            <a:srgbClr val="000000">
              <a:alpha val="0"/>
            </a:srgbClr>
          </a:solidFill>
          <a:ln/>
        </p:spPr>
      </p:sp>
      <p:sp>
        <p:nvSpPr>
          <p:cNvPr id="17" name="Text 13"/>
          <p:cNvSpPr/>
          <p:nvPr/>
        </p:nvSpPr>
        <p:spPr>
          <a:xfrm>
            <a:off x="600373" y="1456867"/>
            <a:ext cx="2026650" cy="241399"/>
          </a:xfrm>
          <a:prstGeom prst="rect">
            <a:avLst/>
          </a:prstGeom>
          <a:noFill/>
          <a:ln/>
        </p:spPr>
        <p:txBody>
          <a:bodyPr wrap="square" rtlCol="0" anchor="t"/>
          <a:lstStyle/>
          <a:p>
            <a:pPr algn="ctr" indent="0" marL="0">
              <a:spcBef>
                <a:spcPts val="375"/>
              </a:spcBef>
              <a:buNone/>
            </a:pPr>
            <a:r>
              <a:rPr lang="en-US" sz="1125" b="1" dirty="0">
                <a:solidFill>
                  <a:srgbClr val="000000"/>
                </a:solidFill>
                <a:latin typeface="Nunito" pitchFamily="34" charset="0"/>
                <a:ea typeface="Nunito" pitchFamily="34" charset="-122"/>
                <a:cs typeface="Nunito" pitchFamily="34" charset="-120"/>
              </a:rPr>
              <a:t>Write a main idea here</a:t>
            </a:r>
            <a:endParaRPr lang="en-US" sz="1200" dirty="0"/>
          </a:p>
        </p:txBody>
      </p:sp>
      <p:sp>
        <p:nvSpPr>
          <p:cNvPr id="18" name="Shape 14"/>
          <p:cNvSpPr/>
          <p:nvPr/>
        </p:nvSpPr>
        <p:spPr>
          <a:xfrm>
            <a:off x="600373" y="3866558"/>
            <a:ext cx="2026650" cy="349523"/>
          </a:xfrm>
          <a:custGeom>
            <a:avLst/>
            <a:gdLst/>
            <a:ahLst/>
            <a:cxnLst/>
            <a:rect l="l" t="t" r="r" b="b"/>
            <a:pathLst>
              <a:path w="2026650" h="349523">
                <a:moveTo>
                  <a:pt x="0" y="0"/>
                </a:moveTo>
                <a:lnTo>
                  <a:pt x="2026650" y="0"/>
                </a:lnTo>
                <a:lnTo>
                  <a:pt x="2026650" y="349523"/>
                </a:lnTo>
                <a:lnTo>
                  <a:pt x="0" y="349523"/>
                </a:lnTo>
                <a:close/>
              </a:path>
            </a:pathLst>
          </a:custGeom>
          <a:solidFill>
            <a:srgbClr val="000000">
              <a:alpha val="0"/>
            </a:srgbClr>
          </a:solidFill>
          <a:ln/>
        </p:spPr>
      </p:sp>
      <p:sp>
        <p:nvSpPr>
          <p:cNvPr id="19" name="Text 15"/>
          <p:cNvSpPr/>
          <p:nvPr/>
        </p:nvSpPr>
        <p:spPr>
          <a:xfrm>
            <a:off x="600373" y="3866558"/>
            <a:ext cx="2026650" cy="349523"/>
          </a:xfrm>
          <a:prstGeom prst="rect">
            <a:avLst/>
          </a:prstGeom>
          <a:noFill/>
          <a:ln/>
        </p:spPr>
        <p:txBody>
          <a:bodyPr wrap="square" rtlCol="0" anchor="t"/>
          <a:lstStyle/>
          <a:p>
            <a:pPr algn="ctr"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a:t>
            </a:r>
            <a:endParaRPr lang="en-US" sz="1200" dirty="0"/>
          </a:p>
        </p:txBody>
      </p:sp>
      <p:sp>
        <p:nvSpPr>
          <p:cNvPr id="20" name="Shape 16"/>
          <p:cNvSpPr/>
          <p:nvPr/>
        </p:nvSpPr>
        <p:spPr>
          <a:xfrm>
            <a:off x="482233" y="3307470"/>
            <a:ext cx="2026650" cy="241399"/>
          </a:xfrm>
          <a:custGeom>
            <a:avLst/>
            <a:gdLst/>
            <a:ahLst/>
            <a:cxnLst/>
            <a:rect l="l" t="t" r="r" b="b"/>
            <a:pathLst>
              <a:path w="2026650" h="241399">
                <a:moveTo>
                  <a:pt x="0" y="0"/>
                </a:moveTo>
                <a:lnTo>
                  <a:pt x="2026650" y="0"/>
                </a:lnTo>
                <a:lnTo>
                  <a:pt x="2026650" y="241399"/>
                </a:lnTo>
                <a:lnTo>
                  <a:pt x="0" y="241399"/>
                </a:lnTo>
                <a:close/>
              </a:path>
            </a:pathLst>
          </a:custGeom>
          <a:solidFill>
            <a:srgbClr val="000000">
              <a:alpha val="0"/>
            </a:srgbClr>
          </a:solidFill>
          <a:ln/>
        </p:spPr>
      </p:sp>
      <p:sp>
        <p:nvSpPr>
          <p:cNvPr id="21" name="Text 17"/>
          <p:cNvSpPr/>
          <p:nvPr/>
        </p:nvSpPr>
        <p:spPr>
          <a:xfrm>
            <a:off x="482233" y="3307470"/>
            <a:ext cx="2026650" cy="241399"/>
          </a:xfrm>
          <a:prstGeom prst="rect">
            <a:avLst/>
          </a:prstGeom>
          <a:noFill/>
          <a:ln/>
        </p:spPr>
        <p:txBody>
          <a:bodyPr wrap="square" rtlCol="0" anchor="t"/>
          <a:lstStyle/>
          <a:p>
            <a:pPr algn="ctr" indent="0" marL="0">
              <a:spcBef>
                <a:spcPts val="375"/>
              </a:spcBef>
              <a:buNone/>
            </a:pPr>
            <a:r>
              <a:rPr lang="en-US" sz="1125" b="1" dirty="0">
                <a:solidFill>
                  <a:srgbClr val="000000"/>
                </a:solidFill>
                <a:latin typeface="Nunito" pitchFamily="34" charset="0"/>
                <a:ea typeface="Nunito" pitchFamily="34" charset="-122"/>
                <a:cs typeface="Nunito" pitchFamily="34" charset="-120"/>
              </a:rPr>
              <a:t>Write a main idea here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98990" y="2046872"/>
            <a:ext cx="590056" cy="590056"/>
          </a:xfrm>
          <a:prstGeom prst="rect">
            <a:avLst/>
          </a:prstGeom>
        </p:spPr>
      </p:pic>
      <p:sp>
        <p:nvSpPr>
          <p:cNvPr id="4" name="Shape 0"/>
          <p:cNvSpPr/>
          <p:nvPr/>
        </p:nvSpPr>
        <p:spPr>
          <a:xfrm>
            <a:off x="998990" y="2046872"/>
            <a:ext cx="590056" cy="590056"/>
          </a:xfrm>
          <a:custGeom>
            <a:avLst/>
            <a:gdLst/>
            <a:ahLst/>
            <a:cxnLst/>
            <a:rect l="l" t="t" r="r" b="b"/>
            <a:pathLst>
              <a:path w="590056" h="590056">
                <a:moveTo>
                  <a:pt x="0" y="0"/>
                </a:moveTo>
                <a:lnTo>
                  <a:pt x="590056" y="0"/>
                </a:lnTo>
                <a:lnTo>
                  <a:pt x="590056" y="590056"/>
                </a:lnTo>
                <a:lnTo>
                  <a:pt x="0" y="590056"/>
                </a:lnTo>
                <a:close/>
              </a:path>
            </a:pathLst>
          </a:custGeom>
          <a:solidFill>
            <a:srgbClr val="000000">
              <a:alpha val="0"/>
            </a:srgbClr>
          </a:solidFill>
          <a:ln/>
        </p:spPr>
      </p:sp>
      <p:sp>
        <p:nvSpPr>
          <p:cNvPr id="5" name="Text 1"/>
          <p:cNvSpPr/>
          <p:nvPr/>
        </p:nvSpPr>
        <p:spPr>
          <a:xfrm>
            <a:off x="998990" y="2046872"/>
            <a:ext cx="590056" cy="590056"/>
          </a:xfrm>
          <a:prstGeom prst="rect">
            <a:avLst/>
          </a:prstGeom>
          <a:noFill/>
          <a:ln/>
        </p:spPr>
        <p:txBody>
          <a:bodyPr wrap="square" rtlCol="0" anchor="ctr"/>
          <a:lstStyle/>
          <a:p>
            <a:pPr indent="0" marL="0">
              <a:spcBef>
                <a:spcPts val="375"/>
              </a:spcBef>
              <a:buNone/>
            </a:pPr>
            <a:endParaRPr lang="en-US" sz="1200" dirty="0"/>
          </a:p>
        </p:txBody>
      </p:sp>
      <p:sp>
        <p:nvSpPr>
          <p:cNvPr id="6" name="Shape 2"/>
          <p:cNvSpPr/>
          <p:nvPr/>
        </p:nvSpPr>
        <p:spPr>
          <a:xfrm>
            <a:off x="1054308" y="2074531"/>
            <a:ext cx="479420" cy="215875"/>
          </a:xfrm>
          <a:custGeom>
            <a:avLst/>
            <a:gdLst/>
            <a:ahLst/>
            <a:cxnLst/>
            <a:rect l="l" t="t" r="r" b="b"/>
            <a:pathLst>
              <a:path w="479420" h="215875">
                <a:moveTo>
                  <a:pt x="0" y="0"/>
                </a:moveTo>
                <a:lnTo>
                  <a:pt x="479420" y="0"/>
                </a:lnTo>
                <a:lnTo>
                  <a:pt x="479420" y="215875"/>
                </a:lnTo>
                <a:lnTo>
                  <a:pt x="0" y="215875"/>
                </a:lnTo>
                <a:close/>
              </a:path>
            </a:pathLst>
          </a:custGeom>
          <a:solidFill>
            <a:srgbClr val="000000">
              <a:alpha val="0"/>
            </a:srgbClr>
          </a:solidFill>
          <a:ln/>
        </p:spPr>
      </p:sp>
      <p:sp>
        <p:nvSpPr>
          <p:cNvPr id="7" name="Text 3"/>
          <p:cNvSpPr/>
          <p:nvPr/>
        </p:nvSpPr>
        <p:spPr>
          <a:xfrm>
            <a:off x="1054308" y="2074531"/>
            <a:ext cx="479420" cy="215875"/>
          </a:xfrm>
          <a:prstGeom prst="rect">
            <a:avLst/>
          </a:prstGeom>
          <a:noFill/>
          <a:ln/>
        </p:spPr>
        <p:txBody>
          <a:bodyPr wrap="square" rtlCol="0" anchor="t"/>
          <a:lstStyle/>
          <a:p>
            <a:pPr indent="0" marL="0">
              <a:spcBef>
                <a:spcPts val="375"/>
              </a:spcBef>
              <a:buNone/>
            </a:pPr>
            <a:endParaRPr lang="en-US" sz="1200" dirty="0"/>
          </a:p>
        </p:txBody>
      </p:sp>
      <p:pic>
        <p:nvPicPr>
          <p:cNvPr id="8" name="Image 2" descr="preencoded.png">    </p:cNvPr>
          <p:cNvPicPr>
            <a:picLocks noChangeAspect="1"/>
          </p:cNvPicPr>
          <p:nvPr/>
        </p:nvPicPr>
        <p:blipFill>
          <a:blip r:embed="rId3"/>
          <a:stretch>
            <a:fillRect/>
          </a:stretch>
        </p:blipFill>
        <p:spPr>
          <a:xfrm rot="-1020000">
            <a:off x="4361650" y="2004586"/>
            <a:ext cx="1018992" cy="1264684"/>
          </a:xfrm>
          <a:prstGeom prst="rect">
            <a:avLst/>
          </a:prstGeom>
        </p:spPr>
      </p:pic>
      <p:sp>
        <p:nvSpPr>
          <p:cNvPr id="9" name="Shape 4"/>
          <p:cNvSpPr/>
          <p:nvPr/>
        </p:nvSpPr>
        <p:spPr>
          <a:xfrm>
            <a:off x="998990" y="531999"/>
            <a:ext cx="7383349" cy="723900"/>
          </a:xfrm>
          <a:custGeom>
            <a:avLst/>
            <a:gdLst/>
            <a:ahLst/>
            <a:cxnLst/>
            <a:rect l="l" t="t" r="r" b="b"/>
            <a:pathLst>
              <a:path w="7383349" h="723900">
                <a:moveTo>
                  <a:pt x="0" y="0"/>
                </a:moveTo>
                <a:lnTo>
                  <a:pt x="7383349" y="0"/>
                </a:lnTo>
                <a:lnTo>
                  <a:pt x="7383349" y="723900"/>
                </a:lnTo>
                <a:lnTo>
                  <a:pt x="0" y="723900"/>
                </a:lnTo>
                <a:close/>
              </a:path>
            </a:pathLst>
          </a:custGeom>
          <a:solidFill>
            <a:srgbClr val="000000">
              <a:alpha val="0"/>
            </a:srgbClr>
          </a:solidFill>
          <a:ln/>
        </p:spPr>
      </p:sp>
      <p:sp>
        <p:nvSpPr>
          <p:cNvPr id="10" name="Text 5"/>
          <p:cNvSpPr/>
          <p:nvPr/>
        </p:nvSpPr>
        <p:spPr>
          <a:xfrm>
            <a:off x="998990" y="531999"/>
            <a:ext cx="7383349" cy="723900"/>
          </a:xfrm>
          <a:prstGeom prst="rect">
            <a:avLst/>
          </a:prstGeom>
          <a:noFill/>
          <a:ln/>
        </p:spPr>
        <p:txBody>
          <a:bodyPr wrap="square" rtlCol="0" anchor="t"/>
          <a:lstStyle/>
          <a:p>
            <a:pPr algn="l" indent="0" marL="0">
              <a:spcBef>
                <a:spcPts val="375"/>
              </a:spcBef>
              <a:buNone/>
            </a:pPr>
            <a:r>
              <a:rPr lang="en-US" sz="4950" dirty="0">
                <a:solidFill>
                  <a:srgbClr val="45464D"/>
                </a:solidFill>
                <a:latin typeface="Caveat Brush" pitchFamily="34" charset="0"/>
                <a:ea typeface="Caveat Brush" pitchFamily="34" charset="-122"/>
                <a:cs typeface="Caveat Brush" pitchFamily="34" charset="-120"/>
              </a:rPr>
              <a:t>Write a main idea here</a:t>
            </a:r>
            <a:endParaRPr lang="en-US" sz="1200" dirty="0"/>
          </a:p>
        </p:txBody>
      </p:sp>
      <p:sp>
        <p:nvSpPr>
          <p:cNvPr id="11" name="Shape 6"/>
          <p:cNvSpPr/>
          <p:nvPr/>
        </p:nvSpPr>
        <p:spPr>
          <a:xfrm>
            <a:off x="1804873" y="2571750"/>
            <a:ext cx="2026586" cy="1802559"/>
          </a:xfrm>
          <a:custGeom>
            <a:avLst/>
            <a:gdLst/>
            <a:ahLst/>
            <a:cxnLst/>
            <a:rect l="l" t="t" r="r" b="b"/>
            <a:pathLst>
              <a:path w="2026586" h="1802559">
                <a:moveTo>
                  <a:pt x="0" y="0"/>
                </a:moveTo>
                <a:lnTo>
                  <a:pt x="2026586" y="0"/>
                </a:lnTo>
                <a:lnTo>
                  <a:pt x="2026586" y="1802559"/>
                </a:lnTo>
                <a:lnTo>
                  <a:pt x="0" y="1802559"/>
                </a:lnTo>
                <a:close/>
              </a:path>
            </a:pathLst>
          </a:custGeom>
          <a:solidFill>
            <a:srgbClr val="000000">
              <a:alpha val="0"/>
            </a:srgbClr>
          </a:solidFill>
          <a:ln/>
        </p:spPr>
      </p:sp>
      <p:sp>
        <p:nvSpPr>
          <p:cNvPr id="12" name="Text 7"/>
          <p:cNvSpPr/>
          <p:nvPr/>
        </p:nvSpPr>
        <p:spPr>
          <a:xfrm>
            <a:off x="1804873" y="2571750"/>
            <a:ext cx="2026586" cy="1802559"/>
          </a:xfrm>
          <a:prstGeom prst="rect">
            <a:avLst/>
          </a:prstGeom>
          <a:noFill/>
          <a:ln/>
        </p:spPr>
        <p:txBody>
          <a:bodyPr wrap="square" rtlCol="0" anchor="t"/>
          <a:lstStyle/>
          <a:p>
            <a:pPr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a:t>
            </a:r>
            <a:endParaRPr lang="en-US" sz="1200" dirty="0"/>
          </a:p>
        </p:txBody>
      </p:sp>
      <p:sp>
        <p:nvSpPr>
          <p:cNvPr id="13" name="Shape 8"/>
          <p:cNvSpPr/>
          <p:nvPr/>
        </p:nvSpPr>
        <p:spPr>
          <a:xfrm>
            <a:off x="1804873" y="2032584"/>
            <a:ext cx="2026586" cy="241399"/>
          </a:xfrm>
          <a:custGeom>
            <a:avLst/>
            <a:gdLst/>
            <a:ahLst/>
            <a:cxnLst/>
            <a:rect l="l" t="t" r="r" b="b"/>
            <a:pathLst>
              <a:path w="2026586" h="241399">
                <a:moveTo>
                  <a:pt x="0" y="0"/>
                </a:moveTo>
                <a:lnTo>
                  <a:pt x="2026586" y="0"/>
                </a:lnTo>
                <a:lnTo>
                  <a:pt x="2026586" y="241399"/>
                </a:lnTo>
                <a:lnTo>
                  <a:pt x="0" y="241399"/>
                </a:lnTo>
                <a:close/>
              </a:path>
            </a:pathLst>
          </a:custGeom>
          <a:solidFill>
            <a:srgbClr val="000000">
              <a:alpha val="0"/>
            </a:srgbClr>
          </a:solidFill>
          <a:ln/>
        </p:spPr>
      </p:sp>
      <p:sp>
        <p:nvSpPr>
          <p:cNvPr id="14" name="Text 9"/>
          <p:cNvSpPr/>
          <p:nvPr/>
        </p:nvSpPr>
        <p:spPr>
          <a:xfrm>
            <a:off x="1804873" y="2032584"/>
            <a:ext cx="2026586" cy="241399"/>
          </a:xfrm>
          <a:prstGeom prst="rect">
            <a:avLst/>
          </a:prstGeom>
          <a:noFill/>
          <a:ln/>
        </p:spPr>
        <p:txBody>
          <a:bodyPr wrap="square" rtlCol="0" anchor="t"/>
          <a:lstStyle/>
          <a:p>
            <a:pPr algn="l" indent="0" marL="0">
              <a:spcBef>
                <a:spcPts val="375"/>
              </a:spcBef>
              <a:buNone/>
            </a:pPr>
            <a:r>
              <a:rPr lang="en-US" sz="1125" b="1" dirty="0">
                <a:solidFill>
                  <a:srgbClr val="000000"/>
                </a:solidFill>
                <a:latin typeface="Nunito" pitchFamily="34" charset="0"/>
                <a:ea typeface="Nunito" pitchFamily="34" charset="-122"/>
                <a:cs typeface="Nunito" pitchFamily="34" charset="-120"/>
              </a:rPr>
              <a:t>Write a main idea here</a:t>
            </a:r>
            <a:endParaRPr lang="en-US" sz="1200" dirty="0"/>
          </a:p>
        </p:txBody>
      </p:sp>
      <p:pic>
        <p:nvPicPr>
          <p:cNvPr id="15" name="Image 3" descr="preencoded.png">    </p:cNvPr>
          <p:cNvPicPr>
            <a:picLocks noChangeAspect="1"/>
          </p:cNvPicPr>
          <p:nvPr/>
        </p:nvPicPr>
        <p:blipFill>
          <a:blip r:embed="rId4"/>
          <a:stretch>
            <a:fillRect/>
          </a:stretch>
        </p:blipFill>
        <p:spPr>
          <a:xfrm>
            <a:off x="1112106" y="2144560"/>
            <a:ext cx="363823" cy="394680"/>
          </a:xfrm>
          <a:prstGeom prst="rect">
            <a:avLst/>
          </a:prstGeom>
        </p:spPr>
      </p:pic>
      <p:sp>
        <p:nvSpPr>
          <p:cNvPr id="16" name="Shape 10"/>
          <p:cNvSpPr/>
          <p:nvPr/>
        </p:nvSpPr>
        <p:spPr>
          <a:xfrm>
            <a:off x="1294018" y="1488574"/>
            <a:ext cx="363823" cy="394680"/>
          </a:xfrm>
          <a:custGeom>
            <a:avLst/>
            <a:gdLst/>
            <a:ahLst/>
            <a:cxnLst/>
            <a:rect l="l" t="t" r="r" b="b"/>
            <a:pathLst>
              <a:path w="363823" h="394680">
                <a:moveTo>
                  <a:pt x="0" y="0"/>
                </a:moveTo>
                <a:lnTo>
                  <a:pt x="363823" y="0"/>
                </a:lnTo>
                <a:lnTo>
                  <a:pt x="363823" y="394680"/>
                </a:lnTo>
                <a:lnTo>
                  <a:pt x="0" y="394680"/>
                </a:lnTo>
                <a:close/>
              </a:path>
            </a:pathLst>
          </a:custGeom>
          <a:solidFill>
            <a:srgbClr val="000000">
              <a:alpha val="0"/>
            </a:srgbClr>
          </a:solidFill>
          <a:ln/>
        </p:spPr>
      </p:sp>
      <p:sp>
        <p:nvSpPr>
          <p:cNvPr id="17" name="Text 11"/>
          <p:cNvSpPr/>
          <p:nvPr/>
        </p:nvSpPr>
        <p:spPr>
          <a:xfrm>
            <a:off x="1294018" y="1488574"/>
            <a:ext cx="363823" cy="394680"/>
          </a:xfrm>
          <a:prstGeom prst="rect">
            <a:avLst/>
          </a:prstGeom>
          <a:noFill/>
          <a:ln/>
        </p:spPr>
        <p:txBody>
          <a:bodyPr wrap="square" rtlCol="0" anchor="t"/>
          <a:lstStyle/>
          <a:p>
            <a:pPr indent="0" marL="0">
              <a:spcBef>
                <a:spcPts val="375"/>
              </a:spcBef>
              <a:buNone/>
            </a:pPr>
            <a:endParaRPr lang="en-US" sz="1200" dirty="0"/>
          </a:p>
        </p:txBody>
      </p:sp>
      <p:pic>
        <p:nvPicPr>
          <p:cNvPr id="18" name="Image 4" descr="preencoded.png">    </p:cNvPr>
          <p:cNvPicPr>
            <a:picLocks noChangeAspect="1"/>
          </p:cNvPicPr>
          <p:nvPr/>
        </p:nvPicPr>
        <p:blipFill>
          <a:blip r:embed="rId5"/>
          <a:stretch>
            <a:fillRect/>
          </a:stretch>
        </p:blipFill>
        <p:spPr>
          <a:xfrm>
            <a:off x="5830897" y="2044376"/>
            <a:ext cx="590056" cy="590056"/>
          </a:xfrm>
          <a:prstGeom prst="rect">
            <a:avLst/>
          </a:prstGeom>
        </p:spPr>
      </p:pic>
      <p:sp>
        <p:nvSpPr>
          <p:cNvPr id="19" name="Shape 12"/>
          <p:cNvSpPr/>
          <p:nvPr/>
        </p:nvSpPr>
        <p:spPr>
          <a:xfrm>
            <a:off x="5830897" y="2044376"/>
            <a:ext cx="590056" cy="590056"/>
          </a:xfrm>
          <a:custGeom>
            <a:avLst/>
            <a:gdLst/>
            <a:ahLst/>
            <a:cxnLst/>
            <a:rect l="l" t="t" r="r" b="b"/>
            <a:pathLst>
              <a:path w="590056" h="590056">
                <a:moveTo>
                  <a:pt x="0" y="0"/>
                </a:moveTo>
                <a:lnTo>
                  <a:pt x="590056" y="0"/>
                </a:lnTo>
                <a:lnTo>
                  <a:pt x="590056" y="590056"/>
                </a:lnTo>
                <a:lnTo>
                  <a:pt x="0" y="590056"/>
                </a:lnTo>
                <a:close/>
              </a:path>
            </a:pathLst>
          </a:custGeom>
          <a:solidFill>
            <a:srgbClr val="000000">
              <a:alpha val="0"/>
            </a:srgbClr>
          </a:solidFill>
          <a:ln/>
        </p:spPr>
      </p:sp>
      <p:sp>
        <p:nvSpPr>
          <p:cNvPr id="20" name="Text 13"/>
          <p:cNvSpPr/>
          <p:nvPr/>
        </p:nvSpPr>
        <p:spPr>
          <a:xfrm>
            <a:off x="5830897" y="2044376"/>
            <a:ext cx="590056" cy="590056"/>
          </a:xfrm>
          <a:prstGeom prst="rect">
            <a:avLst/>
          </a:prstGeom>
          <a:noFill/>
          <a:ln/>
        </p:spPr>
        <p:txBody>
          <a:bodyPr wrap="square" rtlCol="0" anchor="ctr"/>
          <a:lstStyle/>
          <a:p>
            <a:pPr indent="0" marL="0">
              <a:spcBef>
                <a:spcPts val="375"/>
              </a:spcBef>
              <a:buNone/>
            </a:pPr>
            <a:endParaRPr lang="en-US" sz="1200" dirty="0"/>
          </a:p>
        </p:txBody>
      </p:sp>
      <p:sp>
        <p:nvSpPr>
          <p:cNvPr id="21" name="Shape 14"/>
          <p:cNvSpPr/>
          <p:nvPr/>
        </p:nvSpPr>
        <p:spPr>
          <a:xfrm>
            <a:off x="5886215" y="2072035"/>
            <a:ext cx="479420" cy="215875"/>
          </a:xfrm>
          <a:custGeom>
            <a:avLst/>
            <a:gdLst/>
            <a:ahLst/>
            <a:cxnLst/>
            <a:rect l="l" t="t" r="r" b="b"/>
            <a:pathLst>
              <a:path w="479420" h="215875">
                <a:moveTo>
                  <a:pt x="0" y="0"/>
                </a:moveTo>
                <a:lnTo>
                  <a:pt x="479420" y="0"/>
                </a:lnTo>
                <a:lnTo>
                  <a:pt x="479420" y="215875"/>
                </a:lnTo>
                <a:lnTo>
                  <a:pt x="0" y="215875"/>
                </a:lnTo>
                <a:close/>
              </a:path>
            </a:pathLst>
          </a:custGeom>
          <a:solidFill>
            <a:srgbClr val="000000">
              <a:alpha val="0"/>
            </a:srgbClr>
          </a:solidFill>
          <a:ln/>
        </p:spPr>
      </p:sp>
      <p:sp>
        <p:nvSpPr>
          <p:cNvPr id="22" name="Text 15"/>
          <p:cNvSpPr/>
          <p:nvPr/>
        </p:nvSpPr>
        <p:spPr>
          <a:xfrm>
            <a:off x="5886215" y="2072035"/>
            <a:ext cx="479420" cy="215875"/>
          </a:xfrm>
          <a:prstGeom prst="rect">
            <a:avLst/>
          </a:prstGeom>
          <a:noFill/>
          <a:ln/>
        </p:spPr>
        <p:txBody>
          <a:bodyPr wrap="square" rtlCol="0" anchor="t"/>
          <a:lstStyle/>
          <a:p>
            <a:pPr indent="0" marL="0">
              <a:spcBef>
                <a:spcPts val="375"/>
              </a:spcBef>
              <a:buNone/>
            </a:pPr>
            <a:endParaRPr lang="en-US" sz="1200" dirty="0"/>
          </a:p>
        </p:txBody>
      </p:sp>
      <p:sp>
        <p:nvSpPr>
          <p:cNvPr id="23" name="Shape 16"/>
          <p:cNvSpPr/>
          <p:nvPr/>
        </p:nvSpPr>
        <p:spPr>
          <a:xfrm>
            <a:off x="6636780" y="2396989"/>
            <a:ext cx="2026586" cy="1294639"/>
          </a:xfrm>
          <a:custGeom>
            <a:avLst/>
            <a:gdLst/>
            <a:ahLst/>
            <a:cxnLst/>
            <a:rect l="l" t="t" r="r" b="b"/>
            <a:pathLst>
              <a:path w="2026586" h="1294639">
                <a:moveTo>
                  <a:pt x="0" y="0"/>
                </a:moveTo>
                <a:lnTo>
                  <a:pt x="2026586" y="0"/>
                </a:lnTo>
                <a:lnTo>
                  <a:pt x="2026586" y="1294639"/>
                </a:lnTo>
                <a:lnTo>
                  <a:pt x="0" y="1294639"/>
                </a:lnTo>
                <a:close/>
              </a:path>
            </a:pathLst>
          </a:custGeom>
          <a:solidFill>
            <a:srgbClr val="000000">
              <a:alpha val="0"/>
            </a:srgbClr>
          </a:solidFill>
          <a:ln/>
        </p:spPr>
      </p:sp>
      <p:sp>
        <p:nvSpPr>
          <p:cNvPr id="24" name="Text 17"/>
          <p:cNvSpPr/>
          <p:nvPr/>
        </p:nvSpPr>
        <p:spPr>
          <a:xfrm>
            <a:off x="6636780" y="2396989"/>
            <a:ext cx="2026586" cy="1294639"/>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a:t>
            </a:r>
            <a:endParaRPr lang="en-US" sz="1200" dirty="0"/>
          </a:p>
        </p:txBody>
      </p:sp>
      <p:sp>
        <p:nvSpPr>
          <p:cNvPr id="25" name="Shape 18"/>
          <p:cNvSpPr/>
          <p:nvPr/>
        </p:nvSpPr>
        <p:spPr>
          <a:xfrm>
            <a:off x="6636780" y="2030089"/>
            <a:ext cx="2026586" cy="241399"/>
          </a:xfrm>
          <a:custGeom>
            <a:avLst/>
            <a:gdLst/>
            <a:ahLst/>
            <a:cxnLst/>
            <a:rect l="l" t="t" r="r" b="b"/>
            <a:pathLst>
              <a:path w="2026586" h="241399">
                <a:moveTo>
                  <a:pt x="0" y="0"/>
                </a:moveTo>
                <a:lnTo>
                  <a:pt x="2026586" y="0"/>
                </a:lnTo>
                <a:lnTo>
                  <a:pt x="2026586" y="241399"/>
                </a:lnTo>
                <a:lnTo>
                  <a:pt x="0" y="241399"/>
                </a:lnTo>
                <a:close/>
              </a:path>
            </a:pathLst>
          </a:custGeom>
          <a:solidFill>
            <a:srgbClr val="000000">
              <a:alpha val="0"/>
            </a:srgbClr>
          </a:solidFill>
          <a:ln/>
        </p:spPr>
      </p:sp>
      <p:sp>
        <p:nvSpPr>
          <p:cNvPr id="26" name="Text 19"/>
          <p:cNvSpPr/>
          <p:nvPr/>
        </p:nvSpPr>
        <p:spPr>
          <a:xfrm>
            <a:off x="6636780" y="2030089"/>
            <a:ext cx="2026586" cy="241399"/>
          </a:xfrm>
          <a:prstGeom prst="rect">
            <a:avLst/>
          </a:prstGeom>
          <a:noFill/>
          <a:ln/>
        </p:spPr>
        <p:txBody>
          <a:bodyPr wrap="square" rtlCol="0" anchor="t"/>
          <a:lstStyle/>
          <a:p>
            <a:pPr algn="l" indent="0" marL="0">
              <a:spcBef>
                <a:spcPts val="375"/>
              </a:spcBef>
              <a:buNone/>
            </a:pPr>
            <a:r>
              <a:rPr lang="en-US" sz="1125" b="1" dirty="0">
                <a:solidFill>
                  <a:srgbClr val="000000"/>
                </a:solidFill>
                <a:latin typeface="Nunito" pitchFamily="34" charset="0"/>
                <a:ea typeface="Nunito" pitchFamily="34" charset="-122"/>
                <a:cs typeface="Nunito" pitchFamily="34" charset="-120"/>
              </a:rPr>
              <a:t>Write a main idea here</a:t>
            </a:r>
            <a:endParaRPr lang="en-US" sz="1200" dirty="0"/>
          </a:p>
        </p:txBody>
      </p:sp>
      <p:pic>
        <p:nvPicPr>
          <p:cNvPr id="27" name="Image 5" descr="preencoded.png">    </p:cNvPr>
          <p:cNvPicPr>
            <a:picLocks noChangeAspect="1"/>
          </p:cNvPicPr>
          <p:nvPr/>
        </p:nvPicPr>
        <p:blipFill>
          <a:blip r:embed="rId6"/>
          <a:stretch>
            <a:fillRect/>
          </a:stretch>
        </p:blipFill>
        <p:spPr>
          <a:xfrm>
            <a:off x="5953101" y="2164353"/>
            <a:ext cx="345646" cy="350102"/>
          </a:xfrm>
          <a:prstGeom prst="rect">
            <a:avLst/>
          </a:prstGeom>
        </p:spPr>
      </p:pic>
      <p:pic>
        <p:nvPicPr>
          <p:cNvPr id="28" name="Image 6" descr="preencoded.png">    </p:cNvPr>
          <p:cNvPicPr>
            <a:picLocks noChangeAspect="1"/>
          </p:cNvPicPr>
          <p:nvPr/>
        </p:nvPicPr>
        <p:blipFill>
          <a:blip r:embed="rId7"/>
          <a:stretch>
            <a:fillRect/>
          </a:stretch>
        </p:blipFill>
        <p:spPr>
          <a:xfrm>
            <a:off x="3274429" y="4092459"/>
            <a:ext cx="590056" cy="590056"/>
          </a:xfrm>
          <a:prstGeom prst="rect">
            <a:avLst/>
          </a:prstGeom>
        </p:spPr>
      </p:pic>
      <p:sp>
        <p:nvSpPr>
          <p:cNvPr id="29" name="Shape 20"/>
          <p:cNvSpPr/>
          <p:nvPr/>
        </p:nvSpPr>
        <p:spPr>
          <a:xfrm>
            <a:off x="3274429" y="4092459"/>
            <a:ext cx="590056" cy="590056"/>
          </a:xfrm>
          <a:custGeom>
            <a:avLst/>
            <a:gdLst/>
            <a:ahLst/>
            <a:cxnLst/>
            <a:rect l="l" t="t" r="r" b="b"/>
            <a:pathLst>
              <a:path w="590056" h="590056">
                <a:moveTo>
                  <a:pt x="0" y="0"/>
                </a:moveTo>
                <a:lnTo>
                  <a:pt x="590056" y="0"/>
                </a:lnTo>
                <a:lnTo>
                  <a:pt x="590056" y="590056"/>
                </a:lnTo>
                <a:lnTo>
                  <a:pt x="0" y="590056"/>
                </a:lnTo>
                <a:close/>
              </a:path>
            </a:pathLst>
          </a:custGeom>
          <a:solidFill>
            <a:srgbClr val="000000">
              <a:alpha val="0"/>
            </a:srgbClr>
          </a:solidFill>
          <a:ln/>
        </p:spPr>
      </p:sp>
      <p:sp>
        <p:nvSpPr>
          <p:cNvPr id="30" name="Text 21"/>
          <p:cNvSpPr/>
          <p:nvPr/>
        </p:nvSpPr>
        <p:spPr>
          <a:xfrm>
            <a:off x="3274429" y="4092459"/>
            <a:ext cx="590056" cy="590056"/>
          </a:xfrm>
          <a:prstGeom prst="rect">
            <a:avLst/>
          </a:prstGeom>
          <a:noFill/>
          <a:ln/>
        </p:spPr>
        <p:txBody>
          <a:bodyPr wrap="square" rtlCol="0" anchor="ctr"/>
          <a:lstStyle/>
          <a:p>
            <a:pPr indent="0" marL="0">
              <a:spcBef>
                <a:spcPts val="375"/>
              </a:spcBef>
              <a:buNone/>
            </a:pPr>
            <a:endParaRPr lang="en-US" sz="1200" dirty="0"/>
          </a:p>
        </p:txBody>
      </p:sp>
      <p:sp>
        <p:nvSpPr>
          <p:cNvPr id="31" name="Shape 22"/>
          <p:cNvSpPr/>
          <p:nvPr/>
        </p:nvSpPr>
        <p:spPr>
          <a:xfrm>
            <a:off x="3329747" y="4120118"/>
            <a:ext cx="479420" cy="215875"/>
          </a:xfrm>
          <a:custGeom>
            <a:avLst/>
            <a:gdLst/>
            <a:ahLst/>
            <a:cxnLst/>
            <a:rect l="l" t="t" r="r" b="b"/>
            <a:pathLst>
              <a:path w="479420" h="215875">
                <a:moveTo>
                  <a:pt x="0" y="0"/>
                </a:moveTo>
                <a:lnTo>
                  <a:pt x="479420" y="0"/>
                </a:lnTo>
                <a:lnTo>
                  <a:pt x="479420" y="215875"/>
                </a:lnTo>
                <a:lnTo>
                  <a:pt x="0" y="215875"/>
                </a:lnTo>
                <a:close/>
              </a:path>
            </a:pathLst>
          </a:custGeom>
          <a:solidFill>
            <a:srgbClr val="000000">
              <a:alpha val="0"/>
            </a:srgbClr>
          </a:solidFill>
          <a:ln/>
        </p:spPr>
      </p:sp>
      <p:sp>
        <p:nvSpPr>
          <p:cNvPr id="32" name="Text 23"/>
          <p:cNvSpPr/>
          <p:nvPr/>
        </p:nvSpPr>
        <p:spPr>
          <a:xfrm>
            <a:off x="3329747" y="4120118"/>
            <a:ext cx="479420" cy="215875"/>
          </a:xfrm>
          <a:prstGeom prst="rect">
            <a:avLst/>
          </a:prstGeom>
          <a:noFill/>
          <a:ln/>
        </p:spPr>
        <p:txBody>
          <a:bodyPr wrap="square" rtlCol="0" anchor="t"/>
          <a:lstStyle/>
          <a:p>
            <a:pPr indent="0" marL="0">
              <a:spcBef>
                <a:spcPts val="375"/>
              </a:spcBef>
              <a:buNone/>
            </a:pPr>
            <a:endParaRPr lang="en-US" sz="1200" dirty="0"/>
          </a:p>
        </p:txBody>
      </p:sp>
      <p:sp>
        <p:nvSpPr>
          <p:cNvPr id="33" name="Shape 24"/>
          <p:cNvSpPr/>
          <p:nvPr/>
        </p:nvSpPr>
        <p:spPr>
          <a:xfrm>
            <a:off x="4080313" y="4335487"/>
            <a:ext cx="3243423" cy="857523"/>
          </a:xfrm>
          <a:custGeom>
            <a:avLst/>
            <a:gdLst/>
            <a:ahLst/>
            <a:cxnLst/>
            <a:rect l="l" t="t" r="r" b="b"/>
            <a:pathLst>
              <a:path w="3243423" h="857523">
                <a:moveTo>
                  <a:pt x="0" y="0"/>
                </a:moveTo>
                <a:lnTo>
                  <a:pt x="3243423" y="0"/>
                </a:lnTo>
                <a:lnTo>
                  <a:pt x="3243423" y="857523"/>
                </a:lnTo>
                <a:lnTo>
                  <a:pt x="0" y="857523"/>
                </a:lnTo>
                <a:close/>
              </a:path>
            </a:pathLst>
          </a:custGeom>
          <a:solidFill>
            <a:srgbClr val="000000">
              <a:alpha val="0"/>
            </a:srgbClr>
          </a:solidFill>
          <a:ln/>
        </p:spPr>
      </p:sp>
      <p:sp>
        <p:nvSpPr>
          <p:cNvPr id="34" name="Text 25"/>
          <p:cNvSpPr/>
          <p:nvPr/>
        </p:nvSpPr>
        <p:spPr>
          <a:xfrm>
            <a:off x="4080313" y="4335487"/>
            <a:ext cx="3243423" cy="857523"/>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a:t>
            </a:r>
            <a:endParaRPr lang="en-US" sz="1200" dirty="0"/>
          </a:p>
        </p:txBody>
      </p:sp>
      <p:sp>
        <p:nvSpPr>
          <p:cNvPr id="35" name="Shape 26"/>
          <p:cNvSpPr/>
          <p:nvPr/>
        </p:nvSpPr>
        <p:spPr>
          <a:xfrm>
            <a:off x="4080313" y="4078171"/>
            <a:ext cx="3042586" cy="241399"/>
          </a:xfrm>
          <a:custGeom>
            <a:avLst/>
            <a:gdLst/>
            <a:ahLst/>
            <a:cxnLst/>
            <a:rect l="l" t="t" r="r" b="b"/>
            <a:pathLst>
              <a:path w="3042586" h="241399">
                <a:moveTo>
                  <a:pt x="0" y="0"/>
                </a:moveTo>
                <a:lnTo>
                  <a:pt x="3042586" y="0"/>
                </a:lnTo>
                <a:lnTo>
                  <a:pt x="3042586" y="241399"/>
                </a:lnTo>
                <a:lnTo>
                  <a:pt x="0" y="241399"/>
                </a:lnTo>
                <a:close/>
              </a:path>
            </a:pathLst>
          </a:custGeom>
          <a:solidFill>
            <a:srgbClr val="000000">
              <a:alpha val="0"/>
            </a:srgbClr>
          </a:solidFill>
          <a:ln/>
        </p:spPr>
      </p:sp>
      <p:sp>
        <p:nvSpPr>
          <p:cNvPr id="36" name="Text 27"/>
          <p:cNvSpPr/>
          <p:nvPr/>
        </p:nvSpPr>
        <p:spPr>
          <a:xfrm>
            <a:off x="4080313" y="4078171"/>
            <a:ext cx="3042586" cy="241399"/>
          </a:xfrm>
          <a:prstGeom prst="rect">
            <a:avLst/>
          </a:prstGeom>
          <a:noFill/>
          <a:ln/>
        </p:spPr>
        <p:txBody>
          <a:bodyPr wrap="square" rtlCol="0" anchor="t"/>
          <a:lstStyle/>
          <a:p>
            <a:pPr algn="l" indent="0" marL="0">
              <a:spcBef>
                <a:spcPts val="375"/>
              </a:spcBef>
              <a:buNone/>
            </a:pPr>
            <a:r>
              <a:rPr lang="en-US" sz="1125" b="1" dirty="0">
                <a:solidFill>
                  <a:srgbClr val="000000"/>
                </a:solidFill>
                <a:latin typeface="Nunito" pitchFamily="34" charset="0"/>
                <a:ea typeface="Nunito" pitchFamily="34" charset="-122"/>
                <a:cs typeface="Nunito" pitchFamily="34" charset="-120"/>
              </a:rPr>
              <a:t>Write a main idea here</a:t>
            </a:r>
            <a:endParaRPr lang="en-US" sz="1200" dirty="0"/>
          </a:p>
        </p:txBody>
      </p:sp>
      <p:pic>
        <p:nvPicPr>
          <p:cNvPr id="37" name="Image 7" descr="preencoded.png">    </p:cNvPr>
          <p:cNvPicPr>
            <a:picLocks noChangeAspect="1"/>
          </p:cNvPicPr>
          <p:nvPr/>
        </p:nvPicPr>
        <p:blipFill>
          <a:blip r:embed="rId8"/>
          <a:stretch>
            <a:fillRect/>
          </a:stretch>
        </p:blipFill>
        <p:spPr>
          <a:xfrm>
            <a:off x="3442299" y="4191607"/>
            <a:ext cx="254316" cy="3671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413364" y="1606860"/>
            <a:ext cx="2817893" cy="2510487"/>
          </a:xfrm>
          <a:prstGeom prst="rect">
            <a:avLst/>
          </a:prstGeom>
        </p:spPr>
      </p:pic>
      <p:pic>
        <p:nvPicPr>
          <p:cNvPr id="4" name="Image 2" descr="preencoded.png">    </p:cNvPr>
          <p:cNvPicPr>
            <a:picLocks noChangeAspect="1"/>
          </p:cNvPicPr>
          <p:nvPr/>
        </p:nvPicPr>
        <p:blipFill>
          <a:blip r:embed="rId3"/>
          <a:stretch>
            <a:fillRect/>
          </a:stretch>
        </p:blipFill>
        <p:spPr>
          <a:xfrm>
            <a:off x="3382151" y="1860298"/>
            <a:ext cx="548816" cy="594191"/>
          </a:xfrm>
          <a:prstGeom prst="rect">
            <a:avLst/>
          </a:prstGeom>
        </p:spPr>
      </p:pic>
      <p:sp>
        <p:nvSpPr>
          <p:cNvPr id="5" name="Shape 0"/>
          <p:cNvSpPr/>
          <p:nvPr/>
        </p:nvSpPr>
        <p:spPr>
          <a:xfrm>
            <a:off x="3382151" y="1860298"/>
            <a:ext cx="548816" cy="594191"/>
          </a:xfrm>
          <a:custGeom>
            <a:avLst/>
            <a:gdLst/>
            <a:ahLst/>
            <a:cxnLst/>
            <a:rect l="l" t="t" r="r" b="b"/>
            <a:pathLst>
              <a:path w="548816" h="594191">
                <a:moveTo>
                  <a:pt x="0" y="0"/>
                </a:moveTo>
                <a:lnTo>
                  <a:pt x="548816" y="0"/>
                </a:lnTo>
                <a:lnTo>
                  <a:pt x="548816" y="594191"/>
                </a:lnTo>
                <a:lnTo>
                  <a:pt x="0" y="594191"/>
                </a:lnTo>
                <a:close/>
              </a:path>
            </a:pathLst>
          </a:custGeom>
          <a:solidFill>
            <a:srgbClr val="000000">
              <a:alpha val="0"/>
            </a:srgbClr>
          </a:solidFill>
          <a:ln/>
        </p:spPr>
      </p:sp>
      <p:sp>
        <p:nvSpPr>
          <p:cNvPr id="6" name="Text 1"/>
          <p:cNvSpPr/>
          <p:nvPr/>
        </p:nvSpPr>
        <p:spPr>
          <a:xfrm>
            <a:off x="3382151" y="1860298"/>
            <a:ext cx="548816" cy="594191"/>
          </a:xfrm>
          <a:prstGeom prst="rect">
            <a:avLst/>
          </a:prstGeom>
          <a:noFill/>
          <a:ln/>
        </p:spPr>
        <p:txBody>
          <a:bodyPr wrap="square" rtlCol="0" anchor="t"/>
          <a:lstStyle/>
          <a:p>
            <a:pPr indent="0" marL="0">
              <a:spcBef>
                <a:spcPts val="375"/>
              </a:spcBef>
              <a:buNone/>
            </a:pPr>
            <a:endParaRPr lang="en-US" sz="1200" dirty="0"/>
          </a:p>
        </p:txBody>
      </p:sp>
      <p:pic>
        <p:nvPicPr>
          <p:cNvPr id="7" name="Image 3" descr="preencoded.png">    </p:cNvPr>
          <p:cNvPicPr>
            <a:picLocks noChangeAspect="1"/>
          </p:cNvPicPr>
          <p:nvPr/>
        </p:nvPicPr>
        <p:blipFill>
          <a:blip r:embed="rId4"/>
          <a:stretch>
            <a:fillRect/>
          </a:stretch>
        </p:blipFill>
        <p:spPr>
          <a:xfrm>
            <a:off x="6233995" y="1860298"/>
            <a:ext cx="548816" cy="594191"/>
          </a:xfrm>
          <a:prstGeom prst="rect">
            <a:avLst/>
          </a:prstGeom>
        </p:spPr>
      </p:pic>
      <p:sp>
        <p:nvSpPr>
          <p:cNvPr id="8" name="Shape 2"/>
          <p:cNvSpPr/>
          <p:nvPr/>
        </p:nvSpPr>
        <p:spPr>
          <a:xfrm>
            <a:off x="6233995" y="1860298"/>
            <a:ext cx="548816" cy="594191"/>
          </a:xfrm>
          <a:custGeom>
            <a:avLst/>
            <a:gdLst/>
            <a:ahLst/>
            <a:cxnLst/>
            <a:rect l="l" t="t" r="r" b="b"/>
            <a:pathLst>
              <a:path w="548816" h="594191">
                <a:moveTo>
                  <a:pt x="0" y="0"/>
                </a:moveTo>
                <a:lnTo>
                  <a:pt x="548816" y="0"/>
                </a:lnTo>
                <a:lnTo>
                  <a:pt x="548816" y="594191"/>
                </a:lnTo>
                <a:lnTo>
                  <a:pt x="0" y="594191"/>
                </a:lnTo>
                <a:close/>
              </a:path>
            </a:pathLst>
          </a:custGeom>
          <a:solidFill>
            <a:srgbClr val="000000">
              <a:alpha val="0"/>
            </a:srgbClr>
          </a:solidFill>
          <a:ln/>
        </p:spPr>
      </p:sp>
      <p:sp>
        <p:nvSpPr>
          <p:cNvPr id="9" name="Text 3"/>
          <p:cNvSpPr/>
          <p:nvPr/>
        </p:nvSpPr>
        <p:spPr>
          <a:xfrm>
            <a:off x="6233995" y="1860298"/>
            <a:ext cx="548816" cy="594191"/>
          </a:xfrm>
          <a:prstGeom prst="rect">
            <a:avLst/>
          </a:prstGeom>
          <a:noFill/>
          <a:ln/>
        </p:spPr>
        <p:txBody>
          <a:bodyPr wrap="square" rtlCol="0" anchor="t"/>
          <a:lstStyle/>
          <a:p>
            <a:pPr indent="0" marL="0">
              <a:spcBef>
                <a:spcPts val="375"/>
              </a:spcBef>
              <a:buNone/>
            </a:pPr>
            <a:endParaRPr lang="en-US" sz="1200" dirty="0"/>
          </a:p>
        </p:txBody>
      </p:sp>
      <p:pic>
        <p:nvPicPr>
          <p:cNvPr id="10" name="Image 4" descr="preencoded.png">    </p:cNvPr>
          <p:cNvPicPr>
            <a:picLocks noChangeAspect="1"/>
          </p:cNvPicPr>
          <p:nvPr/>
        </p:nvPicPr>
        <p:blipFill>
          <a:blip r:embed="rId5"/>
          <a:stretch>
            <a:fillRect/>
          </a:stretch>
        </p:blipFill>
        <p:spPr>
          <a:xfrm>
            <a:off x="3529788" y="3523156"/>
            <a:ext cx="548816" cy="594191"/>
          </a:xfrm>
          <a:prstGeom prst="rect">
            <a:avLst/>
          </a:prstGeom>
        </p:spPr>
      </p:pic>
      <p:sp>
        <p:nvSpPr>
          <p:cNvPr id="11" name="Shape 4"/>
          <p:cNvSpPr/>
          <p:nvPr/>
        </p:nvSpPr>
        <p:spPr>
          <a:xfrm>
            <a:off x="3529788" y="3523156"/>
            <a:ext cx="548816" cy="594191"/>
          </a:xfrm>
          <a:custGeom>
            <a:avLst/>
            <a:gdLst/>
            <a:ahLst/>
            <a:cxnLst/>
            <a:rect l="l" t="t" r="r" b="b"/>
            <a:pathLst>
              <a:path w="548816" h="594191">
                <a:moveTo>
                  <a:pt x="0" y="0"/>
                </a:moveTo>
                <a:lnTo>
                  <a:pt x="548816" y="0"/>
                </a:lnTo>
                <a:lnTo>
                  <a:pt x="548816" y="594191"/>
                </a:lnTo>
                <a:lnTo>
                  <a:pt x="0" y="594191"/>
                </a:lnTo>
                <a:close/>
              </a:path>
            </a:pathLst>
          </a:custGeom>
          <a:solidFill>
            <a:srgbClr val="000000">
              <a:alpha val="0"/>
            </a:srgbClr>
          </a:solidFill>
          <a:ln/>
        </p:spPr>
      </p:sp>
      <p:sp>
        <p:nvSpPr>
          <p:cNvPr id="12" name="Text 5"/>
          <p:cNvSpPr/>
          <p:nvPr/>
        </p:nvSpPr>
        <p:spPr>
          <a:xfrm>
            <a:off x="3529788" y="3523156"/>
            <a:ext cx="548816" cy="594191"/>
          </a:xfrm>
          <a:prstGeom prst="rect">
            <a:avLst/>
          </a:prstGeom>
          <a:noFill/>
          <a:ln/>
        </p:spPr>
        <p:txBody>
          <a:bodyPr wrap="square" rtlCol="0" anchor="t"/>
          <a:lstStyle/>
          <a:p>
            <a:pPr indent="0" marL="0">
              <a:spcBef>
                <a:spcPts val="375"/>
              </a:spcBef>
              <a:buNone/>
            </a:pPr>
            <a:endParaRPr lang="en-US" sz="1200" dirty="0"/>
          </a:p>
        </p:txBody>
      </p:sp>
      <p:pic>
        <p:nvPicPr>
          <p:cNvPr id="13" name="Image 5" descr="preencoded.png">    </p:cNvPr>
          <p:cNvPicPr>
            <a:picLocks noChangeAspect="1"/>
          </p:cNvPicPr>
          <p:nvPr/>
        </p:nvPicPr>
        <p:blipFill>
          <a:blip r:embed="rId6"/>
          <a:stretch>
            <a:fillRect/>
          </a:stretch>
        </p:blipFill>
        <p:spPr>
          <a:xfrm>
            <a:off x="6233995" y="3523156"/>
            <a:ext cx="548816" cy="594191"/>
          </a:xfrm>
          <a:prstGeom prst="rect">
            <a:avLst/>
          </a:prstGeom>
        </p:spPr>
      </p:pic>
      <p:sp>
        <p:nvSpPr>
          <p:cNvPr id="14" name="Shape 6"/>
          <p:cNvSpPr/>
          <p:nvPr/>
        </p:nvSpPr>
        <p:spPr>
          <a:xfrm>
            <a:off x="6233995" y="3523156"/>
            <a:ext cx="548816" cy="594191"/>
          </a:xfrm>
          <a:custGeom>
            <a:avLst/>
            <a:gdLst/>
            <a:ahLst/>
            <a:cxnLst/>
            <a:rect l="l" t="t" r="r" b="b"/>
            <a:pathLst>
              <a:path w="548816" h="594191">
                <a:moveTo>
                  <a:pt x="0" y="0"/>
                </a:moveTo>
                <a:lnTo>
                  <a:pt x="548816" y="0"/>
                </a:lnTo>
                <a:lnTo>
                  <a:pt x="548816" y="594191"/>
                </a:lnTo>
                <a:lnTo>
                  <a:pt x="0" y="594191"/>
                </a:lnTo>
                <a:close/>
              </a:path>
            </a:pathLst>
          </a:custGeom>
          <a:solidFill>
            <a:srgbClr val="000000">
              <a:alpha val="0"/>
            </a:srgbClr>
          </a:solidFill>
          <a:ln/>
        </p:spPr>
      </p:sp>
      <p:sp>
        <p:nvSpPr>
          <p:cNvPr id="15" name="Text 7"/>
          <p:cNvSpPr/>
          <p:nvPr/>
        </p:nvSpPr>
        <p:spPr>
          <a:xfrm>
            <a:off x="6233995" y="3523156"/>
            <a:ext cx="548816" cy="594191"/>
          </a:xfrm>
          <a:prstGeom prst="rect">
            <a:avLst/>
          </a:prstGeom>
          <a:noFill/>
          <a:ln/>
        </p:spPr>
        <p:txBody>
          <a:bodyPr wrap="square" rtlCol="0" anchor="t"/>
          <a:lstStyle/>
          <a:p>
            <a:pPr indent="0" marL="0">
              <a:spcBef>
                <a:spcPts val="375"/>
              </a:spcBef>
              <a:buNone/>
            </a:pPr>
            <a:endParaRPr lang="en-US" sz="1200" dirty="0"/>
          </a:p>
        </p:txBody>
      </p:sp>
      <p:sp>
        <p:nvSpPr>
          <p:cNvPr id="16" name="Shape 8"/>
          <p:cNvSpPr/>
          <p:nvPr/>
        </p:nvSpPr>
        <p:spPr>
          <a:xfrm>
            <a:off x="874042" y="328068"/>
            <a:ext cx="8269958" cy="552450"/>
          </a:xfrm>
          <a:custGeom>
            <a:avLst/>
            <a:gdLst/>
            <a:ahLst/>
            <a:cxnLst/>
            <a:rect l="l" t="t" r="r" b="b"/>
            <a:pathLst>
              <a:path w="8269958" h="552450">
                <a:moveTo>
                  <a:pt x="0" y="0"/>
                </a:moveTo>
                <a:lnTo>
                  <a:pt x="8269958" y="0"/>
                </a:lnTo>
                <a:lnTo>
                  <a:pt x="8269958" y="552450"/>
                </a:lnTo>
                <a:lnTo>
                  <a:pt x="0" y="552450"/>
                </a:lnTo>
                <a:close/>
              </a:path>
            </a:pathLst>
          </a:custGeom>
          <a:solidFill>
            <a:srgbClr val="000000">
              <a:alpha val="0"/>
            </a:srgbClr>
          </a:solidFill>
          <a:ln/>
        </p:spPr>
      </p:sp>
      <p:sp>
        <p:nvSpPr>
          <p:cNvPr id="17" name="Text 9"/>
          <p:cNvSpPr/>
          <p:nvPr/>
        </p:nvSpPr>
        <p:spPr>
          <a:xfrm>
            <a:off x="874042" y="328068"/>
            <a:ext cx="8269958" cy="552450"/>
          </a:xfrm>
          <a:prstGeom prst="rect">
            <a:avLst/>
          </a:prstGeom>
          <a:noFill/>
          <a:ln/>
        </p:spPr>
        <p:txBody>
          <a:bodyPr wrap="square" rtlCol="0" anchor="t"/>
          <a:lstStyle/>
          <a:p>
            <a:pPr algn="ctr" indent="0" marL="0">
              <a:spcBef>
                <a:spcPts val="375"/>
              </a:spcBef>
              <a:buNone/>
            </a:pPr>
            <a:r>
              <a:rPr lang="en-US" sz="3600" dirty="0">
                <a:solidFill>
                  <a:srgbClr val="45464D"/>
                </a:solidFill>
                <a:latin typeface="Caveat Brush" pitchFamily="34" charset="0"/>
                <a:ea typeface="Caveat Brush" pitchFamily="34" charset="-122"/>
                <a:cs typeface="Caveat Brush" pitchFamily="34" charset="-120"/>
              </a:rPr>
              <a:t>Write a main idea here</a:t>
            </a:r>
            <a:endParaRPr lang="en-US" sz="1200" dirty="0"/>
          </a:p>
        </p:txBody>
      </p:sp>
      <p:sp>
        <p:nvSpPr>
          <p:cNvPr id="18" name="Shape 10"/>
          <p:cNvSpPr/>
          <p:nvPr/>
        </p:nvSpPr>
        <p:spPr>
          <a:xfrm>
            <a:off x="4141256" y="2454489"/>
            <a:ext cx="1783062" cy="1011869"/>
          </a:xfrm>
          <a:custGeom>
            <a:avLst/>
            <a:gdLst/>
            <a:ahLst/>
            <a:cxnLst/>
            <a:rect l="l" t="t" r="r" b="b"/>
            <a:pathLst>
              <a:path w="1783062" h="1011869">
                <a:moveTo>
                  <a:pt x="0" y="0"/>
                </a:moveTo>
                <a:lnTo>
                  <a:pt x="1783062" y="0"/>
                </a:lnTo>
                <a:lnTo>
                  <a:pt x="1783062" y="1011869"/>
                </a:lnTo>
                <a:lnTo>
                  <a:pt x="0" y="1011869"/>
                </a:lnTo>
                <a:close/>
              </a:path>
            </a:pathLst>
          </a:custGeom>
          <a:solidFill>
            <a:srgbClr val="000000">
              <a:alpha val="0"/>
            </a:srgbClr>
          </a:solidFill>
          <a:ln/>
        </p:spPr>
      </p:sp>
      <p:sp>
        <p:nvSpPr>
          <p:cNvPr id="19" name="Text 11"/>
          <p:cNvSpPr/>
          <p:nvPr/>
        </p:nvSpPr>
        <p:spPr>
          <a:xfrm>
            <a:off x="4141256" y="2454489"/>
            <a:ext cx="1783062" cy="1011869"/>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a:t>
            </a:r>
            <a:endParaRPr lang="en-US" sz="1200" dirty="0"/>
          </a:p>
        </p:txBody>
      </p:sp>
      <p:sp>
        <p:nvSpPr>
          <p:cNvPr id="20" name="Shape 12"/>
          <p:cNvSpPr/>
          <p:nvPr/>
        </p:nvSpPr>
        <p:spPr>
          <a:xfrm>
            <a:off x="4116705" y="1836485"/>
            <a:ext cx="1924858" cy="253826"/>
          </a:xfrm>
          <a:custGeom>
            <a:avLst/>
            <a:gdLst/>
            <a:ahLst/>
            <a:cxnLst/>
            <a:rect l="l" t="t" r="r" b="b"/>
            <a:pathLst>
              <a:path w="1924858" h="253826">
                <a:moveTo>
                  <a:pt x="0" y="0"/>
                </a:moveTo>
                <a:lnTo>
                  <a:pt x="1924858" y="0"/>
                </a:lnTo>
                <a:lnTo>
                  <a:pt x="1924858" y="253826"/>
                </a:lnTo>
                <a:lnTo>
                  <a:pt x="0" y="253826"/>
                </a:lnTo>
                <a:close/>
              </a:path>
            </a:pathLst>
          </a:custGeom>
          <a:solidFill>
            <a:srgbClr val="000000">
              <a:alpha val="0"/>
            </a:srgbClr>
          </a:solidFill>
          <a:ln/>
        </p:spPr>
      </p:sp>
      <p:sp>
        <p:nvSpPr>
          <p:cNvPr id="21" name="Text 13"/>
          <p:cNvSpPr/>
          <p:nvPr/>
        </p:nvSpPr>
        <p:spPr>
          <a:xfrm>
            <a:off x="4116705" y="1836485"/>
            <a:ext cx="1924858" cy="253826"/>
          </a:xfrm>
          <a:prstGeom prst="rect">
            <a:avLst/>
          </a:prstGeom>
          <a:noFill/>
          <a:ln/>
        </p:spPr>
        <p:txBody>
          <a:bodyPr wrap="square" rtlCol="0" anchor="t"/>
          <a:lstStyle/>
          <a:p>
            <a:pPr algn="l" indent="0" marL="0">
              <a:spcBef>
                <a:spcPts val="375"/>
              </a:spcBef>
              <a:buNone/>
            </a:pPr>
            <a:r>
              <a:rPr lang="en-US" sz="1200" b="1" dirty="0">
                <a:solidFill>
                  <a:srgbClr val="000000"/>
                </a:solidFill>
                <a:latin typeface="Nunito" pitchFamily="34" charset="0"/>
                <a:ea typeface="Nunito" pitchFamily="34" charset="-122"/>
                <a:cs typeface="Nunito" pitchFamily="34" charset="-120"/>
              </a:rPr>
              <a:t>Write a main idea here</a:t>
            </a:r>
            <a:endParaRPr lang="en-US" sz="1200" dirty="0"/>
          </a:p>
        </p:txBody>
      </p:sp>
      <p:sp>
        <p:nvSpPr>
          <p:cNvPr id="22" name="Shape 14"/>
          <p:cNvSpPr/>
          <p:nvPr/>
        </p:nvSpPr>
        <p:spPr>
          <a:xfrm>
            <a:off x="6941071" y="2507763"/>
            <a:ext cx="1688550" cy="1015393"/>
          </a:xfrm>
          <a:custGeom>
            <a:avLst/>
            <a:gdLst/>
            <a:ahLst/>
            <a:cxnLst/>
            <a:rect l="l" t="t" r="r" b="b"/>
            <a:pathLst>
              <a:path w="1688550" h="1015393">
                <a:moveTo>
                  <a:pt x="0" y="0"/>
                </a:moveTo>
                <a:lnTo>
                  <a:pt x="1688550" y="0"/>
                </a:lnTo>
                <a:lnTo>
                  <a:pt x="1688550" y="1015393"/>
                </a:lnTo>
                <a:lnTo>
                  <a:pt x="0" y="1015393"/>
                </a:lnTo>
                <a:close/>
              </a:path>
            </a:pathLst>
          </a:custGeom>
          <a:solidFill>
            <a:srgbClr val="000000">
              <a:alpha val="0"/>
            </a:srgbClr>
          </a:solidFill>
          <a:ln/>
        </p:spPr>
      </p:sp>
      <p:sp>
        <p:nvSpPr>
          <p:cNvPr id="23" name="Text 15"/>
          <p:cNvSpPr/>
          <p:nvPr/>
        </p:nvSpPr>
        <p:spPr>
          <a:xfrm>
            <a:off x="6941071" y="2507763"/>
            <a:ext cx="1688550" cy="1015393"/>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a:t>
            </a:r>
            <a:endParaRPr lang="en-US" sz="1200" dirty="0"/>
          </a:p>
        </p:txBody>
      </p:sp>
      <p:sp>
        <p:nvSpPr>
          <p:cNvPr id="24" name="Shape 16"/>
          <p:cNvSpPr/>
          <p:nvPr/>
        </p:nvSpPr>
        <p:spPr>
          <a:xfrm>
            <a:off x="6941071" y="1836485"/>
            <a:ext cx="2019370" cy="537361"/>
          </a:xfrm>
          <a:custGeom>
            <a:avLst/>
            <a:gdLst/>
            <a:ahLst/>
            <a:cxnLst/>
            <a:rect l="l" t="t" r="r" b="b"/>
            <a:pathLst>
              <a:path w="2019370" h="537361">
                <a:moveTo>
                  <a:pt x="0" y="0"/>
                </a:moveTo>
                <a:lnTo>
                  <a:pt x="2019370" y="0"/>
                </a:lnTo>
                <a:lnTo>
                  <a:pt x="2019370" y="537361"/>
                </a:lnTo>
                <a:lnTo>
                  <a:pt x="0" y="537361"/>
                </a:lnTo>
                <a:close/>
              </a:path>
            </a:pathLst>
          </a:custGeom>
          <a:solidFill>
            <a:srgbClr val="000000">
              <a:alpha val="0"/>
            </a:srgbClr>
          </a:solidFill>
          <a:ln/>
        </p:spPr>
      </p:sp>
      <p:sp>
        <p:nvSpPr>
          <p:cNvPr id="25" name="Text 17"/>
          <p:cNvSpPr/>
          <p:nvPr/>
        </p:nvSpPr>
        <p:spPr>
          <a:xfrm>
            <a:off x="6941071" y="1836485"/>
            <a:ext cx="2019370" cy="537361"/>
          </a:xfrm>
          <a:prstGeom prst="rect">
            <a:avLst/>
          </a:prstGeom>
          <a:noFill/>
          <a:ln/>
        </p:spPr>
        <p:txBody>
          <a:bodyPr wrap="square" rtlCol="0" anchor="t"/>
          <a:lstStyle/>
          <a:p>
            <a:pPr algn="l" indent="0" marL="0">
              <a:spcBef>
                <a:spcPts val="375"/>
              </a:spcBef>
              <a:buNone/>
            </a:pPr>
            <a:r>
              <a:rPr lang="en-US" sz="1200" b="1" dirty="0">
                <a:solidFill>
                  <a:srgbClr val="000000"/>
                </a:solidFill>
                <a:latin typeface="Nunito" pitchFamily="34" charset="0"/>
                <a:ea typeface="Nunito" pitchFamily="34" charset="-122"/>
                <a:cs typeface="Nunito" pitchFamily="34" charset="-120"/>
              </a:rPr>
              <a:t>Write a main idea here</a:t>
            </a:r>
            <a:endParaRPr lang="en-US" sz="1200" dirty="0"/>
          </a:p>
        </p:txBody>
      </p:sp>
      <p:sp>
        <p:nvSpPr>
          <p:cNvPr id="26" name="Shape 18"/>
          <p:cNvSpPr/>
          <p:nvPr/>
        </p:nvSpPr>
        <p:spPr>
          <a:xfrm>
            <a:off x="4235768" y="4117347"/>
            <a:ext cx="1688550" cy="1803595"/>
          </a:xfrm>
          <a:custGeom>
            <a:avLst/>
            <a:gdLst/>
            <a:ahLst/>
            <a:cxnLst/>
            <a:rect l="l" t="t" r="r" b="b"/>
            <a:pathLst>
              <a:path w="1688550" h="1803595">
                <a:moveTo>
                  <a:pt x="0" y="0"/>
                </a:moveTo>
                <a:lnTo>
                  <a:pt x="1688550" y="0"/>
                </a:lnTo>
                <a:lnTo>
                  <a:pt x="1688550" y="1803595"/>
                </a:lnTo>
                <a:lnTo>
                  <a:pt x="0" y="1803595"/>
                </a:lnTo>
                <a:close/>
              </a:path>
            </a:pathLst>
          </a:custGeom>
          <a:solidFill>
            <a:srgbClr val="000000">
              <a:alpha val="0"/>
            </a:srgbClr>
          </a:solidFill>
          <a:ln/>
        </p:spPr>
      </p:sp>
      <p:sp>
        <p:nvSpPr>
          <p:cNvPr id="27" name="Text 19"/>
          <p:cNvSpPr/>
          <p:nvPr/>
        </p:nvSpPr>
        <p:spPr>
          <a:xfrm>
            <a:off x="4235768" y="4117347"/>
            <a:ext cx="1688550" cy="1803595"/>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a:t>
            </a:r>
            <a:endParaRPr lang="en-US" sz="1200" dirty="0"/>
          </a:p>
        </p:txBody>
      </p:sp>
      <p:sp>
        <p:nvSpPr>
          <p:cNvPr id="28" name="Shape 20"/>
          <p:cNvSpPr/>
          <p:nvPr/>
        </p:nvSpPr>
        <p:spPr>
          <a:xfrm>
            <a:off x="4078605" y="3525267"/>
            <a:ext cx="1845741" cy="247650"/>
          </a:xfrm>
          <a:custGeom>
            <a:avLst/>
            <a:gdLst/>
            <a:ahLst/>
            <a:cxnLst/>
            <a:rect l="l" t="t" r="r" b="b"/>
            <a:pathLst>
              <a:path w="1845741" h="247650">
                <a:moveTo>
                  <a:pt x="0" y="0"/>
                </a:moveTo>
                <a:lnTo>
                  <a:pt x="1845741" y="0"/>
                </a:lnTo>
                <a:lnTo>
                  <a:pt x="1845741" y="247650"/>
                </a:lnTo>
                <a:lnTo>
                  <a:pt x="0" y="247650"/>
                </a:lnTo>
                <a:close/>
              </a:path>
            </a:pathLst>
          </a:custGeom>
          <a:solidFill>
            <a:srgbClr val="000000">
              <a:alpha val="0"/>
            </a:srgbClr>
          </a:solidFill>
          <a:ln/>
        </p:spPr>
      </p:sp>
      <p:sp>
        <p:nvSpPr>
          <p:cNvPr id="29" name="Text 21"/>
          <p:cNvSpPr/>
          <p:nvPr/>
        </p:nvSpPr>
        <p:spPr>
          <a:xfrm>
            <a:off x="4078605" y="3525267"/>
            <a:ext cx="1845741" cy="247650"/>
          </a:xfrm>
          <a:prstGeom prst="rect">
            <a:avLst/>
          </a:prstGeom>
          <a:noFill/>
          <a:ln/>
        </p:spPr>
        <p:txBody>
          <a:bodyPr wrap="square" rtlCol="0" anchor="t"/>
          <a:lstStyle/>
          <a:p>
            <a:pPr algn="l" indent="0" marL="0">
              <a:spcBef>
                <a:spcPts val="375"/>
              </a:spcBef>
              <a:buNone/>
            </a:pPr>
            <a:r>
              <a:rPr lang="en-US" sz="1200" b="1" dirty="0">
                <a:solidFill>
                  <a:srgbClr val="000000"/>
                </a:solidFill>
                <a:latin typeface="Nunito" pitchFamily="34" charset="0"/>
                <a:ea typeface="Nunito" pitchFamily="34" charset="-122"/>
                <a:cs typeface="Nunito" pitchFamily="34" charset="-120"/>
              </a:rPr>
              <a:t>Write a main idea here</a:t>
            </a:r>
            <a:endParaRPr lang="en-US" sz="1200" dirty="0"/>
          </a:p>
        </p:txBody>
      </p:sp>
      <p:sp>
        <p:nvSpPr>
          <p:cNvPr id="30" name="Shape 22"/>
          <p:cNvSpPr/>
          <p:nvPr/>
        </p:nvSpPr>
        <p:spPr>
          <a:xfrm>
            <a:off x="6941071" y="4117347"/>
            <a:ext cx="1688550" cy="1026153"/>
          </a:xfrm>
          <a:custGeom>
            <a:avLst/>
            <a:gdLst/>
            <a:ahLst/>
            <a:cxnLst/>
            <a:rect l="l" t="t" r="r" b="b"/>
            <a:pathLst>
              <a:path w="1688550" h="1026153">
                <a:moveTo>
                  <a:pt x="0" y="0"/>
                </a:moveTo>
                <a:lnTo>
                  <a:pt x="1688550" y="0"/>
                </a:lnTo>
                <a:lnTo>
                  <a:pt x="1688550" y="1026153"/>
                </a:lnTo>
                <a:lnTo>
                  <a:pt x="0" y="1026153"/>
                </a:lnTo>
                <a:close/>
              </a:path>
            </a:pathLst>
          </a:custGeom>
          <a:solidFill>
            <a:srgbClr val="000000">
              <a:alpha val="0"/>
            </a:srgbClr>
          </a:solidFill>
          <a:ln/>
        </p:spPr>
      </p:sp>
      <p:sp>
        <p:nvSpPr>
          <p:cNvPr id="31" name="Text 23"/>
          <p:cNvSpPr/>
          <p:nvPr/>
        </p:nvSpPr>
        <p:spPr>
          <a:xfrm>
            <a:off x="6941071" y="4117347"/>
            <a:ext cx="1688550" cy="1026153"/>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a:t>
            </a:r>
            <a:endParaRPr lang="en-US" sz="1200" dirty="0"/>
          </a:p>
        </p:txBody>
      </p:sp>
      <p:sp>
        <p:nvSpPr>
          <p:cNvPr id="32" name="Shape 24"/>
          <p:cNvSpPr/>
          <p:nvPr/>
        </p:nvSpPr>
        <p:spPr>
          <a:xfrm>
            <a:off x="6941071" y="3525267"/>
            <a:ext cx="1960300" cy="253826"/>
          </a:xfrm>
          <a:custGeom>
            <a:avLst/>
            <a:gdLst/>
            <a:ahLst/>
            <a:cxnLst/>
            <a:rect l="l" t="t" r="r" b="b"/>
            <a:pathLst>
              <a:path w="1960300" h="253826">
                <a:moveTo>
                  <a:pt x="0" y="0"/>
                </a:moveTo>
                <a:lnTo>
                  <a:pt x="1960300" y="0"/>
                </a:lnTo>
                <a:lnTo>
                  <a:pt x="1960300" y="253826"/>
                </a:lnTo>
                <a:lnTo>
                  <a:pt x="0" y="253826"/>
                </a:lnTo>
                <a:close/>
              </a:path>
            </a:pathLst>
          </a:custGeom>
          <a:solidFill>
            <a:srgbClr val="000000">
              <a:alpha val="0"/>
            </a:srgbClr>
          </a:solidFill>
          <a:ln/>
        </p:spPr>
      </p:sp>
      <p:sp>
        <p:nvSpPr>
          <p:cNvPr id="33" name="Text 25"/>
          <p:cNvSpPr/>
          <p:nvPr/>
        </p:nvSpPr>
        <p:spPr>
          <a:xfrm>
            <a:off x="6941071" y="3525267"/>
            <a:ext cx="1960300" cy="253826"/>
          </a:xfrm>
          <a:prstGeom prst="rect">
            <a:avLst/>
          </a:prstGeom>
          <a:noFill/>
          <a:ln/>
        </p:spPr>
        <p:txBody>
          <a:bodyPr wrap="square" rtlCol="0" anchor="t"/>
          <a:lstStyle/>
          <a:p>
            <a:pPr algn="l" indent="0" marL="0">
              <a:spcBef>
                <a:spcPts val="375"/>
              </a:spcBef>
              <a:buNone/>
            </a:pPr>
            <a:r>
              <a:rPr lang="en-US" sz="1200" b="1" dirty="0">
                <a:solidFill>
                  <a:srgbClr val="000000"/>
                </a:solidFill>
                <a:latin typeface="Nunito" pitchFamily="34" charset="0"/>
                <a:ea typeface="Nunito" pitchFamily="34" charset="-122"/>
                <a:cs typeface="Nunito" pitchFamily="34" charset="-120"/>
              </a:rPr>
              <a:t>Write a main idea here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251991" y="1147736"/>
            <a:ext cx="9647983" cy="210502"/>
          </a:xfrm>
          <a:prstGeom prst="rect">
            <a:avLst/>
          </a:prstGeom>
        </p:spPr>
      </p:pic>
      <p:sp>
        <p:nvSpPr>
          <p:cNvPr id="4" name="Shape 0"/>
          <p:cNvSpPr/>
          <p:nvPr/>
        </p:nvSpPr>
        <p:spPr>
          <a:xfrm>
            <a:off x="-251991" y="1147736"/>
            <a:ext cx="9647983" cy="210502"/>
          </a:xfrm>
          <a:custGeom>
            <a:avLst/>
            <a:gdLst/>
            <a:ahLst/>
            <a:cxnLst/>
            <a:rect l="l" t="t" r="r" b="b"/>
            <a:pathLst>
              <a:path w="9647983" h="210502">
                <a:moveTo>
                  <a:pt x="0" y="0"/>
                </a:moveTo>
                <a:lnTo>
                  <a:pt x="9647983" y="0"/>
                </a:lnTo>
                <a:lnTo>
                  <a:pt x="9647983" y="210502"/>
                </a:lnTo>
                <a:lnTo>
                  <a:pt x="0" y="210502"/>
                </a:lnTo>
                <a:close/>
              </a:path>
            </a:pathLst>
          </a:custGeom>
          <a:solidFill>
            <a:srgbClr val="000000">
              <a:alpha val="0"/>
            </a:srgbClr>
          </a:solidFill>
          <a:ln/>
        </p:spPr>
      </p:sp>
      <p:sp>
        <p:nvSpPr>
          <p:cNvPr id="5" name="Text 1"/>
          <p:cNvSpPr/>
          <p:nvPr/>
        </p:nvSpPr>
        <p:spPr>
          <a:xfrm>
            <a:off x="-251991" y="1147736"/>
            <a:ext cx="9647983" cy="210502"/>
          </a:xfrm>
          <a:prstGeom prst="rect">
            <a:avLst/>
          </a:prstGeom>
          <a:noFill/>
          <a:ln/>
        </p:spPr>
        <p:txBody>
          <a:bodyPr wrap="square" rtlCol="0" anchor="t"/>
          <a:lstStyle/>
          <a:p>
            <a:pPr indent="0" marL="0">
              <a:spcBef>
                <a:spcPts val="375"/>
              </a:spcBef>
              <a:buNone/>
            </a:pPr>
            <a:endParaRPr lang="en-US" sz="1200" dirty="0"/>
          </a:p>
        </p:txBody>
      </p:sp>
      <p:pic>
        <p:nvPicPr>
          <p:cNvPr id="6" name="Image 2" descr="preencoded.png">    </p:cNvPr>
          <p:cNvPicPr>
            <a:picLocks noChangeAspect="1"/>
          </p:cNvPicPr>
          <p:nvPr/>
        </p:nvPicPr>
        <p:blipFill>
          <a:blip r:embed="rId3"/>
          <a:stretch>
            <a:fillRect/>
          </a:stretch>
        </p:blipFill>
        <p:spPr>
          <a:xfrm>
            <a:off x="-251991" y="1147736"/>
            <a:ext cx="9647983" cy="210502"/>
          </a:xfrm>
          <a:prstGeom prst="rect">
            <a:avLst/>
          </a:prstGeom>
        </p:spPr>
      </p:pic>
      <p:pic>
        <p:nvPicPr>
          <p:cNvPr id="7" name="Image 3" descr="preencoded.png">    </p:cNvPr>
          <p:cNvPicPr>
            <a:picLocks noChangeAspect="1"/>
          </p:cNvPicPr>
          <p:nvPr/>
        </p:nvPicPr>
        <p:blipFill>
          <a:blip r:embed="rId4"/>
          <a:stretch>
            <a:fillRect/>
          </a:stretch>
        </p:blipFill>
        <p:spPr>
          <a:xfrm rot="10800000">
            <a:off x="-251991" y="3490437"/>
            <a:ext cx="9647983" cy="210502"/>
          </a:xfrm>
          <a:prstGeom prst="rect">
            <a:avLst/>
          </a:prstGeom>
        </p:spPr>
      </p:pic>
      <p:sp>
        <p:nvSpPr>
          <p:cNvPr id="8" name="Shape 2"/>
          <p:cNvSpPr/>
          <p:nvPr/>
        </p:nvSpPr>
        <p:spPr>
          <a:xfrm rot="10800000">
            <a:off x="-251991" y="3490437"/>
            <a:ext cx="9647983" cy="210502"/>
          </a:xfrm>
          <a:custGeom>
            <a:avLst/>
            <a:gdLst/>
            <a:ahLst/>
            <a:cxnLst/>
            <a:rect l="l" t="t" r="r" b="b"/>
            <a:pathLst>
              <a:path w="9647983" h="210502">
                <a:moveTo>
                  <a:pt x="0" y="0"/>
                </a:moveTo>
                <a:lnTo>
                  <a:pt x="9647983" y="0"/>
                </a:lnTo>
                <a:lnTo>
                  <a:pt x="9647983" y="210502"/>
                </a:lnTo>
                <a:lnTo>
                  <a:pt x="0" y="210502"/>
                </a:lnTo>
                <a:close/>
              </a:path>
            </a:pathLst>
          </a:custGeom>
          <a:solidFill>
            <a:srgbClr val="000000">
              <a:alpha val="0"/>
            </a:srgbClr>
          </a:solidFill>
          <a:ln/>
        </p:spPr>
      </p:sp>
      <p:sp>
        <p:nvSpPr>
          <p:cNvPr id="9" name="Text 3"/>
          <p:cNvSpPr/>
          <p:nvPr/>
        </p:nvSpPr>
        <p:spPr>
          <a:xfrm rot="10800000">
            <a:off x="-251991" y="3490437"/>
            <a:ext cx="9647983" cy="210502"/>
          </a:xfrm>
          <a:prstGeom prst="rect">
            <a:avLst/>
          </a:prstGeom>
          <a:noFill/>
          <a:ln/>
        </p:spPr>
        <p:txBody>
          <a:bodyPr wrap="square" rtlCol="0" anchor="t"/>
          <a:lstStyle/>
          <a:p>
            <a:pPr indent="0" marL="0">
              <a:spcBef>
                <a:spcPts val="375"/>
              </a:spcBef>
              <a:buNone/>
            </a:pPr>
            <a:endParaRPr lang="en-US" sz="1200" dirty="0"/>
          </a:p>
        </p:txBody>
      </p:sp>
      <p:pic>
        <p:nvPicPr>
          <p:cNvPr id="10" name="Image 4" descr="preencoded.png">    </p:cNvPr>
          <p:cNvPicPr>
            <a:picLocks noChangeAspect="1"/>
          </p:cNvPicPr>
          <p:nvPr/>
        </p:nvPicPr>
        <p:blipFill>
          <a:blip r:embed="rId5"/>
          <a:stretch>
            <a:fillRect/>
          </a:stretch>
        </p:blipFill>
        <p:spPr>
          <a:xfrm rot="10800000">
            <a:off x="-251991" y="3490437"/>
            <a:ext cx="9647983" cy="210502"/>
          </a:xfrm>
          <a:prstGeom prst="rect">
            <a:avLst/>
          </a:prstGeom>
        </p:spPr>
      </p:pic>
      <p:pic>
        <p:nvPicPr>
          <p:cNvPr id="11" name="Image 5" descr="preencoded.png">    </p:cNvPr>
          <p:cNvPicPr>
            <a:picLocks noChangeAspect="1"/>
          </p:cNvPicPr>
          <p:nvPr/>
        </p:nvPicPr>
        <p:blipFill>
          <a:blip r:embed="rId6"/>
          <a:srcRect l="0" r="45747" t="16766" b="62511"/>
          <a:stretch/>
        </p:blipFill>
        <p:spPr>
          <a:xfrm>
            <a:off x="0" y="1252986"/>
            <a:ext cx="9144000" cy="2328414"/>
          </a:xfrm>
          <a:prstGeom prst="rect">
            <a:avLst/>
          </a:prstGeom>
        </p:spPr>
      </p:pic>
      <p:sp>
        <p:nvSpPr>
          <p:cNvPr id="12" name="Shape 4"/>
          <p:cNvSpPr/>
          <p:nvPr/>
        </p:nvSpPr>
        <p:spPr>
          <a:xfrm>
            <a:off x="874042" y="113254"/>
            <a:ext cx="7395900" cy="514350"/>
          </a:xfrm>
          <a:custGeom>
            <a:avLst/>
            <a:gdLst/>
            <a:ahLst/>
            <a:cxnLst/>
            <a:rect l="l" t="t" r="r" b="b"/>
            <a:pathLst>
              <a:path w="7395900" h="514350">
                <a:moveTo>
                  <a:pt x="0" y="0"/>
                </a:moveTo>
                <a:lnTo>
                  <a:pt x="7395900" y="0"/>
                </a:lnTo>
                <a:lnTo>
                  <a:pt x="7395900" y="514350"/>
                </a:lnTo>
                <a:lnTo>
                  <a:pt x="0" y="514350"/>
                </a:lnTo>
                <a:close/>
              </a:path>
            </a:pathLst>
          </a:custGeom>
          <a:solidFill>
            <a:srgbClr val="000000">
              <a:alpha val="0"/>
            </a:srgbClr>
          </a:solidFill>
          <a:ln/>
        </p:spPr>
      </p:sp>
      <p:sp>
        <p:nvSpPr>
          <p:cNvPr id="13" name="Text 5"/>
          <p:cNvSpPr/>
          <p:nvPr/>
        </p:nvSpPr>
        <p:spPr>
          <a:xfrm>
            <a:off x="874042" y="113254"/>
            <a:ext cx="7395900" cy="514350"/>
          </a:xfrm>
          <a:prstGeom prst="rect">
            <a:avLst/>
          </a:prstGeom>
          <a:noFill/>
          <a:ln/>
        </p:spPr>
        <p:txBody>
          <a:bodyPr wrap="square" rtlCol="0" anchor="t"/>
          <a:lstStyle/>
          <a:p>
            <a:pPr algn="ctr" indent="0" marL="0">
              <a:spcBef>
                <a:spcPts val="375"/>
              </a:spcBef>
              <a:buNone/>
            </a:pPr>
            <a:r>
              <a:rPr lang="en-US" sz="3300" dirty="0">
                <a:solidFill>
                  <a:srgbClr val="45464D"/>
                </a:solidFill>
                <a:latin typeface="Caveat Brush" pitchFamily="34" charset="0"/>
                <a:ea typeface="Caveat Brush" pitchFamily="34" charset="-122"/>
                <a:cs typeface="Caveat Brush" pitchFamily="34" charset="-120"/>
              </a:rPr>
              <a:t>Write a main idea here</a:t>
            </a:r>
            <a:endParaRPr lang="en-US" sz="1200" dirty="0"/>
          </a:p>
        </p:txBody>
      </p:sp>
      <p:pic>
        <p:nvPicPr>
          <p:cNvPr id="14" name="Image 6" descr="preencoded.png">    </p:cNvPr>
          <p:cNvPicPr>
            <a:picLocks noChangeAspect="1"/>
          </p:cNvPicPr>
          <p:nvPr/>
        </p:nvPicPr>
        <p:blipFill>
          <a:blip r:embed="rId7"/>
          <a:stretch>
            <a:fillRect/>
          </a:stretch>
        </p:blipFill>
        <p:spPr>
          <a:xfrm>
            <a:off x="7876431" y="113254"/>
            <a:ext cx="1129834" cy="1549648"/>
          </a:xfrm>
          <a:prstGeom prst="rect">
            <a:avLst/>
          </a:prstGeom>
        </p:spPr>
      </p:pic>
      <p:sp>
        <p:nvSpPr>
          <p:cNvPr id="15" name="Shape 6"/>
          <p:cNvSpPr/>
          <p:nvPr/>
        </p:nvSpPr>
        <p:spPr>
          <a:xfrm>
            <a:off x="261115" y="3980180"/>
            <a:ext cx="2686650" cy="476696"/>
          </a:xfrm>
          <a:custGeom>
            <a:avLst/>
            <a:gdLst/>
            <a:ahLst/>
            <a:cxnLst/>
            <a:rect l="l" t="t" r="r" b="b"/>
            <a:pathLst>
              <a:path w="2686650" h="476696">
                <a:moveTo>
                  <a:pt x="0" y="0"/>
                </a:moveTo>
                <a:lnTo>
                  <a:pt x="2686650" y="0"/>
                </a:lnTo>
                <a:lnTo>
                  <a:pt x="2686650" y="476696"/>
                </a:lnTo>
                <a:lnTo>
                  <a:pt x="0" y="476696"/>
                </a:lnTo>
                <a:close/>
              </a:path>
            </a:pathLst>
          </a:custGeom>
          <a:solidFill>
            <a:srgbClr val="000000">
              <a:alpha val="0"/>
            </a:srgbClr>
          </a:solidFill>
          <a:ln/>
        </p:spPr>
      </p:sp>
      <p:sp>
        <p:nvSpPr>
          <p:cNvPr id="16" name="Text 7"/>
          <p:cNvSpPr/>
          <p:nvPr/>
        </p:nvSpPr>
        <p:spPr>
          <a:xfrm>
            <a:off x="261115" y="3980180"/>
            <a:ext cx="2686650" cy="476696"/>
          </a:xfrm>
          <a:prstGeom prst="rect">
            <a:avLst/>
          </a:prstGeom>
          <a:noFill/>
          <a:ln/>
        </p:spPr>
        <p:txBody>
          <a:bodyPr wrap="square" rtlCol="0" anchor="t"/>
          <a:lstStyle/>
          <a:p>
            <a:pPr algn="ctr"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a:t>
            </a:r>
            <a:endParaRPr lang="en-US" sz="1200" dirty="0"/>
          </a:p>
        </p:txBody>
      </p:sp>
      <p:sp>
        <p:nvSpPr>
          <p:cNvPr id="17" name="Shape 8"/>
          <p:cNvSpPr/>
          <p:nvPr/>
        </p:nvSpPr>
        <p:spPr>
          <a:xfrm>
            <a:off x="6196215" y="3980180"/>
            <a:ext cx="2686650" cy="476696"/>
          </a:xfrm>
          <a:custGeom>
            <a:avLst/>
            <a:gdLst/>
            <a:ahLst/>
            <a:cxnLst/>
            <a:rect l="l" t="t" r="r" b="b"/>
            <a:pathLst>
              <a:path w="2686650" h="476696">
                <a:moveTo>
                  <a:pt x="0" y="0"/>
                </a:moveTo>
                <a:lnTo>
                  <a:pt x="2686650" y="0"/>
                </a:lnTo>
                <a:lnTo>
                  <a:pt x="2686650" y="476696"/>
                </a:lnTo>
                <a:lnTo>
                  <a:pt x="0" y="476696"/>
                </a:lnTo>
                <a:close/>
              </a:path>
            </a:pathLst>
          </a:custGeom>
          <a:solidFill>
            <a:srgbClr val="000000">
              <a:alpha val="0"/>
            </a:srgbClr>
          </a:solidFill>
          <a:ln/>
        </p:spPr>
      </p:sp>
      <p:sp>
        <p:nvSpPr>
          <p:cNvPr id="18" name="Text 9"/>
          <p:cNvSpPr/>
          <p:nvPr/>
        </p:nvSpPr>
        <p:spPr>
          <a:xfrm>
            <a:off x="6196215" y="3980180"/>
            <a:ext cx="2686650" cy="476696"/>
          </a:xfrm>
          <a:prstGeom prst="rect">
            <a:avLst/>
          </a:prstGeom>
          <a:noFill/>
          <a:ln/>
        </p:spPr>
        <p:txBody>
          <a:bodyPr wrap="square" rtlCol="0" anchor="t"/>
          <a:lstStyle/>
          <a:p>
            <a:pPr algn="ctr"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a:t>
            </a:r>
            <a:endParaRPr lang="en-US" sz="1200" dirty="0"/>
          </a:p>
        </p:txBody>
      </p:sp>
      <p:sp>
        <p:nvSpPr>
          <p:cNvPr id="19" name="Shape 10"/>
          <p:cNvSpPr/>
          <p:nvPr/>
        </p:nvSpPr>
        <p:spPr>
          <a:xfrm>
            <a:off x="3228665" y="3980180"/>
            <a:ext cx="2686650" cy="476696"/>
          </a:xfrm>
          <a:custGeom>
            <a:avLst/>
            <a:gdLst/>
            <a:ahLst/>
            <a:cxnLst/>
            <a:rect l="l" t="t" r="r" b="b"/>
            <a:pathLst>
              <a:path w="2686650" h="476696">
                <a:moveTo>
                  <a:pt x="0" y="0"/>
                </a:moveTo>
                <a:lnTo>
                  <a:pt x="2686650" y="0"/>
                </a:lnTo>
                <a:lnTo>
                  <a:pt x="2686650" y="476696"/>
                </a:lnTo>
                <a:lnTo>
                  <a:pt x="0" y="476696"/>
                </a:lnTo>
                <a:close/>
              </a:path>
            </a:pathLst>
          </a:custGeom>
          <a:solidFill>
            <a:srgbClr val="000000">
              <a:alpha val="0"/>
            </a:srgbClr>
          </a:solidFill>
          <a:ln/>
        </p:spPr>
      </p:sp>
      <p:sp>
        <p:nvSpPr>
          <p:cNvPr id="20" name="Text 11"/>
          <p:cNvSpPr/>
          <p:nvPr/>
        </p:nvSpPr>
        <p:spPr>
          <a:xfrm>
            <a:off x="3228665" y="3980180"/>
            <a:ext cx="2686650" cy="476696"/>
          </a:xfrm>
          <a:prstGeom prst="rect">
            <a:avLst/>
          </a:prstGeom>
          <a:noFill/>
          <a:ln/>
        </p:spPr>
        <p:txBody>
          <a:bodyPr wrap="square" rtlCol="0" anchor="t"/>
          <a:lstStyle/>
          <a:p>
            <a:pPr algn="ctr"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261790" y="359765"/>
            <a:ext cx="948272" cy="1498705"/>
          </a:xfrm>
          <a:prstGeom prst="rect">
            <a:avLst/>
          </a:prstGeom>
        </p:spPr>
      </p:pic>
      <p:pic>
        <p:nvPicPr>
          <p:cNvPr id="4" name="Image 2" descr="preencoded.png">    </p:cNvPr>
          <p:cNvPicPr>
            <a:picLocks noChangeAspect="1"/>
          </p:cNvPicPr>
          <p:nvPr/>
        </p:nvPicPr>
        <p:blipFill>
          <a:blip r:embed="rId3"/>
          <a:stretch>
            <a:fillRect/>
          </a:stretch>
        </p:blipFill>
        <p:spPr>
          <a:xfrm>
            <a:off x="735926" y="1743752"/>
            <a:ext cx="2035939" cy="2035939"/>
          </a:xfrm>
          <a:prstGeom prst="rect">
            <a:avLst/>
          </a:prstGeom>
        </p:spPr>
      </p:pic>
      <p:sp>
        <p:nvSpPr>
          <p:cNvPr id="5" name="Shape 0"/>
          <p:cNvSpPr/>
          <p:nvPr/>
        </p:nvSpPr>
        <p:spPr>
          <a:xfrm>
            <a:off x="735926" y="1743752"/>
            <a:ext cx="2035939" cy="2035939"/>
          </a:xfrm>
          <a:custGeom>
            <a:avLst/>
            <a:gdLst/>
            <a:ahLst/>
            <a:cxnLst/>
            <a:rect l="l" t="t" r="r" b="b"/>
            <a:pathLst>
              <a:path w="2035939" h="2035939">
                <a:moveTo>
                  <a:pt x="0" y="0"/>
                </a:moveTo>
                <a:lnTo>
                  <a:pt x="2035939" y="0"/>
                </a:lnTo>
                <a:lnTo>
                  <a:pt x="2035939" y="2035939"/>
                </a:lnTo>
                <a:lnTo>
                  <a:pt x="0" y="2035939"/>
                </a:lnTo>
                <a:close/>
              </a:path>
            </a:pathLst>
          </a:custGeom>
          <a:solidFill>
            <a:srgbClr val="000000">
              <a:alpha val="0"/>
            </a:srgbClr>
          </a:solidFill>
          <a:ln/>
        </p:spPr>
      </p:sp>
      <p:sp>
        <p:nvSpPr>
          <p:cNvPr id="6" name="Text 1"/>
          <p:cNvSpPr/>
          <p:nvPr/>
        </p:nvSpPr>
        <p:spPr>
          <a:xfrm>
            <a:off x="735926" y="1743752"/>
            <a:ext cx="2035939" cy="2035939"/>
          </a:xfrm>
          <a:prstGeom prst="rect">
            <a:avLst/>
          </a:prstGeom>
          <a:noFill/>
          <a:ln/>
        </p:spPr>
        <p:txBody>
          <a:bodyPr wrap="square" rtlCol="0" anchor="t"/>
          <a:lstStyle/>
          <a:p>
            <a:pPr indent="0" marL="0">
              <a:spcBef>
                <a:spcPts val="375"/>
              </a:spcBef>
              <a:buNone/>
            </a:pPr>
            <a:endParaRPr lang="en-US" sz="1200" dirty="0"/>
          </a:p>
        </p:txBody>
      </p:sp>
      <p:pic>
        <p:nvPicPr>
          <p:cNvPr id="7" name="Image 3" descr="preencoded.png">    </p:cNvPr>
          <p:cNvPicPr>
            <a:picLocks noChangeAspect="1"/>
          </p:cNvPicPr>
          <p:nvPr/>
        </p:nvPicPr>
        <p:blipFill>
          <a:blip r:embed="rId4"/>
          <a:stretch>
            <a:fillRect/>
          </a:stretch>
        </p:blipFill>
        <p:spPr>
          <a:xfrm>
            <a:off x="735926" y="1743752"/>
            <a:ext cx="2035939" cy="2035939"/>
          </a:xfrm>
          <a:prstGeom prst="rect">
            <a:avLst/>
          </a:prstGeom>
        </p:spPr>
      </p:pic>
      <p:pic>
        <p:nvPicPr>
          <p:cNvPr id="8" name="Image 4" descr="preencoded.png">    </p:cNvPr>
          <p:cNvPicPr>
            <a:picLocks noChangeAspect="1"/>
          </p:cNvPicPr>
          <p:nvPr/>
        </p:nvPicPr>
        <p:blipFill>
          <a:blip r:embed="rId5"/>
          <a:stretch>
            <a:fillRect/>
          </a:stretch>
        </p:blipFill>
        <p:spPr>
          <a:xfrm>
            <a:off x="3554031" y="1743752"/>
            <a:ext cx="2035939" cy="2035939"/>
          </a:xfrm>
          <a:prstGeom prst="rect">
            <a:avLst/>
          </a:prstGeom>
        </p:spPr>
      </p:pic>
      <p:sp>
        <p:nvSpPr>
          <p:cNvPr id="9" name="Shape 2"/>
          <p:cNvSpPr/>
          <p:nvPr/>
        </p:nvSpPr>
        <p:spPr>
          <a:xfrm>
            <a:off x="3554031" y="1743752"/>
            <a:ext cx="2035939" cy="2035939"/>
          </a:xfrm>
          <a:custGeom>
            <a:avLst/>
            <a:gdLst/>
            <a:ahLst/>
            <a:cxnLst/>
            <a:rect l="l" t="t" r="r" b="b"/>
            <a:pathLst>
              <a:path w="2035939" h="2035939">
                <a:moveTo>
                  <a:pt x="0" y="0"/>
                </a:moveTo>
                <a:lnTo>
                  <a:pt x="2035939" y="0"/>
                </a:lnTo>
                <a:lnTo>
                  <a:pt x="2035939" y="2035939"/>
                </a:lnTo>
                <a:lnTo>
                  <a:pt x="0" y="2035939"/>
                </a:lnTo>
                <a:close/>
              </a:path>
            </a:pathLst>
          </a:custGeom>
          <a:solidFill>
            <a:srgbClr val="000000">
              <a:alpha val="0"/>
            </a:srgbClr>
          </a:solidFill>
          <a:ln/>
        </p:spPr>
      </p:sp>
      <p:sp>
        <p:nvSpPr>
          <p:cNvPr id="10" name="Text 3"/>
          <p:cNvSpPr/>
          <p:nvPr/>
        </p:nvSpPr>
        <p:spPr>
          <a:xfrm>
            <a:off x="3554031" y="1743752"/>
            <a:ext cx="2035939" cy="2035939"/>
          </a:xfrm>
          <a:prstGeom prst="rect">
            <a:avLst/>
          </a:prstGeom>
          <a:noFill/>
          <a:ln/>
        </p:spPr>
        <p:txBody>
          <a:bodyPr wrap="square" rtlCol="0" anchor="t"/>
          <a:lstStyle/>
          <a:p>
            <a:pPr indent="0" marL="0">
              <a:spcBef>
                <a:spcPts val="375"/>
              </a:spcBef>
              <a:buNone/>
            </a:pPr>
            <a:endParaRPr lang="en-US" sz="1200" dirty="0"/>
          </a:p>
        </p:txBody>
      </p:sp>
      <p:pic>
        <p:nvPicPr>
          <p:cNvPr id="11" name="Image 5" descr="preencoded.png">    </p:cNvPr>
          <p:cNvPicPr>
            <a:picLocks noChangeAspect="1"/>
          </p:cNvPicPr>
          <p:nvPr/>
        </p:nvPicPr>
        <p:blipFill>
          <a:blip r:embed="rId6"/>
          <a:stretch>
            <a:fillRect/>
          </a:stretch>
        </p:blipFill>
        <p:spPr>
          <a:xfrm>
            <a:off x="3554031" y="1743752"/>
            <a:ext cx="2035939" cy="2035939"/>
          </a:xfrm>
          <a:prstGeom prst="rect">
            <a:avLst/>
          </a:prstGeom>
        </p:spPr>
      </p:pic>
      <p:pic>
        <p:nvPicPr>
          <p:cNvPr id="12" name="Image 6" descr="preencoded.png">    </p:cNvPr>
          <p:cNvPicPr>
            <a:picLocks noChangeAspect="1"/>
          </p:cNvPicPr>
          <p:nvPr/>
        </p:nvPicPr>
        <p:blipFill>
          <a:blip r:embed="rId7"/>
          <a:stretch>
            <a:fillRect/>
          </a:stretch>
        </p:blipFill>
        <p:spPr>
          <a:xfrm>
            <a:off x="6299267" y="1743752"/>
            <a:ext cx="2035939" cy="2035939"/>
          </a:xfrm>
          <a:prstGeom prst="rect">
            <a:avLst/>
          </a:prstGeom>
        </p:spPr>
      </p:pic>
      <p:sp>
        <p:nvSpPr>
          <p:cNvPr id="13" name="Shape 4"/>
          <p:cNvSpPr/>
          <p:nvPr/>
        </p:nvSpPr>
        <p:spPr>
          <a:xfrm>
            <a:off x="6299267" y="1743752"/>
            <a:ext cx="2035939" cy="2035939"/>
          </a:xfrm>
          <a:custGeom>
            <a:avLst/>
            <a:gdLst/>
            <a:ahLst/>
            <a:cxnLst/>
            <a:rect l="l" t="t" r="r" b="b"/>
            <a:pathLst>
              <a:path w="2035939" h="2035939">
                <a:moveTo>
                  <a:pt x="0" y="0"/>
                </a:moveTo>
                <a:lnTo>
                  <a:pt x="2035939" y="0"/>
                </a:lnTo>
                <a:lnTo>
                  <a:pt x="2035939" y="2035939"/>
                </a:lnTo>
                <a:lnTo>
                  <a:pt x="0" y="2035939"/>
                </a:lnTo>
                <a:close/>
              </a:path>
            </a:pathLst>
          </a:custGeom>
          <a:solidFill>
            <a:srgbClr val="000000">
              <a:alpha val="0"/>
            </a:srgbClr>
          </a:solidFill>
          <a:ln/>
        </p:spPr>
      </p:sp>
      <p:sp>
        <p:nvSpPr>
          <p:cNvPr id="14" name="Text 5"/>
          <p:cNvSpPr/>
          <p:nvPr/>
        </p:nvSpPr>
        <p:spPr>
          <a:xfrm>
            <a:off x="6299267" y="1743752"/>
            <a:ext cx="2035939" cy="2035939"/>
          </a:xfrm>
          <a:prstGeom prst="rect">
            <a:avLst/>
          </a:prstGeom>
          <a:noFill/>
          <a:ln/>
        </p:spPr>
        <p:txBody>
          <a:bodyPr wrap="square" rtlCol="0" anchor="t"/>
          <a:lstStyle/>
          <a:p>
            <a:pPr indent="0" marL="0">
              <a:spcBef>
                <a:spcPts val="375"/>
              </a:spcBef>
              <a:buNone/>
            </a:pPr>
            <a:endParaRPr lang="en-US" sz="1200" dirty="0"/>
          </a:p>
        </p:txBody>
      </p:sp>
      <p:pic>
        <p:nvPicPr>
          <p:cNvPr id="15" name="Image 7" descr="preencoded.png">    </p:cNvPr>
          <p:cNvPicPr>
            <a:picLocks noChangeAspect="1"/>
          </p:cNvPicPr>
          <p:nvPr/>
        </p:nvPicPr>
        <p:blipFill>
          <a:blip r:embed="rId8"/>
          <a:stretch>
            <a:fillRect/>
          </a:stretch>
        </p:blipFill>
        <p:spPr>
          <a:xfrm>
            <a:off x="6299267" y="1743752"/>
            <a:ext cx="2035939" cy="2035939"/>
          </a:xfrm>
          <a:prstGeom prst="rect">
            <a:avLst/>
          </a:prstGeom>
        </p:spPr>
      </p:pic>
      <p:sp>
        <p:nvSpPr>
          <p:cNvPr id="16" name="Shape 6"/>
          <p:cNvSpPr/>
          <p:nvPr/>
        </p:nvSpPr>
        <p:spPr>
          <a:xfrm>
            <a:off x="874042" y="518568"/>
            <a:ext cx="7395915" cy="590550"/>
          </a:xfrm>
          <a:custGeom>
            <a:avLst/>
            <a:gdLst/>
            <a:ahLst/>
            <a:cxnLst/>
            <a:rect l="l" t="t" r="r" b="b"/>
            <a:pathLst>
              <a:path w="7395915" h="590550">
                <a:moveTo>
                  <a:pt x="0" y="0"/>
                </a:moveTo>
                <a:lnTo>
                  <a:pt x="7395915" y="0"/>
                </a:lnTo>
                <a:lnTo>
                  <a:pt x="7395915" y="590550"/>
                </a:lnTo>
                <a:lnTo>
                  <a:pt x="0" y="590550"/>
                </a:lnTo>
                <a:close/>
              </a:path>
            </a:pathLst>
          </a:custGeom>
          <a:solidFill>
            <a:srgbClr val="000000">
              <a:alpha val="0"/>
            </a:srgbClr>
          </a:solidFill>
          <a:ln/>
        </p:spPr>
      </p:sp>
      <p:sp>
        <p:nvSpPr>
          <p:cNvPr id="17" name="Text 7"/>
          <p:cNvSpPr/>
          <p:nvPr/>
        </p:nvSpPr>
        <p:spPr>
          <a:xfrm>
            <a:off x="874042" y="518568"/>
            <a:ext cx="7395915" cy="590550"/>
          </a:xfrm>
          <a:prstGeom prst="rect">
            <a:avLst/>
          </a:prstGeom>
          <a:noFill/>
          <a:ln/>
        </p:spPr>
        <p:txBody>
          <a:bodyPr wrap="square" rtlCol="0" anchor="t"/>
          <a:lstStyle/>
          <a:p>
            <a:pPr algn="ctr" indent="0" marL="0">
              <a:spcBef>
                <a:spcPts val="375"/>
              </a:spcBef>
              <a:buNone/>
            </a:pPr>
            <a:r>
              <a:rPr lang="en-US" sz="3900" dirty="0">
                <a:solidFill>
                  <a:srgbClr val="45464D"/>
                </a:solidFill>
                <a:latin typeface="Caveat Brush" pitchFamily="34" charset="0"/>
                <a:ea typeface="Caveat Brush" pitchFamily="34" charset="-122"/>
                <a:cs typeface="Caveat Brush" pitchFamily="34" charset="-120"/>
              </a:rPr>
              <a:t>Write a main idea here</a:t>
            </a:r>
            <a:endParaRPr lang="en-US" sz="1200" dirty="0"/>
          </a:p>
        </p:txBody>
      </p:sp>
      <p:pic>
        <p:nvPicPr>
          <p:cNvPr id="18" name="Image 8" descr="preencoded.png">    </p:cNvPr>
          <p:cNvPicPr>
            <a:picLocks noChangeAspect="1"/>
          </p:cNvPicPr>
          <p:nvPr/>
        </p:nvPicPr>
        <p:blipFill>
          <a:blip r:embed="rId9"/>
          <a:stretch>
            <a:fillRect/>
          </a:stretch>
        </p:blipFill>
        <p:spPr>
          <a:xfrm>
            <a:off x="890801" y="1893864"/>
            <a:ext cx="1745239" cy="1745239"/>
          </a:xfrm>
          <a:prstGeom prst="rect">
            <a:avLst/>
          </a:prstGeom>
        </p:spPr>
      </p:pic>
      <p:sp>
        <p:nvSpPr>
          <p:cNvPr id="19" name="Shape 8"/>
          <p:cNvSpPr/>
          <p:nvPr/>
        </p:nvSpPr>
        <p:spPr>
          <a:xfrm>
            <a:off x="890801" y="1893864"/>
            <a:ext cx="1745239" cy="1745239"/>
          </a:xfrm>
          <a:custGeom>
            <a:avLst/>
            <a:gdLst/>
            <a:ahLst/>
            <a:cxnLst/>
            <a:rect l="l" t="t" r="r" b="b"/>
            <a:pathLst>
              <a:path w="1745239" h="1745239">
                <a:moveTo>
                  <a:pt x="0" y="0"/>
                </a:moveTo>
                <a:lnTo>
                  <a:pt x="1745239" y="0"/>
                </a:lnTo>
                <a:lnTo>
                  <a:pt x="1745239" y="1745239"/>
                </a:lnTo>
                <a:lnTo>
                  <a:pt x="0" y="1745239"/>
                </a:lnTo>
                <a:close/>
              </a:path>
            </a:pathLst>
          </a:custGeom>
          <a:solidFill>
            <a:srgbClr val="000000">
              <a:alpha val="0"/>
            </a:srgbClr>
          </a:solidFill>
          <a:ln/>
        </p:spPr>
      </p:sp>
      <p:sp>
        <p:nvSpPr>
          <p:cNvPr id="20" name="Text 9"/>
          <p:cNvSpPr/>
          <p:nvPr/>
        </p:nvSpPr>
        <p:spPr>
          <a:xfrm>
            <a:off x="890801" y="1893864"/>
            <a:ext cx="1745239" cy="1745239"/>
          </a:xfrm>
          <a:prstGeom prst="rect">
            <a:avLst/>
          </a:prstGeom>
          <a:noFill/>
          <a:ln/>
        </p:spPr>
        <p:txBody>
          <a:bodyPr wrap="square" rtlCol="0" anchor="t"/>
          <a:lstStyle/>
          <a:p>
            <a:pPr indent="0" marL="0">
              <a:spcBef>
                <a:spcPts val="375"/>
              </a:spcBef>
              <a:buNone/>
            </a:pPr>
            <a:endParaRPr lang="en-US" sz="1200" dirty="0"/>
          </a:p>
        </p:txBody>
      </p:sp>
      <p:pic>
        <p:nvPicPr>
          <p:cNvPr id="21" name="Image 9" descr="preencoded.png">    </p:cNvPr>
          <p:cNvPicPr>
            <a:picLocks noChangeAspect="1"/>
          </p:cNvPicPr>
          <p:nvPr/>
        </p:nvPicPr>
        <p:blipFill>
          <a:blip r:embed="rId10"/>
          <a:stretch>
            <a:fillRect/>
          </a:stretch>
        </p:blipFill>
        <p:spPr>
          <a:xfrm>
            <a:off x="890801" y="1893864"/>
            <a:ext cx="1745239" cy="1745239"/>
          </a:xfrm>
          <a:prstGeom prst="rect">
            <a:avLst/>
          </a:prstGeom>
        </p:spPr>
      </p:pic>
      <p:pic>
        <p:nvPicPr>
          <p:cNvPr id="22" name="Image 10" descr="preencoded.png">    </p:cNvPr>
          <p:cNvPicPr>
            <a:picLocks noChangeAspect="1"/>
          </p:cNvPicPr>
          <p:nvPr/>
        </p:nvPicPr>
        <p:blipFill>
          <a:blip r:embed="rId11"/>
          <a:stretch>
            <a:fillRect/>
          </a:stretch>
        </p:blipFill>
        <p:spPr>
          <a:xfrm>
            <a:off x="3708905" y="1893864"/>
            <a:ext cx="1745239" cy="1745239"/>
          </a:xfrm>
          <a:prstGeom prst="rect">
            <a:avLst/>
          </a:prstGeom>
        </p:spPr>
      </p:pic>
      <p:sp>
        <p:nvSpPr>
          <p:cNvPr id="23" name="Shape 10"/>
          <p:cNvSpPr/>
          <p:nvPr/>
        </p:nvSpPr>
        <p:spPr>
          <a:xfrm>
            <a:off x="3708905" y="1893864"/>
            <a:ext cx="1745239" cy="1745239"/>
          </a:xfrm>
          <a:custGeom>
            <a:avLst/>
            <a:gdLst/>
            <a:ahLst/>
            <a:cxnLst/>
            <a:rect l="l" t="t" r="r" b="b"/>
            <a:pathLst>
              <a:path w="1745239" h="1745239">
                <a:moveTo>
                  <a:pt x="0" y="0"/>
                </a:moveTo>
                <a:lnTo>
                  <a:pt x="1745239" y="0"/>
                </a:lnTo>
                <a:lnTo>
                  <a:pt x="1745239" y="1745239"/>
                </a:lnTo>
                <a:lnTo>
                  <a:pt x="0" y="1745239"/>
                </a:lnTo>
                <a:close/>
              </a:path>
            </a:pathLst>
          </a:custGeom>
          <a:solidFill>
            <a:srgbClr val="000000">
              <a:alpha val="0"/>
            </a:srgbClr>
          </a:solidFill>
          <a:ln/>
        </p:spPr>
      </p:sp>
      <p:sp>
        <p:nvSpPr>
          <p:cNvPr id="24" name="Text 11"/>
          <p:cNvSpPr/>
          <p:nvPr/>
        </p:nvSpPr>
        <p:spPr>
          <a:xfrm>
            <a:off x="3708905" y="1893864"/>
            <a:ext cx="1745239" cy="1745239"/>
          </a:xfrm>
          <a:prstGeom prst="rect">
            <a:avLst/>
          </a:prstGeom>
          <a:noFill/>
          <a:ln/>
        </p:spPr>
        <p:txBody>
          <a:bodyPr wrap="square" rtlCol="0" anchor="t"/>
          <a:lstStyle/>
          <a:p>
            <a:pPr indent="0" marL="0">
              <a:spcBef>
                <a:spcPts val="375"/>
              </a:spcBef>
              <a:buNone/>
            </a:pPr>
            <a:endParaRPr lang="en-US" sz="1200" dirty="0"/>
          </a:p>
        </p:txBody>
      </p:sp>
      <p:pic>
        <p:nvPicPr>
          <p:cNvPr id="25" name="Image 11" descr="preencoded.png">    </p:cNvPr>
          <p:cNvPicPr>
            <a:picLocks noChangeAspect="1"/>
          </p:cNvPicPr>
          <p:nvPr/>
        </p:nvPicPr>
        <p:blipFill>
          <a:blip r:embed="rId12"/>
          <a:stretch>
            <a:fillRect/>
          </a:stretch>
        </p:blipFill>
        <p:spPr>
          <a:xfrm>
            <a:off x="3708905" y="1893864"/>
            <a:ext cx="1745239" cy="1745239"/>
          </a:xfrm>
          <a:prstGeom prst="rect">
            <a:avLst/>
          </a:prstGeom>
        </p:spPr>
      </p:pic>
      <p:pic>
        <p:nvPicPr>
          <p:cNvPr id="26" name="Image 12" descr="preencoded.png">    </p:cNvPr>
          <p:cNvPicPr>
            <a:picLocks noChangeAspect="1"/>
          </p:cNvPicPr>
          <p:nvPr/>
        </p:nvPicPr>
        <p:blipFill>
          <a:blip r:embed="rId13"/>
          <a:stretch>
            <a:fillRect/>
          </a:stretch>
        </p:blipFill>
        <p:spPr>
          <a:xfrm>
            <a:off x="6454142" y="1893864"/>
            <a:ext cx="1745239" cy="1745239"/>
          </a:xfrm>
          <a:prstGeom prst="rect">
            <a:avLst/>
          </a:prstGeom>
        </p:spPr>
      </p:pic>
      <p:sp>
        <p:nvSpPr>
          <p:cNvPr id="27" name="Shape 12"/>
          <p:cNvSpPr/>
          <p:nvPr/>
        </p:nvSpPr>
        <p:spPr>
          <a:xfrm>
            <a:off x="6454142" y="1893864"/>
            <a:ext cx="1745239" cy="1745239"/>
          </a:xfrm>
          <a:custGeom>
            <a:avLst/>
            <a:gdLst/>
            <a:ahLst/>
            <a:cxnLst/>
            <a:rect l="l" t="t" r="r" b="b"/>
            <a:pathLst>
              <a:path w="1745239" h="1745239">
                <a:moveTo>
                  <a:pt x="0" y="0"/>
                </a:moveTo>
                <a:lnTo>
                  <a:pt x="1745239" y="0"/>
                </a:lnTo>
                <a:lnTo>
                  <a:pt x="1745239" y="1745239"/>
                </a:lnTo>
                <a:lnTo>
                  <a:pt x="0" y="1745239"/>
                </a:lnTo>
                <a:close/>
              </a:path>
            </a:pathLst>
          </a:custGeom>
          <a:solidFill>
            <a:srgbClr val="000000">
              <a:alpha val="0"/>
            </a:srgbClr>
          </a:solidFill>
          <a:ln/>
        </p:spPr>
      </p:sp>
      <p:sp>
        <p:nvSpPr>
          <p:cNvPr id="28" name="Text 13"/>
          <p:cNvSpPr/>
          <p:nvPr/>
        </p:nvSpPr>
        <p:spPr>
          <a:xfrm>
            <a:off x="6454142" y="1893864"/>
            <a:ext cx="1745239" cy="1745239"/>
          </a:xfrm>
          <a:prstGeom prst="rect">
            <a:avLst/>
          </a:prstGeom>
          <a:noFill/>
          <a:ln/>
        </p:spPr>
        <p:txBody>
          <a:bodyPr wrap="square" rtlCol="0" anchor="t"/>
          <a:lstStyle/>
          <a:p>
            <a:pPr indent="0" marL="0">
              <a:spcBef>
                <a:spcPts val="375"/>
              </a:spcBef>
              <a:buNone/>
            </a:pPr>
            <a:endParaRPr lang="en-US" sz="1200" dirty="0"/>
          </a:p>
        </p:txBody>
      </p:sp>
      <p:pic>
        <p:nvPicPr>
          <p:cNvPr id="29" name="Image 13" descr="preencoded.png">    </p:cNvPr>
          <p:cNvPicPr>
            <a:picLocks noChangeAspect="1"/>
          </p:cNvPicPr>
          <p:nvPr/>
        </p:nvPicPr>
        <p:blipFill>
          <a:blip r:embed="rId14"/>
          <a:stretch>
            <a:fillRect/>
          </a:stretch>
        </p:blipFill>
        <p:spPr>
          <a:xfrm>
            <a:off x="6454142" y="1893864"/>
            <a:ext cx="1745239" cy="1745239"/>
          </a:xfrm>
          <a:prstGeom prst="rect">
            <a:avLst/>
          </a:prstGeom>
        </p:spPr>
      </p:pic>
      <p:sp>
        <p:nvSpPr>
          <p:cNvPr id="30" name="Shape 14"/>
          <p:cNvSpPr/>
          <p:nvPr/>
        </p:nvSpPr>
        <p:spPr>
          <a:xfrm>
            <a:off x="3766921" y="2442710"/>
            <a:ext cx="1716484" cy="590550"/>
          </a:xfrm>
          <a:custGeom>
            <a:avLst/>
            <a:gdLst/>
            <a:ahLst/>
            <a:cxnLst/>
            <a:rect l="l" t="t" r="r" b="b"/>
            <a:pathLst>
              <a:path w="1716484" h="590550">
                <a:moveTo>
                  <a:pt x="0" y="0"/>
                </a:moveTo>
                <a:lnTo>
                  <a:pt x="1716484" y="0"/>
                </a:lnTo>
                <a:lnTo>
                  <a:pt x="1716484" y="590550"/>
                </a:lnTo>
                <a:lnTo>
                  <a:pt x="0" y="590550"/>
                </a:lnTo>
                <a:close/>
              </a:path>
            </a:pathLst>
          </a:custGeom>
          <a:solidFill>
            <a:srgbClr val="000000">
              <a:alpha val="0"/>
            </a:srgbClr>
          </a:solidFill>
          <a:ln/>
        </p:spPr>
      </p:sp>
      <p:sp>
        <p:nvSpPr>
          <p:cNvPr id="31" name="Text 15"/>
          <p:cNvSpPr/>
          <p:nvPr/>
        </p:nvSpPr>
        <p:spPr>
          <a:xfrm>
            <a:off x="3766921" y="2442710"/>
            <a:ext cx="1716484" cy="590550"/>
          </a:xfrm>
          <a:prstGeom prst="rect">
            <a:avLst/>
          </a:prstGeom>
          <a:noFill/>
          <a:ln/>
        </p:spPr>
        <p:txBody>
          <a:bodyPr wrap="square" rtlCol="0" anchor="t"/>
          <a:lstStyle/>
          <a:p>
            <a:pPr algn="ctr" indent="0" marL="0">
              <a:spcBef>
                <a:spcPts val="375"/>
              </a:spcBef>
              <a:buNone/>
            </a:pPr>
            <a:r>
              <a:rPr lang="en-US" sz="3900" dirty="0">
                <a:solidFill>
                  <a:srgbClr val="45464D"/>
                </a:solidFill>
                <a:latin typeface="Caveat Brush" pitchFamily="34" charset="0"/>
                <a:ea typeface="Caveat Brush" pitchFamily="34" charset="-122"/>
                <a:cs typeface="Caveat Brush" pitchFamily="34" charset="-120"/>
              </a:rPr>
              <a:t>87%</a:t>
            </a:r>
            <a:endParaRPr lang="en-US" sz="1200" dirty="0"/>
          </a:p>
        </p:txBody>
      </p:sp>
      <p:sp>
        <p:nvSpPr>
          <p:cNvPr id="32" name="Shape 16"/>
          <p:cNvSpPr/>
          <p:nvPr/>
        </p:nvSpPr>
        <p:spPr>
          <a:xfrm>
            <a:off x="6382204" y="2442710"/>
            <a:ext cx="1788847" cy="552450"/>
          </a:xfrm>
          <a:custGeom>
            <a:avLst/>
            <a:gdLst/>
            <a:ahLst/>
            <a:cxnLst/>
            <a:rect l="l" t="t" r="r" b="b"/>
            <a:pathLst>
              <a:path w="1788847" h="552450">
                <a:moveTo>
                  <a:pt x="0" y="0"/>
                </a:moveTo>
                <a:lnTo>
                  <a:pt x="1788847" y="0"/>
                </a:lnTo>
                <a:lnTo>
                  <a:pt x="1788847" y="552450"/>
                </a:lnTo>
                <a:lnTo>
                  <a:pt x="0" y="552450"/>
                </a:lnTo>
                <a:close/>
              </a:path>
            </a:pathLst>
          </a:custGeom>
          <a:solidFill>
            <a:srgbClr val="000000">
              <a:alpha val="0"/>
            </a:srgbClr>
          </a:solidFill>
          <a:ln/>
        </p:spPr>
      </p:sp>
      <p:sp>
        <p:nvSpPr>
          <p:cNvPr id="33" name="Text 17"/>
          <p:cNvSpPr/>
          <p:nvPr/>
        </p:nvSpPr>
        <p:spPr>
          <a:xfrm>
            <a:off x="6382204" y="2442710"/>
            <a:ext cx="1788847" cy="552450"/>
          </a:xfrm>
          <a:prstGeom prst="rect">
            <a:avLst/>
          </a:prstGeom>
          <a:noFill/>
          <a:ln/>
        </p:spPr>
        <p:txBody>
          <a:bodyPr wrap="square" rtlCol="0" anchor="t"/>
          <a:lstStyle/>
          <a:p>
            <a:pPr algn="ctr" indent="0" marL="0">
              <a:spcBef>
                <a:spcPts val="375"/>
              </a:spcBef>
              <a:buNone/>
            </a:pPr>
            <a:r>
              <a:rPr lang="en-US" sz="3600" dirty="0">
                <a:solidFill>
                  <a:srgbClr val="45464D"/>
                </a:solidFill>
                <a:latin typeface="Caveat Brush" pitchFamily="34" charset="0"/>
                <a:ea typeface="Caveat Brush" pitchFamily="34" charset="-122"/>
                <a:cs typeface="Caveat Brush" pitchFamily="34" charset="-120"/>
              </a:rPr>
              <a:t>36%</a:t>
            </a:r>
            <a:endParaRPr lang="en-US" sz="1200" dirty="0"/>
          </a:p>
        </p:txBody>
      </p:sp>
      <p:sp>
        <p:nvSpPr>
          <p:cNvPr id="34" name="Shape 18"/>
          <p:cNvSpPr/>
          <p:nvPr/>
        </p:nvSpPr>
        <p:spPr>
          <a:xfrm>
            <a:off x="874042" y="2442710"/>
            <a:ext cx="1684933" cy="590550"/>
          </a:xfrm>
          <a:custGeom>
            <a:avLst/>
            <a:gdLst/>
            <a:ahLst/>
            <a:cxnLst/>
            <a:rect l="l" t="t" r="r" b="b"/>
            <a:pathLst>
              <a:path w="1684933" h="590550">
                <a:moveTo>
                  <a:pt x="0" y="0"/>
                </a:moveTo>
                <a:lnTo>
                  <a:pt x="1684933" y="0"/>
                </a:lnTo>
                <a:lnTo>
                  <a:pt x="1684933" y="590550"/>
                </a:lnTo>
                <a:lnTo>
                  <a:pt x="0" y="590550"/>
                </a:lnTo>
                <a:close/>
              </a:path>
            </a:pathLst>
          </a:custGeom>
          <a:solidFill>
            <a:srgbClr val="000000">
              <a:alpha val="0"/>
            </a:srgbClr>
          </a:solidFill>
          <a:ln/>
        </p:spPr>
      </p:sp>
      <p:sp>
        <p:nvSpPr>
          <p:cNvPr id="35" name="Text 19"/>
          <p:cNvSpPr/>
          <p:nvPr/>
        </p:nvSpPr>
        <p:spPr>
          <a:xfrm>
            <a:off x="874042" y="2442710"/>
            <a:ext cx="1684933" cy="590550"/>
          </a:xfrm>
          <a:prstGeom prst="rect">
            <a:avLst/>
          </a:prstGeom>
          <a:noFill/>
          <a:ln/>
        </p:spPr>
        <p:txBody>
          <a:bodyPr wrap="square" rtlCol="0" anchor="t"/>
          <a:lstStyle/>
          <a:p>
            <a:pPr algn="ctr" indent="0" marL="0">
              <a:spcBef>
                <a:spcPts val="375"/>
              </a:spcBef>
              <a:buNone/>
            </a:pPr>
            <a:r>
              <a:rPr lang="en-US" sz="3900" dirty="0">
                <a:solidFill>
                  <a:srgbClr val="45464D"/>
                </a:solidFill>
                <a:latin typeface="Caveat Brush" pitchFamily="34" charset="0"/>
                <a:ea typeface="Caveat Brush" pitchFamily="34" charset="-122"/>
                <a:cs typeface="Caveat Brush" pitchFamily="34" charset="-120"/>
              </a:rPr>
              <a:t>67%</a:t>
            </a:r>
            <a:endParaRPr lang="en-US" sz="1200" dirty="0"/>
          </a:p>
        </p:txBody>
      </p:sp>
      <p:sp>
        <p:nvSpPr>
          <p:cNvPr id="36" name="Shape 20"/>
          <p:cNvSpPr/>
          <p:nvPr/>
        </p:nvSpPr>
        <p:spPr>
          <a:xfrm>
            <a:off x="3727710" y="4418448"/>
            <a:ext cx="1862259" cy="725052"/>
          </a:xfrm>
          <a:custGeom>
            <a:avLst/>
            <a:gdLst/>
            <a:ahLst/>
            <a:cxnLst/>
            <a:rect l="l" t="t" r="r" b="b"/>
            <a:pathLst>
              <a:path w="1862259" h="725052">
                <a:moveTo>
                  <a:pt x="0" y="0"/>
                </a:moveTo>
                <a:lnTo>
                  <a:pt x="1862259" y="0"/>
                </a:lnTo>
                <a:lnTo>
                  <a:pt x="1862259" y="725052"/>
                </a:lnTo>
                <a:lnTo>
                  <a:pt x="0" y="725052"/>
                </a:lnTo>
                <a:close/>
              </a:path>
            </a:pathLst>
          </a:custGeom>
          <a:solidFill>
            <a:srgbClr val="000000">
              <a:alpha val="0"/>
            </a:srgbClr>
          </a:solidFill>
          <a:ln/>
        </p:spPr>
      </p:sp>
      <p:sp>
        <p:nvSpPr>
          <p:cNvPr id="37" name="Text 21"/>
          <p:cNvSpPr/>
          <p:nvPr/>
        </p:nvSpPr>
        <p:spPr>
          <a:xfrm>
            <a:off x="3727710" y="4418448"/>
            <a:ext cx="1862259" cy="725052"/>
          </a:xfrm>
          <a:prstGeom prst="rect">
            <a:avLst/>
          </a:prstGeom>
          <a:noFill/>
          <a:ln/>
        </p:spPr>
        <p:txBody>
          <a:bodyPr wrap="square" rtlCol="0" anchor="t"/>
          <a:lstStyle/>
          <a:p>
            <a:pPr algn="ctr"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a:t>
            </a:r>
            <a:endParaRPr lang="en-US" sz="1200" dirty="0"/>
          </a:p>
        </p:txBody>
      </p:sp>
      <p:sp>
        <p:nvSpPr>
          <p:cNvPr id="38" name="Shape 22"/>
          <p:cNvSpPr/>
          <p:nvPr/>
        </p:nvSpPr>
        <p:spPr>
          <a:xfrm>
            <a:off x="824620" y="4312123"/>
            <a:ext cx="1811421" cy="739383"/>
          </a:xfrm>
          <a:custGeom>
            <a:avLst/>
            <a:gdLst/>
            <a:ahLst/>
            <a:cxnLst/>
            <a:rect l="l" t="t" r="r" b="b"/>
            <a:pathLst>
              <a:path w="1811421" h="739383">
                <a:moveTo>
                  <a:pt x="0" y="0"/>
                </a:moveTo>
                <a:lnTo>
                  <a:pt x="1811421" y="0"/>
                </a:lnTo>
                <a:lnTo>
                  <a:pt x="1811421" y="739383"/>
                </a:lnTo>
                <a:lnTo>
                  <a:pt x="0" y="739383"/>
                </a:lnTo>
                <a:close/>
              </a:path>
            </a:pathLst>
          </a:custGeom>
          <a:solidFill>
            <a:srgbClr val="000000">
              <a:alpha val="0"/>
            </a:srgbClr>
          </a:solidFill>
          <a:ln/>
        </p:spPr>
      </p:sp>
      <p:sp>
        <p:nvSpPr>
          <p:cNvPr id="39" name="Text 23"/>
          <p:cNvSpPr/>
          <p:nvPr/>
        </p:nvSpPr>
        <p:spPr>
          <a:xfrm>
            <a:off x="824620" y="4312123"/>
            <a:ext cx="1811421" cy="739383"/>
          </a:xfrm>
          <a:prstGeom prst="rect">
            <a:avLst/>
          </a:prstGeom>
          <a:noFill/>
          <a:ln/>
        </p:spPr>
        <p:txBody>
          <a:bodyPr wrap="square" rtlCol="0" anchor="t"/>
          <a:lstStyle/>
          <a:p>
            <a:pPr algn="ctr"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a:t>
            </a:r>
            <a:endParaRPr lang="en-US" sz="1200" dirty="0"/>
          </a:p>
        </p:txBody>
      </p:sp>
      <p:sp>
        <p:nvSpPr>
          <p:cNvPr id="40" name="Shape 24"/>
          <p:cNvSpPr/>
          <p:nvPr/>
        </p:nvSpPr>
        <p:spPr>
          <a:xfrm>
            <a:off x="6482472" y="4418448"/>
            <a:ext cx="1688579" cy="725052"/>
          </a:xfrm>
          <a:custGeom>
            <a:avLst/>
            <a:gdLst/>
            <a:ahLst/>
            <a:cxnLst/>
            <a:rect l="l" t="t" r="r" b="b"/>
            <a:pathLst>
              <a:path w="1688579" h="725052">
                <a:moveTo>
                  <a:pt x="0" y="0"/>
                </a:moveTo>
                <a:lnTo>
                  <a:pt x="1688579" y="0"/>
                </a:lnTo>
                <a:lnTo>
                  <a:pt x="1688579" y="725052"/>
                </a:lnTo>
                <a:lnTo>
                  <a:pt x="0" y="725052"/>
                </a:lnTo>
                <a:close/>
              </a:path>
            </a:pathLst>
          </a:custGeom>
          <a:solidFill>
            <a:srgbClr val="000000">
              <a:alpha val="0"/>
            </a:srgbClr>
          </a:solidFill>
          <a:ln/>
        </p:spPr>
      </p:sp>
      <p:sp>
        <p:nvSpPr>
          <p:cNvPr id="41" name="Text 25"/>
          <p:cNvSpPr/>
          <p:nvPr/>
        </p:nvSpPr>
        <p:spPr>
          <a:xfrm>
            <a:off x="6482472" y="4418448"/>
            <a:ext cx="1688579" cy="725052"/>
          </a:xfrm>
          <a:prstGeom prst="rect">
            <a:avLst/>
          </a:prstGeom>
          <a:noFill/>
          <a:ln/>
        </p:spPr>
        <p:txBody>
          <a:bodyPr wrap="square" rtlCol="0" anchor="t"/>
          <a:lstStyle/>
          <a:p>
            <a:pPr algn="ctr"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a:t>
            </a:r>
            <a:endParaRPr lang="en-US" sz="1200" dirty="0"/>
          </a:p>
        </p:txBody>
      </p:sp>
      <p:sp>
        <p:nvSpPr>
          <p:cNvPr id="42" name="Shape 26"/>
          <p:cNvSpPr/>
          <p:nvPr/>
        </p:nvSpPr>
        <p:spPr>
          <a:xfrm>
            <a:off x="3597757" y="3922645"/>
            <a:ext cx="2172951" cy="253826"/>
          </a:xfrm>
          <a:custGeom>
            <a:avLst/>
            <a:gdLst/>
            <a:ahLst/>
            <a:cxnLst/>
            <a:rect l="l" t="t" r="r" b="b"/>
            <a:pathLst>
              <a:path w="2172951" h="253826">
                <a:moveTo>
                  <a:pt x="0" y="0"/>
                </a:moveTo>
                <a:lnTo>
                  <a:pt x="2172951" y="0"/>
                </a:lnTo>
                <a:lnTo>
                  <a:pt x="2172951" y="253826"/>
                </a:lnTo>
                <a:lnTo>
                  <a:pt x="0" y="253826"/>
                </a:lnTo>
                <a:close/>
              </a:path>
            </a:pathLst>
          </a:custGeom>
          <a:solidFill>
            <a:srgbClr val="000000">
              <a:alpha val="0"/>
            </a:srgbClr>
          </a:solidFill>
          <a:ln/>
        </p:spPr>
      </p:sp>
      <p:sp>
        <p:nvSpPr>
          <p:cNvPr id="43" name="Text 27"/>
          <p:cNvSpPr/>
          <p:nvPr/>
        </p:nvSpPr>
        <p:spPr>
          <a:xfrm>
            <a:off x="3597757" y="3922645"/>
            <a:ext cx="2172951" cy="253826"/>
          </a:xfrm>
          <a:prstGeom prst="rect">
            <a:avLst/>
          </a:prstGeom>
          <a:noFill/>
          <a:ln/>
        </p:spPr>
        <p:txBody>
          <a:bodyPr wrap="square" rtlCol="0" anchor="t"/>
          <a:lstStyle/>
          <a:p>
            <a:pPr algn="ctr" indent="0" marL="0">
              <a:spcBef>
                <a:spcPts val="375"/>
              </a:spcBef>
              <a:buNone/>
            </a:pPr>
            <a:r>
              <a:rPr lang="en-US" sz="1200" b="1" dirty="0">
                <a:solidFill>
                  <a:srgbClr val="000000"/>
                </a:solidFill>
                <a:latin typeface="Nunito" pitchFamily="34" charset="0"/>
                <a:ea typeface="Nunito" pitchFamily="34" charset="-122"/>
                <a:cs typeface="Nunito" pitchFamily="34" charset="-120"/>
              </a:rPr>
              <a:t>Write a main idea here</a:t>
            </a:r>
            <a:endParaRPr lang="en-US" sz="1200" dirty="0"/>
          </a:p>
        </p:txBody>
      </p:sp>
      <p:sp>
        <p:nvSpPr>
          <p:cNvPr id="44" name="Shape 28"/>
          <p:cNvSpPr/>
          <p:nvPr/>
        </p:nvSpPr>
        <p:spPr>
          <a:xfrm>
            <a:off x="681612" y="3920410"/>
            <a:ext cx="2090253" cy="253826"/>
          </a:xfrm>
          <a:custGeom>
            <a:avLst/>
            <a:gdLst/>
            <a:ahLst/>
            <a:cxnLst/>
            <a:rect l="l" t="t" r="r" b="b"/>
            <a:pathLst>
              <a:path w="2090253" h="253826">
                <a:moveTo>
                  <a:pt x="0" y="0"/>
                </a:moveTo>
                <a:lnTo>
                  <a:pt x="2090253" y="0"/>
                </a:lnTo>
                <a:lnTo>
                  <a:pt x="2090253" y="253826"/>
                </a:lnTo>
                <a:lnTo>
                  <a:pt x="0" y="253826"/>
                </a:lnTo>
                <a:close/>
              </a:path>
            </a:pathLst>
          </a:custGeom>
          <a:solidFill>
            <a:srgbClr val="000000">
              <a:alpha val="0"/>
            </a:srgbClr>
          </a:solidFill>
          <a:ln/>
        </p:spPr>
      </p:sp>
      <p:sp>
        <p:nvSpPr>
          <p:cNvPr id="45" name="Text 29"/>
          <p:cNvSpPr/>
          <p:nvPr/>
        </p:nvSpPr>
        <p:spPr>
          <a:xfrm>
            <a:off x="681612" y="3920410"/>
            <a:ext cx="2090253" cy="253826"/>
          </a:xfrm>
          <a:prstGeom prst="rect">
            <a:avLst/>
          </a:prstGeom>
          <a:noFill/>
          <a:ln/>
        </p:spPr>
        <p:txBody>
          <a:bodyPr wrap="square" rtlCol="0" anchor="t"/>
          <a:lstStyle/>
          <a:p>
            <a:pPr algn="ctr" indent="0" marL="0">
              <a:spcBef>
                <a:spcPts val="375"/>
              </a:spcBef>
              <a:buNone/>
            </a:pPr>
            <a:r>
              <a:rPr lang="en-US" sz="1200" b="1" dirty="0">
                <a:solidFill>
                  <a:srgbClr val="000000"/>
                </a:solidFill>
                <a:latin typeface="Nunito" pitchFamily="34" charset="0"/>
                <a:ea typeface="Nunito" pitchFamily="34" charset="-122"/>
                <a:cs typeface="Nunito" pitchFamily="34" charset="-120"/>
              </a:rPr>
              <a:t>Write a main idea here</a:t>
            </a:r>
            <a:endParaRPr lang="en-US" sz="1200" dirty="0"/>
          </a:p>
        </p:txBody>
      </p:sp>
      <p:sp>
        <p:nvSpPr>
          <p:cNvPr id="46" name="Shape 30"/>
          <p:cNvSpPr/>
          <p:nvPr/>
        </p:nvSpPr>
        <p:spPr>
          <a:xfrm>
            <a:off x="6210752" y="3922645"/>
            <a:ext cx="2124455" cy="253826"/>
          </a:xfrm>
          <a:custGeom>
            <a:avLst/>
            <a:gdLst/>
            <a:ahLst/>
            <a:cxnLst/>
            <a:rect l="l" t="t" r="r" b="b"/>
            <a:pathLst>
              <a:path w="2124455" h="253826">
                <a:moveTo>
                  <a:pt x="0" y="0"/>
                </a:moveTo>
                <a:lnTo>
                  <a:pt x="2124455" y="0"/>
                </a:lnTo>
                <a:lnTo>
                  <a:pt x="2124455" y="253826"/>
                </a:lnTo>
                <a:lnTo>
                  <a:pt x="0" y="253826"/>
                </a:lnTo>
                <a:close/>
              </a:path>
            </a:pathLst>
          </a:custGeom>
          <a:solidFill>
            <a:srgbClr val="000000">
              <a:alpha val="0"/>
            </a:srgbClr>
          </a:solidFill>
          <a:ln/>
        </p:spPr>
      </p:sp>
      <p:sp>
        <p:nvSpPr>
          <p:cNvPr id="47" name="Text 31"/>
          <p:cNvSpPr/>
          <p:nvPr/>
        </p:nvSpPr>
        <p:spPr>
          <a:xfrm>
            <a:off x="6210752" y="3922645"/>
            <a:ext cx="2124455" cy="253826"/>
          </a:xfrm>
          <a:prstGeom prst="rect">
            <a:avLst/>
          </a:prstGeom>
          <a:noFill/>
          <a:ln/>
        </p:spPr>
        <p:txBody>
          <a:bodyPr wrap="square" rtlCol="0" anchor="t"/>
          <a:lstStyle/>
          <a:p>
            <a:pPr algn="ctr" indent="0" marL="0">
              <a:spcBef>
                <a:spcPts val="375"/>
              </a:spcBef>
              <a:buNone/>
            </a:pPr>
            <a:r>
              <a:rPr lang="en-US" sz="1200" b="1" dirty="0">
                <a:solidFill>
                  <a:srgbClr val="000000"/>
                </a:solidFill>
                <a:latin typeface="Nunito" pitchFamily="34" charset="0"/>
                <a:ea typeface="Nunito" pitchFamily="34" charset="-122"/>
                <a:cs typeface="Nunito" pitchFamily="34" charset="-120"/>
              </a:rPr>
              <a:t>Write a main idea here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6087098" y="1683097"/>
            <a:ext cx="2542552" cy="3046631"/>
          </a:xfrm>
          <a:prstGeom prst="rect">
            <a:avLst/>
          </a:prstGeom>
        </p:spPr>
      </p:pic>
      <p:sp>
        <p:nvSpPr>
          <p:cNvPr id="4" name="Shape 0"/>
          <p:cNvSpPr/>
          <p:nvPr/>
        </p:nvSpPr>
        <p:spPr>
          <a:xfrm>
            <a:off x="874042" y="518568"/>
            <a:ext cx="7395915" cy="476250"/>
          </a:xfrm>
          <a:custGeom>
            <a:avLst/>
            <a:gdLst/>
            <a:ahLst/>
            <a:cxnLst/>
            <a:rect l="l" t="t" r="r" b="b"/>
            <a:pathLst>
              <a:path w="7395915" h="476250">
                <a:moveTo>
                  <a:pt x="0" y="0"/>
                </a:moveTo>
                <a:lnTo>
                  <a:pt x="7395915" y="0"/>
                </a:lnTo>
                <a:lnTo>
                  <a:pt x="7395915" y="476250"/>
                </a:lnTo>
                <a:lnTo>
                  <a:pt x="0" y="476250"/>
                </a:lnTo>
                <a:close/>
              </a:path>
            </a:pathLst>
          </a:custGeom>
          <a:solidFill>
            <a:srgbClr val="000000">
              <a:alpha val="0"/>
            </a:srgbClr>
          </a:solidFill>
          <a:ln/>
        </p:spPr>
      </p:sp>
      <p:sp>
        <p:nvSpPr>
          <p:cNvPr id="5" name="Text 1"/>
          <p:cNvSpPr/>
          <p:nvPr/>
        </p:nvSpPr>
        <p:spPr>
          <a:xfrm>
            <a:off x="874042" y="518568"/>
            <a:ext cx="7395915" cy="476250"/>
          </a:xfrm>
          <a:prstGeom prst="rect">
            <a:avLst/>
          </a:prstGeom>
          <a:noFill/>
          <a:ln/>
        </p:spPr>
        <p:txBody>
          <a:bodyPr wrap="square" rtlCol="0" anchor="t"/>
          <a:lstStyle/>
          <a:p>
            <a:pPr algn="ctr" indent="0" marL="0">
              <a:spcBef>
                <a:spcPts val="375"/>
              </a:spcBef>
              <a:buNone/>
            </a:pPr>
            <a:r>
              <a:rPr lang="en-US" sz="3000" dirty="0">
                <a:solidFill>
                  <a:srgbClr val="45464D"/>
                </a:solidFill>
                <a:latin typeface="Caveat Brush" pitchFamily="34" charset="0"/>
                <a:ea typeface="Caveat Brush" pitchFamily="34" charset="-122"/>
                <a:cs typeface="Caveat Brush" pitchFamily="34" charset="-120"/>
              </a:rPr>
              <a:t>Write a main idea here</a:t>
            </a:r>
            <a:endParaRPr lang="en-US" sz="1200" dirty="0"/>
          </a:p>
        </p:txBody>
      </p:sp>
      <p:sp>
        <p:nvSpPr>
          <p:cNvPr id="6" name="Shape 2"/>
          <p:cNvSpPr/>
          <p:nvPr/>
        </p:nvSpPr>
        <p:spPr>
          <a:xfrm>
            <a:off x="705902" y="1623611"/>
            <a:ext cx="1713750" cy="552450"/>
          </a:xfrm>
          <a:custGeom>
            <a:avLst/>
            <a:gdLst/>
            <a:ahLst/>
            <a:cxnLst/>
            <a:rect l="l" t="t" r="r" b="b"/>
            <a:pathLst>
              <a:path w="1713750" h="552450">
                <a:moveTo>
                  <a:pt x="0" y="0"/>
                </a:moveTo>
                <a:lnTo>
                  <a:pt x="1713750" y="0"/>
                </a:lnTo>
                <a:lnTo>
                  <a:pt x="1713750" y="552450"/>
                </a:lnTo>
                <a:lnTo>
                  <a:pt x="0" y="552450"/>
                </a:lnTo>
                <a:close/>
              </a:path>
            </a:pathLst>
          </a:custGeom>
          <a:solidFill>
            <a:srgbClr val="000000">
              <a:alpha val="0"/>
            </a:srgbClr>
          </a:solidFill>
          <a:ln/>
        </p:spPr>
      </p:sp>
      <p:sp>
        <p:nvSpPr>
          <p:cNvPr id="7" name="Text 3"/>
          <p:cNvSpPr/>
          <p:nvPr/>
        </p:nvSpPr>
        <p:spPr>
          <a:xfrm>
            <a:off x="705902" y="1623611"/>
            <a:ext cx="1713750" cy="5524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01</a:t>
            </a:r>
            <a:endParaRPr lang="en-US" sz="1200" dirty="0"/>
          </a:p>
        </p:txBody>
      </p:sp>
      <p:sp>
        <p:nvSpPr>
          <p:cNvPr id="8" name="Shape 4"/>
          <p:cNvSpPr/>
          <p:nvPr/>
        </p:nvSpPr>
        <p:spPr>
          <a:xfrm>
            <a:off x="640191" y="3311188"/>
            <a:ext cx="1998818" cy="552450"/>
          </a:xfrm>
          <a:custGeom>
            <a:avLst/>
            <a:gdLst/>
            <a:ahLst/>
            <a:cxnLst/>
            <a:rect l="l" t="t" r="r" b="b"/>
            <a:pathLst>
              <a:path w="1998818" h="552450">
                <a:moveTo>
                  <a:pt x="0" y="0"/>
                </a:moveTo>
                <a:lnTo>
                  <a:pt x="1998818" y="0"/>
                </a:lnTo>
                <a:lnTo>
                  <a:pt x="1998818" y="552450"/>
                </a:lnTo>
                <a:lnTo>
                  <a:pt x="0" y="552450"/>
                </a:lnTo>
                <a:close/>
              </a:path>
            </a:pathLst>
          </a:custGeom>
          <a:solidFill>
            <a:srgbClr val="000000">
              <a:alpha val="0"/>
            </a:srgbClr>
          </a:solidFill>
          <a:ln/>
        </p:spPr>
      </p:sp>
      <p:sp>
        <p:nvSpPr>
          <p:cNvPr id="9" name="Text 5"/>
          <p:cNvSpPr/>
          <p:nvPr/>
        </p:nvSpPr>
        <p:spPr>
          <a:xfrm>
            <a:off x="640191" y="3311188"/>
            <a:ext cx="1998818" cy="5524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03</a:t>
            </a:r>
            <a:endParaRPr lang="en-US" sz="1200" dirty="0"/>
          </a:p>
        </p:txBody>
      </p:sp>
      <p:sp>
        <p:nvSpPr>
          <p:cNvPr id="10" name="Shape 6"/>
          <p:cNvSpPr/>
          <p:nvPr/>
        </p:nvSpPr>
        <p:spPr>
          <a:xfrm>
            <a:off x="3848551" y="1623612"/>
            <a:ext cx="1082550" cy="552450"/>
          </a:xfrm>
          <a:custGeom>
            <a:avLst/>
            <a:gdLst/>
            <a:ahLst/>
            <a:cxnLst/>
            <a:rect l="l" t="t" r="r" b="b"/>
            <a:pathLst>
              <a:path w="1082550" h="552450">
                <a:moveTo>
                  <a:pt x="0" y="0"/>
                </a:moveTo>
                <a:lnTo>
                  <a:pt x="1082550" y="0"/>
                </a:lnTo>
                <a:lnTo>
                  <a:pt x="1082550" y="552450"/>
                </a:lnTo>
                <a:lnTo>
                  <a:pt x="0" y="552450"/>
                </a:lnTo>
                <a:close/>
              </a:path>
            </a:pathLst>
          </a:custGeom>
          <a:solidFill>
            <a:srgbClr val="000000">
              <a:alpha val="0"/>
            </a:srgbClr>
          </a:solidFill>
          <a:ln/>
        </p:spPr>
      </p:sp>
      <p:sp>
        <p:nvSpPr>
          <p:cNvPr id="11" name="Text 7"/>
          <p:cNvSpPr/>
          <p:nvPr/>
        </p:nvSpPr>
        <p:spPr>
          <a:xfrm>
            <a:off x="3848551" y="1623612"/>
            <a:ext cx="1082550" cy="5524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02</a:t>
            </a:r>
            <a:endParaRPr lang="en-US" sz="1200" dirty="0"/>
          </a:p>
        </p:txBody>
      </p:sp>
      <p:sp>
        <p:nvSpPr>
          <p:cNvPr id="12" name="Shape 8"/>
          <p:cNvSpPr/>
          <p:nvPr/>
        </p:nvSpPr>
        <p:spPr>
          <a:xfrm>
            <a:off x="2875893" y="3311188"/>
            <a:ext cx="2968866" cy="552450"/>
          </a:xfrm>
          <a:custGeom>
            <a:avLst/>
            <a:gdLst/>
            <a:ahLst/>
            <a:cxnLst/>
            <a:rect l="l" t="t" r="r" b="b"/>
            <a:pathLst>
              <a:path w="2968866" h="552450">
                <a:moveTo>
                  <a:pt x="0" y="0"/>
                </a:moveTo>
                <a:lnTo>
                  <a:pt x="2968866" y="0"/>
                </a:lnTo>
                <a:lnTo>
                  <a:pt x="2968866" y="552450"/>
                </a:lnTo>
                <a:lnTo>
                  <a:pt x="0" y="552450"/>
                </a:lnTo>
                <a:close/>
              </a:path>
            </a:pathLst>
          </a:custGeom>
          <a:solidFill>
            <a:srgbClr val="000000">
              <a:alpha val="0"/>
            </a:srgbClr>
          </a:solidFill>
          <a:ln/>
        </p:spPr>
      </p:sp>
      <p:sp>
        <p:nvSpPr>
          <p:cNvPr id="13" name="Text 9"/>
          <p:cNvSpPr/>
          <p:nvPr/>
        </p:nvSpPr>
        <p:spPr>
          <a:xfrm>
            <a:off x="2875893" y="3311188"/>
            <a:ext cx="2968866" cy="5524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04</a:t>
            </a:r>
            <a:endParaRPr lang="en-US" sz="1200" dirty="0"/>
          </a:p>
        </p:txBody>
      </p:sp>
      <p:sp>
        <p:nvSpPr>
          <p:cNvPr id="14" name="Shape 10"/>
          <p:cNvSpPr/>
          <p:nvPr/>
        </p:nvSpPr>
        <p:spPr>
          <a:xfrm>
            <a:off x="705902" y="2176061"/>
            <a:ext cx="1890959" cy="932710"/>
          </a:xfrm>
          <a:custGeom>
            <a:avLst/>
            <a:gdLst/>
            <a:ahLst/>
            <a:cxnLst/>
            <a:rect l="l" t="t" r="r" b="b"/>
            <a:pathLst>
              <a:path w="1890959" h="932710">
                <a:moveTo>
                  <a:pt x="0" y="0"/>
                </a:moveTo>
                <a:lnTo>
                  <a:pt x="1890959" y="0"/>
                </a:lnTo>
                <a:lnTo>
                  <a:pt x="1890959" y="932710"/>
                </a:lnTo>
                <a:lnTo>
                  <a:pt x="0" y="932710"/>
                </a:lnTo>
                <a:close/>
              </a:path>
            </a:pathLst>
          </a:custGeom>
          <a:solidFill>
            <a:srgbClr val="000000">
              <a:alpha val="0"/>
            </a:srgbClr>
          </a:solidFill>
          <a:ln/>
        </p:spPr>
      </p:sp>
      <p:sp>
        <p:nvSpPr>
          <p:cNvPr id="15" name="Text 11"/>
          <p:cNvSpPr/>
          <p:nvPr/>
        </p:nvSpPr>
        <p:spPr>
          <a:xfrm>
            <a:off x="705902" y="2176061"/>
            <a:ext cx="1890959" cy="932710"/>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a:t>
            </a:r>
            <a:endParaRPr lang="en-US" sz="1200" dirty="0"/>
          </a:p>
        </p:txBody>
      </p:sp>
      <p:sp>
        <p:nvSpPr>
          <p:cNvPr id="16" name="Shape 12"/>
          <p:cNvSpPr/>
          <p:nvPr/>
        </p:nvSpPr>
        <p:spPr>
          <a:xfrm>
            <a:off x="705902" y="3917979"/>
            <a:ext cx="1713750" cy="1225521"/>
          </a:xfrm>
          <a:custGeom>
            <a:avLst/>
            <a:gdLst/>
            <a:ahLst/>
            <a:cxnLst/>
            <a:rect l="l" t="t" r="r" b="b"/>
            <a:pathLst>
              <a:path w="1713750" h="1225521">
                <a:moveTo>
                  <a:pt x="0" y="0"/>
                </a:moveTo>
                <a:lnTo>
                  <a:pt x="1713750" y="0"/>
                </a:lnTo>
                <a:lnTo>
                  <a:pt x="1713750" y="1225521"/>
                </a:lnTo>
                <a:lnTo>
                  <a:pt x="0" y="1225521"/>
                </a:lnTo>
                <a:close/>
              </a:path>
            </a:pathLst>
          </a:custGeom>
          <a:solidFill>
            <a:srgbClr val="000000">
              <a:alpha val="0"/>
            </a:srgbClr>
          </a:solidFill>
          <a:ln/>
        </p:spPr>
      </p:sp>
      <p:sp>
        <p:nvSpPr>
          <p:cNvPr id="17" name="Text 13"/>
          <p:cNvSpPr/>
          <p:nvPr/>
        </p:nvSpPr>
        <p:spPr>
          <a:xfrm>
            <a:off x="705902" y="3917979"/>
            <a:ext cx="1713750" cy="1225521"/>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a:t>
            </a:r>
            <a:endParaRPr lang="en-US" sz="1200" dirty="0"/>
          </a:p>
        </p:txBody>
      </p:sp>
      <p:sp>
        <p:nvSpPr>
          <p:cNvPr id="18" name="Shape 14"/>
          <p:cNvSpPr/>
          <p:nvPr/>
        </p:nvSpPr>
        <p:spPr>
          <a:xfrm>
            <a:off x="3532953" y="3917979"/>
            <a:ext cx="1926401" cy="1225521"/>
          </a:xfrm>
          <a:custGeom>
            <a:avLst/>
            <a:gdLst/>
            <a:ahLst/>
            <a:cxnLst/>
            <a:rect l="l" t="t" r="r" b="b"/>
            <a:pathLst>
              <a:path w="1926401" h="1225521">
                <a:moveTo>
                  <a:pt x="0" y="0"/>
                </a:moveTo>
                <a:lnTo>
                  <a:pt x="1926401" y="0"/>
                </a:lnTo>
                <a:lnTo>
                  <a:pt x="1926401" y="1225521"/>
                </a:lnTo>
                <a:lnTo>
                  <a:pt x="0" y="1225521"/>
                </a:lnTo>
                <a:close/>
              </a:path>
            </a:pathLst>
          </a:custGeom>
          <a:solidFill>
            <a:srgbClr val="000000">
              <a:alpha val="0"/>
            </a:srgbClr>
          </a:solidFill>
          <a:ln/>
        </p:spPr>
      </p:sp>
      <p:sp>
        <p:nvSpPr>
          <p:cNvPr id="19" name="Text 15"/>
          <p:cNvSpPr/>
          <p:nvPr/>
        </p:nvSpPr>
        <p:spPr>
          <a:xfrm>
            <a:off x="3532953" y="3917979"/>
            <a:ext cx="1926401" cy="1225521"/>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a:t>
            </a:r>
            <a:endParaRPr lang="en-US" sz="1200" dirty="0"/>
          </a:p>
        </p:txBody>
      </p:sp>
      <p:sp>
        <p:nvSpPr>
          <p:cNvPr id="20" name="Shape 16"/>
          <p:cNvSpPr/>
          <p:nvPr/>
        </p:nvSpPr>
        <p:spPr>
          <a:xfrm>
            <a:off x="3473884" y="2053192"/>
            <a:ext cx="2079983" cy="866556"/>
          </a:xfrm>
          <a:custGeom>
            <a:avLst/>
            <a:gdLst/>
            <a:ahLst/>
            <a:cxnLst/>
            <a:rect l="l" t="t" r="r" b="b"/>
            <a:pathLst>
              <a:path w="2079983" h="866556">
                <a:moveTo>
                  <a:pt x="0" y="0"/>
                </a:moveTo>
                <a:lnTo>
                  <a:pt x="2079983" y="0"/>
                </a:lnTo>
                <a:lnTo>
                  <a:pt x="2079983" y="866556"/>
                </a:lnTo>
                <a:lnTo>
                  <a:pt x="0" y="866556"/>
                </a:lnTo>
                <a:close/>
              </a:path>
            </a:pathLst>
          </a:custGeom>
          <a:solidFill>
            <a:srgbClr val="000000">
              <a:alpha val="0"/>
            </a:srgbClr>
          </a:solidFill>
          <a:ln/>
        </p:spPr>
      </p:sp>
      <p:sp>
        <p:nvSpPr>
          <p:cNvPr id="21" name="Text 17"/>
          <p:cNvSpPr/>
          <p:nvPr/>
        </p:nvSpPr>
        <p:spPr>
          <a:xfrm>
            <a:off x="3473884" y="2053192"/>
            <a:ext cx="2079983" cy="866556"/>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a:t>
            </a:r>
            <a:endParaRPr lang="en-US" sz="1200" dirty="0"/>
          </a:p>
        </p:txBody>
      </p:sp>
      <p:sp>
        <p:nvSpPr>
          <p:cNvPr id="22" name="Shape 18"/>
          <p:cNvSpPr/>
          <p:nvPr/>
        </p:nvSpPr>
        <p:spPr>
          <a:xfrm>
            <a:off x="0" y="0"/>
            <a:ext cx="2857500" cy="238125"/>
          </a:xfrm>
          <a:custGeom>
            <a:avLst/>
            <a:gdLst/>
            <a:ahLst/>
            <a:cxnLst/>
            <a:rect l="l" t="t" r="r" b="b"/>
            <a:pathLst>
              <a:path w="2857500" h="238125">
                <a:moveTo>
                  <a:pt x="0" y="0"/>
                </a:moveTo>
                <a:lnTo>
                  <a:pt x="2857500" y="0"/>
                </a:lnTo>
                <a:lnTo>
                  <a:pt x="2857500" y="238125"/>
                </a:lnTo>
                <a:lnTo>
                  <a:pt x="0" y="238125"/>
                </a:lnTo>
                <a:close/>
              </a:path>
            </a:pathLst>
          </a:custGeom>
          <a:solidFill>
            <a:srgbClr val="000000">
              <a:alpha val="0"/>
            </a:srgbClr>
          </a:solidFill>
          <a:ln/>
        </p:spPr>
      </p:sp>
      <p:sp>
        <p:nvSpPr>
          <p:cNvPr id="23" name="Text 19"/>
          <p:cNvSpPr/>
          <p:nvPr/>
        </p:nvSpPr>
        <p:spPr>
          <a:xfrm>
            <a:off x="0" y="0"/>
            <a:ext cx="2857500" cy="238125"/>
          </a:xfrm>
          <a:prstGeom prst="rect">
            <a:avLst/>
          </a:prstGeom>
          <a:noFill/>
          <a:ln/>
        </p:spPr>
        <p:txBody>
          <a:bodyPr wrap="square" rtlCol="0" anchor="t"/>
          <a:lstStyle/>
          <a:p>
            <a:pPr algn="l" indent="0" marL="0">
              <a:spcBef>
                <a:spcPts val="375"/>
              </a:spcBef>
              <a:buNone/>
            </a:pPr>
            <a:r>
              <a:rPr lang="en-US" sz="600" dirty="0">
                <a:solidFill>
                  <a:srgbClr val="333333"/>
                </a:solidFill>
                <a:latin typeface="微软雅黑" pitchFamily="34" charset="0"/>
                <a:ea typeface="微软雅黑" pitchFamily="34" charset="-122"/>
                <a:cs typeface="微软雅黑" pitchFamily="34" charset="-120"/>
              </a:rPr>
              <a:t>04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rcRect l="0" r="45747" t="4098" b="81403"/>
          <a:stretch/>
        </p:blipFill>
        <p:spPr>
          <a:xfrm>
            <a:off x="0" y="0"/>
            <a:ext cx="9144000" cy="1872312"/>
          </a:xfrm>
          <a:prstGeom prst="rect">
            <a:avLst/>
          </a:prstGeom>
        </p:spPr>
      </p:pic>
      <p:sp>
        <p:nvSpPr>
          <p:cNvPr id="4" name="Shape 0"/>
          <p:cNvSpPr/>
          <p:nvPr/>
        </p:nvSpPr>
        <p:spPr>
          <a:xfrm>
            <a:off x="614136" y="1912706"/>
            <a:ext cx="7826859" cy="476250"/>
          </a:xfrm>
          <a:custGeom>
            <a:avLst/>
            <a:gdLst/>
            <a:ahLst/>
            <a:cxnLst/>
            <a:rect l="l" t="t" r="r" b="b"/>
            <a:pathLst>
              <a:path w="7826859" h="476250">
                <a:moveTo>
                  <a:pt x="0" y="0"/>
                </a:moveTo>
                <a:lnTo>
                  <a:pt x="7826859" y="0"/>
                </a:lnTo>
                <a:lnTo>
                  <a:pt x="7826859" y="476250"/>
                </a:lnTo>
                <a:lnTo>
                  <a:pt x="0" y="476250"/>
                </a:lnTo>
                <a:close/>
              </a:path>
            </a:pathLst>
          </a:custGeom>
          <a:solidFill>
            <a:srgbClr val="000000">
              <a:alpha val="0"/>
            </a:srgbClr>
          </a:solidFill>
          <a:ln/>
        </p:spPr>
      </p:sp>
      <p:sp>
        <p:nvSpPr>
          <p:cNvPr id="5" name="Text 1"/>
          <p:cNvSpPr/>
          <p:nvPr/>
        </p:nvSpPr>
        <p:spPr>
          <a:xfrm>
            <a:off x="614136" y="1912706"/>
            <a:ext cx="7826859" cy="476250"/>
          </a:xfrm>
          <a:prstGeom prst="rect">
            <a:avLst/>
          </a:prstGeom>
          <a:noFill/>
          <a:ln/>
        </p:spPr>
        <p:txBody>
          <a:bodyPr wrap="square" rtlCol="0" anchor="t"/>
          <a:lstStyle/>
          <a:p>
            <a:pPr algn="ctr" indent="0" marL="0">
              <a:spcBef>
                <a:spcPts val="375"/>
              </a:spcBef>
              <a:buNone/>
            </a:pPr>
            <a:r>
              <a:rPr lang="en-US" sz="3000" dirty="0">
                <a:solidFill>
                  <a:srgbClr val="45464D"/>
                </a:solidFill>
                <a:latin typeface="Caveat Brush" pitchFamily="34" charset="0"/>
                <a:ea typeface="Caveat Brush" pitchFamily="34" charset="-122"/>
                <a:cs typeface="Caveat Brush" pitchFamily="34" charset="-120"/>
              </a:rPr>
              <a:t>Write a main idea here</a:t>
            </a:r>
            <a:endParaRPr lang="en-US" sz="1200" dirty="0"/>
          </a:p>
        </p:txBody>
      </p:sp>
      <p:sp>
        <p:nvSpPr>
          <p:cNvPr id="6" name="Shape 2"/>
          <p:cNvSpPr/>
          <p:nvPr/>
        </p:nvSpPr>
        <p:spPr>
          <a:xfrm>
            <a:off x="661391" y="2388956"/>
            <a:ext cx="7779603" cy="2454473"/>
          </a:xfrm>
          <a:custGeom>
            <a:avLst/>
            <a:gdLst/>
            <a:ahLst/>
            <a:cxnLst/>
            <a:rect l="l" t="t" r="r" b="b"/>
            <a:pathLst>
              <a:path w="7779603" h="2454473">
                <a:moveTo>
                  <a:pt x="0" y="0"/>
                </a:moveTo>
                <a:lnTo>
                  <a:pt x="7779603" y="0"/>
                </a:lnTo>
                <a:lnTo>
                  <a:pt x="7779603" y="2454473"/>
                </a:lnTo>
                <a:lnTo>
                  <a:pt x="0" y="2454473"/>
                </a:lnTo>
                <a:close/>
              </a:path>
            </a:pathLst>
          </a:custGeom>
          <a:solidFill>
            <a:srgbClr val="000000">
              <a:alpha val="0"/>
            </a:srgbClr>
          </a:solidFill>
          <a:ln/>
        </p:spPr>
      </p:sp>
      <p:sp>
        <p:nvSpPr>
          <p:cNvPr id="7" name="Text 3"/>
          <p:cNvSpPr/>
          <p:nvPr/>
        </p:nvSpPr>
        <p:spPr>
          <a:xfrm>
            <a:off x="661391" y="2388956"/>
            <a:ext cx="7779603" cy="2454473"/>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200" dirty="0"/>
          </a:p>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200" dirty="0"/>
          </a:p>
          <a:p>
            <a:pPr algn="l" indent="0" marL="0">
              <a:spcBef>
                <a:spcPts val="375"/>
              </a:spcBef>
              <a:buNone/>
            </a:pPr>
            <a:r>
              <a:rPr lang="en-US" sz="1800" dirty="0">
                <a:solidFill>
                  <a:srgbClr val="333333"/>
                </a:solidFill>
                <a:latin typeface="Calibri" pitchFamily="34" charset="0"/>
                <a:ea typeface="Calibri" pitchFamily="34" charset="-122"/>
                <a:cs typeface="Calibri" pitchFamily="34" charset="-120"/>
              </a:rPr>
              <a:t> </a:t>
            </a:r>
            <a:endParaRPr lang="en-US" sz="1200" dirty="0"/>
          </a:p>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200" dirty="0"/>
          </a:p>
          <a:p>
            <a:pPr algn="l" indent="0" marL="0">
              <a:spcBef>
                <a:spcPts val="375"/>
              </a:spcBef>
              <a:buNone/>
            </a:pPr>
            <a:r>
              <a:rPr lang="en-US" sz="1800" dirty="0">
                <a:solidFill>
                  <a:srgbClr val="333333"/>
                </a:solidFill>
                <a:latin typeface="Calibri" pitchFamily="34" charset="0"/>
                <a:ea typeface="Calibri" pitchFamily="34" charset="-122"/>
                <a:cs typeface="Calibri" pitchFamily="34" charset="-120"/>
              </a:rPr>
              <a:t> </a:t>
            </a:r>
            <a:endParaRPr lang="en-US" sz="1200" dirty="0"/>
          </a:p>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rot="5400000">
            <a:off x="1448898" y="701944"/>
            <a:ext cx="2176332" cy="3520538"/>
          </a:xfrm>
          <a:prstGeom prst="rect">
            <a:avLst/>
          </a:prstGeom>
        </p:spPr>
      </p:pic>
      <p:sp>
        <p:nvSpPr>
          <p:cNvPr id="4" name="Shape 0"/>
          <p:cNvSpPr/>
          <p:nvPr/>
        </p:nvSpPr>
        <p:spPr>
          <a:xfrm rot="5400000">
            <a:off x="1448898" y="701944"/>
            <a:ext cx="2176332" cy="3520538"/>
          </a:xfrm>
          <a:custGeom>
            <a:avLst/>
            <a:gdLst/>
            <a:ahLst/>
            <a:cxnLst/>
            <a:rect l="l" t="t" r="r" b="b"/>
            <a:pathLst>
              <a:path w="2176332" h="3520538">
                <a:moveTo>
                  <a:pt x="0" y="0"/>
                </a:moveTo>
                <a:lnTo>
                  <a:pt x="2176332" y="0"/>
                </a:lnTo>
                <a:lnTo>
                  <a:pt x="2176332" y="3520538"/>
                </a:lnTo>
                <a:lnTo>
                  <a:pt x="0" y="3520538"/>
                </a:lnTo>
                <a:close/>
              </a:path>
            </a:pathLst>
          </a:custGeom>
          <a:solidFill>
            <a:srgbClr val="000000">
              <a:alpha val="0"/>
            </a:srgbClr>
          </a:solidFill>
          <a:ln/>
        </p:spPr>
      </p:sp>
      <p:sp>
        <p:nvSpPr>
          <p:cNvPr id="5" name="Text 1"/>
          <p:cNvSpPr/>
          <p:nvPr/>
        </p:nvSpPr>
        <p:spPr>
          <a:xfrm rot="5400000">
            <a:off x="1448898" y="701944"/>
            <a:ext cx="2176332" cy="3520538"/>
          </a:xfrm>
          <a:prstGeom prst="rect">
            <a:avLst/>
          </a:prstGeom>
          <a:noFill/>
          <a:ln/>
        </p:spPr>
        <p:txBody>
          <a:bodyPr wrap="square" rtlCol="0" anchor="t"/>
          <a:lstStyle/>
          <a:p>
            <a:pPr indent="0" marL="0">
              <a:spcBef>
                <a:spcPts val="375"/>
              </a:spcBef>
              <a:buNone/>
            </a:pPr>
            <a:endParaRPr lang="en-US" sz="1200" dirty="0"/>
          </a:p>
        </p:txBody>
      </p:sp>
      <p:pic>
        <p:nvPicPr>
          <p:cNvPr id="6" name="Image 2" descr="preencoded.png">    </p:cNvPr>
          <p:cNvPicPr>
            <a:picLocks noChangeAspect="1"/>
          </p:cNvPicPr>
          <p:nvPr/>
        </p:nvPicPr>
        <p:blipFill>
          <a:blip r:embed="rId3"/>
          <a:stretch>
            <a:fillRect/>
          </a:stretch>
        </p:blipFill>
        <p:spPr>
          <a:xfrm rot="5400000">
            <a:off x="1448898" y="701944"/>
            <a:ext cx="2176332" cy="3520538"/>
          </a:xfrm>
          <a:prstGeom prst="rect">
            <a:avLst/>
          </a:prstGeom>
        </p:spPr>
      </p:pic>
      <p:pic>
        <p:nvPicPr>
          <p:cNvPr id="7" name="Image 3" descr="preencoded.png">    </p:cNvPr>
          <p:cNvPicPr>
            <a:picLocks noChangeAspect="1"/>
          </p:cNvPicPr>
          <p:nvPr/>
        </p:nvPicPr>
        <p:blipFill>
          <a:blip r:embed="rId4"/>
          <a:stretch>
            <a:fillRect/>
          </a:stretch>
        </p:blipFill>
        <p:spPr>
          <a:xfrm rot="5400000">
            <a:off x="5445903" y="701944"/>
            <a:ext cx="2176332" cy="3520538"/>
          </a:xfrm>
          <a:prstGeom prst="rect">
            <a:avLst/>
          </a:prstGeom>
        </p:spPr>
      </p:pic>
      <p:sp>
        <p:nvSpPr>
          <p:cNvPr id="8" name="Shape 2"/>
          <p:cNvSpPr/>
          <p:nvPr/>
        </p:nvSpPr>
        <p:spPr>
          <a:xfrm rot="5400000">
            <a:off x="5445903" y="701944"/>
            <a:ext cx="2176332" cy="3520538"/>
          </a:xfrm>
          <a:custGeom>
            <a:avLst/>
            <a:gdLst/>
            <a:ahLst/>
            <a:cxnLst/>
            <a:rect l="l" t="t" r="r" b="b"/>
            <a:pathLst>
              <a:path w="2176332" h="3520538">
                <a:moveTo>
                  <a:pt x="0" y="0"/>
                </a:moveTo>
                <a:lnTo>
                  <a:pt x="2176332" y="0"/>
                </a:lnTo>
                <a:lnTo>
                  <a:pt x="2176332" y="3520538"/>
                </a:lnTo>
                <a:lnTo>
                  <a:pt x="0" y="3520538"/>
                </a:lnTo>
                <a:close/>
              </a:path>
            </a:pathLst>
          </a:custGeom>
          <a:solidFill>
            <a:srgbClr val="000000">
              <a:alpha val="0"/>
            </a:srgbClr>
          </a:solidFill>
          <a:ln/>
        </p:spPr>
      </p:sp>
      <p:sp>
        <p:nvSpPr>
          <p:cNvPr id="9" name="Text 3"/>
          <p:cNvSpPr/>
          <p:nvPr/>
        </p:nvSpPr>
        <p:spPr>
          <a:xfrm rot="5400000">
            <a:off x="5445903" y="701944"/>
            <a:ext cx="2176332" cy="3520538"/>
          </a:xfrm>
          <a:prstGeom prst="rect">
            <a:avLst/>
          </a:prstGeom>
          <a:noFill/>
          <a:ln/>
        </p:spPr>
        <p:txBody>
          <a:bodyPr wrap="square" rtlCol="0" anchor="t"/>
          <a:lstStyle/>
          <a:p>
            <a:pPr indent="0" marL="0">
              <a:spcBef>
                <a:spcPts val="375"/>
              </a:spcBef>
              <a:buNone/>
            </a:pPr>
            <a:endParaRPr lang="en-US" sz="1200" dirty="0"/>
          </a:p>
        </p:txBody>
      </p:sp>
      <p:pic>
        <p:nvPicPr>
          <p:cNvPr id="10" name="Image 4" descr="preencoded.png">    </p:cNvPr>
          <p:cNvPicPr>
            <a:picLocks noChangeAspect="1"/>
          </p:cNvPicPr>
          <p:nvPr/>
        </p:nvPicPr>
        <p:blipFill>
          <a:blip r:embed="rId5"/>
          <a:stretch>
            <a:fillRect/>
          </a:stretch>
        </p:blipFill>
        <p:spPr>
          <a:xfrm rot="5400000">
            <a:off x="5445903" y="701944"/>
            <a:ext cx="2176332" cy="3520538"/>
          </a:xfrm>
          <a:prstGeom prst="rect">
            <a:avLst/>
          </a:prstGeom>
        </p:spPr>
      </p:pic>
      <p:sp>
        <p:nvSpPr>
          <p:cNvPr id="11" name="Shape 4"/>
          <p:cNvSpPr/>
          <p:nvPr/>
        </p:nvSpPr>
        <p:spPr>
          <a:xfrm>
            <a:off x="874042" y="425088"/>
            <a:ext cx="7395915" cy="476250"/>
          </a:xfrm>
          <a:custGeom>
            <a:avLst/>
            <a:gdLst/>
            <a:ahLst/>
            <a:cxnLst/>
            <a:rect l="l" t="t" r="r" b="b"/>
            <a:pathLst>
              <a:path w="7395915" h="476250">
                <a:moveTo>
                  <a:pt x="0" y="0"/>
                </a:moveTo>
                <a:lnTo>
                  <a:pt x="7395915" y="0"/>
                </a:lnTo>
                <a:lnTo>
                  <a:pt x="7395915" y="476250"/>
                </a:lnTo>
                <a:lnTo>
                  <a:pt x="0" y="476250"/>
                </a:lnTo>
                <a:close/>
              </a:path>
            </a:pathLst>
          </a:custGeom>
          <a:solidFill>
            <a:srgbClr val="000000">
              <a:alpha val="0"/>
            </a:srgbClr>
          </a:solidFill>
          <a:ln/>
        </p:spPr>
      </p:sp>
      <p:sp>
        <p:nvSpPr>
          <p:cNvPr id="12" name="Text 5"/>
          <p:cNvSpPr/>
          <p:nvPr/>
        </p:nvSpPr>
        <p:spPr>
          <a:xfrm>
            <a:off x="874042" y="425088"/>
            <a:ext cx="7395915" cy="476250"/>
          </a:xfrm>
          <a:prstGeom prst="rect">
            <a:avLst/>
          </a:prstGeom>
          <a:noFill/>
          <a:ln/>
        </p:spPr>
        <p:txBody>
          <a:bodyPr wrap="square" rtlCol="0" anchor="t"/>
          <a:lstStyle/>
          <a:p>
            <a:pPr algn="ctr" indent="0" marL="0">
              <a:spcBef>
                <a:spcPts val="375"/>
              </a:spcBef>
              <a:buNone/>
            </a:pPr>
            <a:r>
              <a:rPr lang="en-US" sz="3000" dirty="0">
                <a:solidFill>
                  <a:srgbClr val="45464D"/>
                </a:solidFill>
                <a:latin typeface="Caveat Brush" pitchFamily="34" charset="0"/>
                <a:ea typeface="Caveat Brush" pitchFamily="34" charset="-122"/>
                <a:cs typeface="Caveat Brush" pitchFamily="34" charset="-120"/>
              </a:rPr>
              <a:t>Write a main idea here</a:t>
            </a:r>
            <a:endParaRPr lang="en-US" sz="1200" dirty="0"/>
          </a:p>
        </p:txBody>
      </p:sp>
      <p:sp>
        <p:nvSpPr>
          <p:cNvPr id="13" name="Shape 6"/>
          <p:cNvSpPr/>
          <p:nvPr/>
        </p:nvSpPr>
        <p:spPr>
          <a:xfrm>
            <a:off x="1291100" y="3646366"/>
            <a:ext cx="2521072" cy="348338"/>
          </a:xfrm>
          <a:custGeom>
            <a:avLst/>
            <a:gdLst/>
            <a:ahLst/>
            <a:cxnLst/>
            <a:rect l="l" t="t" r="r" b="b"/>
            <a:pathLst>
              <a:path w="2521072" h="348338">
                <a:moveTo>
                  <a:pt x="0" y="0"/>
                </a:moveTo>
                <a:lnTo>
                  <a:pt x="2521072" y="0"/>
                </a:lnTo>
                <a:lnTo>
                  <a:pt x="2521072" y="348338"/>
                </a:lnTo>
                <a:lnTo>
                  <a:pt x="0" y="348338"/>
                </a:lnTo>
                <a:close/>
              </a:path>
            </a:pathLst>
          </a:custGeom>
          <a:solidFill>
            <a:srgbClr val="000000">
              <a:alpha val="0"/>
            </a:srgbClr>
          </a:solidFill>
          <a:ln/>
        </p:spPr>
      </p:sp>
      <p:sp>
        <p:nvSpPr>
          <p:cNvPr id="14" name="Text 7"/>
          <p:cNvSpPr/>
          <p:nvPr/>
        </p:nvSpPr>
        <p:spPr>
          <a:xfrm>
            <a:off x="1291100" y="3646366"/>
            <a:ext cx="2521072" cy="348338"/>
          </a:xfrm>
          <a:prstGeom prst="rect">
            <a:avLst/>
          </a:prstGeom>
          <a:noFill/>
          <a:ln/>
        </p:spPr>
        <p:txBody>
          <a:bodyPr wrap="square" rtlCol="0" anchor="t"/>
          <a:lstStyle/>
          <a:p>
            <a:pPr algn="ctr" indent="0" marL="0">
              <a:spcBef>
                <a:spcPts val="375"/>
              </a:spcBef>
              <a:buNone/>
            </a:pPr>
            <a:r>
              <a:rPr lang="en-US" sz="1200" b="1" dirty="0">
                <a:solidFill>
                  <a:srgbClr val="000000"/>
                </a:solidFill>
                <a:latin typeface="Nunito" pitchFamily="34" charset="0"/>
                <a:ea typeface="Nunito" pitchFamily="34" charset="-122"/>
                <a:cs typeface="Nunito" pitchFamily="34" charset="-120"/>
              </a:rPr>
              <a:t>Write a main idea here</a:t>
            </a:r>
            <a:endParaRPr lang="en-US" sz="1200" dirty="0"/>
          </a:p>
        </p:txBody>
      </p:sp>
      <p:sp>
        <p:nvSpPr>
          <p:cNvPr id="15" name="Shape 8"/>
          <p:cNvSpPr/>
          <p:nvPr/>
        </p:nvSpPr>
        <p:spPr>
          <a:xfrm>
            <a:off x="5132203" y="3551855"/>
            <a:ext cx="2610067" cy="336524"/>
          </a:xfrm>
          <a:custGeom>
            <a:avLst/>
            <a:gdLst/>
            <a:ahLst/>
            <a:cxnLst/>
            <a:rect l="l" t="t" r="r" b="b"/>
            <a:pathLst>
              <a:path w="2610067" h="336524">
                <a:moveTo>
                  <a:pt x="0" y="0"/>
                </a:moveTo>
                <a:lnTo>
                  <a:pt x="2610067" y="0"/>
                </a:lnTo>
                <a:lnTo>
                  <a:pt x="2610067" y="336524"/>
                </a:lnTo>
                <a:lnTo>
                  <a:pt x="0" y="336524"/>
                </a:lnTo>
                <a:close/>
              </a:path>
            </a:pathLst>
          </a:custGeom>
          <a:solidFill>
            <a:srgbClr val="000000">
              <a:alpha val="0"/>
            </a:srgbClr>
          </a:solidFill>
          <a:ln/>
        </p:spPr>
      </p:sp>
      <p:sp>
        <p:nvSpPr>
          <p:cNvPr id="16" name="Text 9"/>
          <p:cNvSpPr/>
          <p:nvPr/>
        </p:nvSpPr>
        <p:spPr>
          <a:xfrm>
            <a:off x="5132203" y="3551855"/>
            <a:ext cx="2610067" cy="336524"/>
          </a:xfrm>
          <a:prstGeom prst="rect">
            <a:avLst/>
          </a:prstGeom>
          <a:noFill/>
          <a:ln/>
        </p:spPr>
        <p:txBody>
          <a:bodyPr wrap="square" rtlCol="0" anchor="t"/>
          <a:lstStyle/>
          <a:p>
            <a:pPr algn="ctr" indent="0" marL="0">
              <a:spcBef>
                <a:spcPts val="375"/>
              </a:spcBef>
              <a:buNone/>
            </a:pPr>
            <a:r>
              <a:rPr lang="en-US" sz="1200" b="1" dirty="0">
                <a:solidFill>
                  <a:srgbClr val="000000"/>
                </a:solidFill>
                <a:latin typeface="Nunito" pitchFamily="34" charset="0"/>
                <a:ea typeface="Nunito" pitchFamily="34" charset="-122"/>
                <a:cs typeface="Nunito" pitchFamily="34" charset="-120"/>
              </a:rPr>
              <a:t>Write a main idea here</a:t>
            </a:r>
            <a:endParaRPr lang="en-US" sz="1200" dirty="0"/>
          </a:p>
        </p:txBody>
      </p:sp>
      <p:sp>
        <p:nvSpPr>
          <p:cNvPr id="17" name="Shape 10"/>
          <p:cNvSpPr/>
          <p:nvPr/>
        </p:nvSpPr>
        <p:spPr>
          <a:xfrm>
            <a:off x="1261955" y="4037922"/>
            <a:ext cx="3310045" cy="603796"/>
          </a:xfrm>
          <a:custGeom>
            <a:avLst/>
            <a:gdLst/>
            <a:ahLst/>
            <a:cxnLst/>
            <a:rect l="l" t="t" r="r" b="b"/>
            <a:pathLst>
              <a:path w="3310045" h="603796">
                <a:moveTo>
                  <a:pt x="0" y="0"/>
                </a:moveTo>
                <a:lnTo>
                  <a:pt x="3310045" y="0"/>
                </a:lnTo>
                <a:lnTo>
                  <a:pt x="3310045" y="603796"/>
                </a:lnTo>
                <a:lnTo>
                  <a:pt x="0" y="603796"/>
                </a:lnTo>
                <a:close/>
              </a:path>
            </a:pathLst>
          </a:custGeom>
          <a:solidFill>
            <a:srgbClr val="000000">
              <a:alpha val="0"/>
            </a:srgbClr>
          </a:solidFill>
          <a:ln/>
        </p:spPr>
      </p:sp>
      <p:sp>
        <p:nvSpPr>
          <p:cNvPr id="18" name="Text 11"/>
          <p:cNvSpPr/>
          <p:nvPr/>
        </p:nvSpPr>
        <p:spPr>
          <a:xfrm>
            <a:off x="1261955" y="4037922"/>
            <a:ext cx="3310045" cy="603796"/>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a:t>
            </a:r>
            <a:endParaRPr lang="en-US" sz="1200" dirty="0"/>
          </a:p>
        </p:txBody>
      </p:sp>
      <p:sp>
        <p:nvSpPr>
          <p:cNvPr id="19" name="Shape 12"/>
          <p:cNvSpPr/>
          <p:nvPr/>
        </p:nvSpPr>
        <p:spPr>
          <a:xfrm>
            <a:off x="5233011" y="4037922"/>
            <a:ext cx="3660728" cy="603796"/>
          </a:xfrm>
          <a:custGeom>
            <a:avLst/>
            <a:gdLst/>
            <a:ahLst/>
            <a:cxnLst/>
            <a:rect l="l" t="t" r="r" b="b"/>
            <a:pathLst>
              <a:path w="3660728" h="603796">
                <a:moveTo>
                  <a:pt x="0" y="0"/>
                </a:moveTo>
                <a:lnTo>
                  <a:pt x="3660728" y="0"/>
                </a:lnTo>
                <a:lnTo>
                  <a:pt x="3660728" y="603796"/>
                </a:lnTo>
                <a:lnTo>
                  <a:pt x="0" y="603796"/>
                </a:lnTo>
                <a:close/>
              </a:path>
            </a:pathLst>
          </a:custGeom>
          <a:solidFill>
            <a:srgbClr val="000000">
              <a:alpha val="0"/>
            </a:srgbClr>
          </a:solidFill>
          <a:ln/>
        </p:spPr>
      </p:sp>
      <p:sp>
        <p:nvSpPr>
          <p:cNvPr id="20" name="Text 13"/>
          <p:cNvSpPr/>
          <p:nvPr/>
        </p:nvSpPr>
        <p:spPr>
          <a:xfrm>
            <a:off x="5233011" y="4037922"/>
            <a:ext cx="3660728" cy="603796"/>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a:t>
            </a:r>
            <a:endParaRPr lang="en-US" sz="1200" dirty="0"/>
          </a:p>
        </p:txBody>
      </p:sp>
      <p:pic>
        <p:nvPicPr>
          <p:cNvPr id="21" name="Image 5" descr="preencoded.png">    </p:cNvPr>
          <p:cNvPicPr>
            <a:picLocks noChangeAspect="1"/>
          </p:cNvPicPr>
          <p:nvPr/>
        </p:nvPicPr>
        <p:blipFill>
          <a:blip r:embed="rId6"/>
          <a:srcRect l="0" r="45747" t="0" b="45747"/>
          <a:stretch/>
        </p:blipFill>
        <p:spPr>
          <a:xfrm>
            <a:off x="891015" y="1521186"/>
            <a:ext cx="3232500" cy="1935750"/>
          </a:xfrm>
          <a:prstGeom prst="ellipse">
            <a:avLst/>
          </a:prstGeom>
        </p:spPr>
      </p:pic>
      <p:pic>
        <p:nvPicPr>
          <p:cNvPr id="22" name="Image 6" descr="preencoded.png">    </p:cNvPr>
          <p:cNvPicPr>
            <a:picLocks noChangeAspect="1"/>
          </p:cNvPicPr>
          <p:nvPr/>
        </p:nvPicPr>
        <p:blipFill>
          <a:blip r:embed="rId7"/>
          <a:srcRect l="0" r="45747" t="0" b="45747"/>
          <a:stretch/>
        </p:blipFill>
        <p:spPr>
          <a:xfrm>
            <a:off x="4914519" y="1499500"/>
            <a:ext cx="3239100" cy="1935750"/>
          </a:xfrm>
          <a:prstGeom prst="ellipse">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419387" y="1645896"/>
            <a:ext cx="2957551" cy="3098256"/>
          </a:xfrm>
          <a:prstGeom prst="rect">
            <a:avLst/>
          </a:prstGeom>
        </p:spPr>
      </p:pic>
      <p:sp>
        <p:nvSpPr>
          <p:cNvPr id="4" name="Shape 0"/>
          <p:cNvSpPr/>
          <p:nvPr/>
        </p:nvSpPr>
        <p:spPr>
          <a:xfrm>
            <a:off x="419387"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000000">
              <a:alpha val="0"/>
            </a:srgbClr>
          </a:solidFill>
          <a:ln/>
        </p:spPr>
      </p:sp>
      <p:sp>
        <p:nvSpPr>
          <p:cNvPr id="5" name="Text 1"/>
          <p:cNvSpPr/>
          <p:nvPr/>
        </p:nvSpPr>
        <p:spPr>
          <a:xfrm>
            <a:off x="419387" y="1645896"/>
            <a:ext cx="2957551" cy="3098256"/>
          </a:xfrm>
          <a:prstGeom prst="rect">
            <a:avLst/>
          </a:prstGeom>
          <a:noFill/>
          <a:ln/>
        </p:spPr>
        <p:txBody>
          <a:bodyPr wrap="square" rtlCol="0" anchor="t"/>
          <a:lstStyle/>
          <a:p>
            <a:pPr indent="0" marL="0">
              <a:spcBef>
                <a:spcPts val="375"/>
              </a:spcBef>
              <a:buNone/>
            </a:pPr>
            <a:endParaRPr lang="en-US" sz="1200" dirty="0"/>
          </a:p>
        </p:txBody>
      </p:sp>
      <p:pic>
        <p:nvPicPr>
          <p:cNvPr id="6" name="Image 2" descr="preencoded.png">    </p:cNvPr>
          <p:cNvPicPr>
            <a:picLocks noChangeAspect="1"/>
          </p:cNvPicPr>
          <p:nvPr/>
        </p:nvPicPr>
        <p:blipFill>
          <a:blip r:embed="rId3"/>
          <a:stretch>
            <a:fillRect/>
          </a:stretch>
        </p:blipFill>
        <p:spPr>
          <a:xfrm>
            <a:off x="419387" y="1645896"/>
            <a:ext cx="2957551" cy="3098256"/>
          </a:xfrm>
          <a:prstGeom prst="rect">
            <a:avLst/>
          </a:prstGeom>
        </p:spPr>
      </p:pic>
      <p:pic>
        <p:nvPicPr>
          <p:cNvPr id="7" name="Image 3" descr="preencoded.png">    </p:cNvPr>
          <p:cNvPicPr>
            <a:picLocks noChangeAspect="1"/>
          </p:cNvPicPr>
          <p:nvPr/>
        </p:nvPicPr>
        <p:blipFill>
          <a:blip r:embed="rId4"/>
          <a:stretch>
            <a:fillRect/>
          </a:stretch>
        </p:blipFill>
        <p:spPr>
          <a:xfrm>
            <a:off x="1614449" y="1645896"/>
            <a:ext cx="2957551" cy="3098256"/>
          </a:xfrm>
          <a:prstGeom prst="rect">
            <a:avLst/>
          </a:prstGeom>
        </p:spPr>
      </p:pic>
      <p:sp>
        <p:nvSpPr>
          <p:cNvPr id="8" name="Shape 2"/>
          <p:cNvSpPr/>
          <p:nvPr/>
        </p:nvSpPr>
        <p:spPr>
          <a:xfrm>
            <a:off x="1614449" y="1645896"/>
            <a:ext cx="2957551" cy="3098256"/>
          </a:xfrm>
          <a:custGeom>
            <a:avLst/>
            <a:gdLst/>
            <a:ahLst/>
            <a:cxnLst/>
            <a:rect l="l" t="t" r="r" b="b"/>
            <a:pathLst>
              <a:path w="2957551" h="3098256">
                <a:moveTo>
                  <a:pt x="0" y="0"/>
                </a:moveTo>
                <a:lnTo>
                  <a:pt x="2957551" y="0"/>
                </a:lnTo>
                <a:lnTo>
                  <a:pt x="2957551" y="3098256"/>
                </a:lnTo>
                <a:lnTo>
                  <a:pt x="0" y="3098256"/>
                </a:lnTo>
                <a:close/>
              </a:path>
            </a:pathLst>
          </a:custGeom>
          <a:solidFill>
            <a:srgbClr val="000000">
              <a:alpha val="0"/>
            </a:srgbClr>
          </a:solidFill>
          <a:ln/>
        </p:spPr>
      </p:sp>
      <p:sp>
        <p:nvSpPr>
          <p:cNvPr id="9" name="Text 3"/>
          <p:cNvSpPr/>
          <p:nvPr/>
        </p:nvSpPr>
        <p:spPr>
          <a:xfrm>
            <a:off x="1614449" y="1645896"/>
            <a:ext cx="2957551" cy="3098256"/>
          </a:xfrm>
          <a:prstGeom prst="rect">
            <a:avLst/>
          </a:prstGeom>
          <a:noFill/>
          <a:ln/>
        </p:spPr>
        <p:txBody>
          <a:bodyPr wrap="square" rtlCol="0" anchor="t"/>
          <a:lstStyle/>
          <a:p>
            <a:pPr indent="0" marL="0">
              <a:spcBef>
                <a:spcPts val="375"/>
              </a:spcBef>
              <a:buNone/>
            </a:pPr>
            <a:endParaRPr lang="en-US" sz="1200" dirty="0"/>
          </a:p>
        </p:txBody>
      </p:sp>
      <p:pic>
        <p:nvPicPr>
          <p:cNvPr id="10" name="Image 4" descr="preencoded.png">    </p:cNvPr>
          <p:cNvPicPr>
            <a:picLocks noChangeAspect="1"/>
          </p:cNvPicPr>
          <p:nvPr/>
        </p:nvPicPr>
        <p:blipFill>
          <a:blip r:embed="rId5"/>
          <a:stretch>
            <a:fillRect/>
          </a:stretch>
        </p:blipFill>
        <p:spPr>
          <a:xfrm>
            <a:off x="1614449" y="1645896"/>
            <a:ext cx="2957551" cy="3098256"/>
          </a:xfrm>
          <a:prstGeom prst="rect">
            <a:avLst/>
          </a:prstGeom>
        </p:spPr>
      </p:pic>
      <p:pic>
        <p:nvPicPr>
          <p:cNvPr id="11" name="Image 5" descr="preencoded.png">    </p:cNvPr>
          <p:cNvPicPr>
            <a:picLocks noChangeAspect="1"/>
          </p:cNvPicPr>
          <p:nvPr/>
        </p:nvPicPr>
        <p:blipFill>
          <a:blip r:embed="rId6"/>
          <a:srcRect l="2128" r="47875" t="0" b="45747"/>
          <a:stretch/>
        </p:blipFill>
        <p:spPr>
          <a:xfrm>
            <a:off x="534644" y="1797247"/>
            <a:ext cx="3854120" cy="2788189"/>
          </a:xfrm>
          <a:prstGeom prst="rect">
            <a:avLst/>
          </a:prstGeom>
        </p:spPr>
      </p:pic>
      <p:sp>
        <p:nvSpPr>
          <p:cNvPr id="12" name="Shape 4"/>
          <p:cNvSpPr/>
          <p:nvPr/>
        </p:nvSpPr>
        <p:spPr>
          <a:xfrm>
            <a:off x="874042" y="289968"/>
            <a:ext cx="7395900" cy="476250"/>
          </a:xfrm>
          <a:custGeom>
            <a:avLst/>
            <a:gdLst/>
            <a:ahLst/>
            <a:cxnLst/>
            <a:rect l="l" t="t" r="r" b="b"/>
            <a:pathLst>
              <a:path w="7395900" h="476250">
                <a:moveTo>
                  <a:pt x="0" y="0"/>
                </a:moveTo>
                <a:lnTo>
                  <a:pt x="7395900" y="0"/>
                </a:lnTo>
                <a:lnTo>
                  <a:pt x="7395900" y="476250"/>
                </a:lnTo>
                <a:lnTo>
                  <a:pt x="0" y="476250"/>
                </a:lnTo>
                <a:close/>
              </a:path>
            </a:pathLst>
          </a:custGeom>
          <a:solidFill>
            <a:srgbClr val="000000">
              <a:alpha val="0"/>
            </a:srgbClr>
          </a:solidFill>
          <a:ln/>
        </p:spPr>
      </p:sp>
      <p:sp>
        <p:nvSpPr>
          <p:cNvPr id="13" name="Text 5"/>
          <p:cNvSpPr/>
          <p:nvPr/>
        </p:nvSpPr>
        <p:spPr>
          <a:xfrm>
            <a:off x="874042" y="289968"/>
            <a:ext cx="7395900" cy="476250"/>
          </a:xfrm>
          <a:prstGeom prst="rect">
            <a:avLst/>
          </a:prstGeom>
          <a:noFill/>
          <a:ln/>
        </p:spPr>
        <p:txBody>
          <a:bodyPr wrap="square" rtlCol="0" anchor="t"/>
          <a:lstStyle/>
          <a:p>
            <a:pPr algn="ctr" indent="0" marL="0">
              <a:spcBef>
                <a:spcPts val="375"/>
              </a:spcBef>
              <a:buNone/>
            </a:pPr>
            <a:r>
              <a:rPr lang="en-US" sz="3000" dirty="0">
                <a:solidFill>
                  <a:srgbClr val="45464D"/>
                </a:solidFill>
                <a:latin typeface="Caveat Brush" pitchFamily="34" charset="0"/>
                <a:ea typeface="Caveat Brush" pitchFamily="34" charset="-122"/>
                <a:cs typeface="Caveat Brush" pitchFamily="34" charset="-120"/>
              </a:rPr>
              <a:t>Write a main idea here</a:t>
            </a:r>
            <a:endParaRPr lang="en-US" sz="1200" dirty="0"/>
          </a:p>
        </p:txBody>
      </p:sp>
      <p:sp>
        <p:nvSpPr>
          <p:cNvPr id="14" name="Shape 6"/>
          <p:cNvSpPr/>
          <p:nvPr/>
        </p:nvSpPr>
        <p:spPr>
          <a:xfrm>
            <a:off x="4572000" y="1768209"/>
            <a:ext cx="1448190" cy="476250"/>
          </a:xfrm>
          <a:custGeom>
            <a:avLst/>
            <a:gdLst/>
            <a:ahLst/>
            <a:cxnLst/>
            <a:rect l="l" t="t" r="r" b="b"/>
            <a:pathLst>
              <a:path w="1448190" h="476250">
                <a:moveTo>
                  <a:pt x="0" y="0"/>
                </a:moveTo>
                <a:lnTo>
                  <a:pt x="1448190" y="0"/>
                </a:lnTo>
                <a:lnTo>
                  <a:pt x="1448190" y="476250"/>
                </a:lnTo>
                <a:lnTo>
                  <a:pt x="0" y="476250"/>
                </a:lnTo>
                <a:close/>
              </a:path>
            </a:pathLst>
          </a:custGeom>
          <a:solidFill>
            <a:srgbClr val="000000">
              <a:alpha val="0"/>
            </a:srgbClr>
          </a:solidFill>
          <a:ln/>
        </p:spPr>
      </p:sp>
      <p:sp>
        <p:nvSpPr>
          <p:cNvPr id="15" name="Text 7"/>
          <p:cNvSpPr/>
          <p:nvPr/>
        </p:nvSpPr>
        <p:spPr>
          <a:xfrm>
            <a:off x="4572000" y="1768209"/>
            <a:ext cx="1448190" cy="4762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01</a:t>
            </a:r>
            <a:endParaRPr lang="en-US" sz="1200" dirty="0"/>
          </a:p>
        </p:txBody>
      </p:sp>
      <p:sp>
        <p:nvSpPr>
          <p:cNvPr id="16" name="Shape 8"/>
          <p:cNvSpPr/>
          <p:nvPr/>
        </p:nvSpPr>
        <p:spPr>
          <a:xfrm>
            <a:off x="4572000" y="2582210"/>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000000">
              <a:alpha val="0"/>
            </a:srgbClr>
          </a:solidFill>
          <a:ln/>
        </p:spPr>
      </p:sp>
      <p:sp>
        <p:nvSpPr>
          <p:cNvPr id="17" name="Text 9"/>
          <p:cNvSpPr/>
          <p:nvPr/>
        </p:nvSpPr>
        <p:spPr>
          <a:xfrm>
            <a:off x="4572000" y="2582210"/>
            <a:ext cx="1319049" cy="4762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02</a:t>
            </a:r>
            <a:endParaRPr lang="en-US" sz="1200" dirty="0"/>
          </a:p>
        </p:txBody>
      </p:sp>
      <p:sp>
        <p:nvSpPr>
          <p:cNvPr id="18" name="Shape 10"/>
          <p:cNvSpPr/>
          <p:nvPr/>
        </p:nvSpPr>
        <p:spPr>
          <a:xfrm>
            <a:off x="4572000" y="3663928"/>
            <a:ext cx="1319049" cy="476250"/>
          </a:xfrm>
          <a:custGeom>
            <a:avLst/>
            <a:gdLst/>
            <a:ahLst/>
            <a:cxnLst/>
            <a:rect l="l" t="t" r="r" b="b"/>
            <a:pathLst>
              <a:path w="1319049" h="476250">
                <a:moveTo>
                  <a:pt x="0" y="0"/>
                </a:moveTo>
                <a:lnTo>
                  <a:pt x="1319049" y="0"/>
                </a:lnTo>
                <a:lnTo>
                  <a:pt x="1319049" y="476250"/>
                </a:lnTo>
                <a:lnTo>
                  <a:pt x="0" y="476250"/>
                </a:lnTo>
                <a:close/>
              </a:path>
            </a:pathLst>
          </a:custGeom>
          <a:solidFill>
            <a:srgbClr val="000000">
              <a:alpha val="0"/>
            </a:srgbClr>
          </a:solidFill>
          <a:ln/>
        </p:spPr>
      </p:sp>
      <p:sp>
        <p:nvSpPr>
          <p:cNvPr id="19" name="Text 11"/>
          <p:cNvSpPr/>
          <p:nvPr/>
        </p:nvSpPr>
        <p:spPr>
          <a:xfrm>
            <a:off x="4572000" y="3663928"/>
            <a:ext cx="1319049" cy="476250"/>
          </a:xfrm>
          <a:prstGeom prst="rect">
            <a:avLst/>
          </a:prstGeom>
          <a:noFill/>
          <a:ln/>
        </p:spPr>
        <p:txBody>
          <a:bodyPr wrap="square" rtlCol="0" anchor="t"/>
          <a:lstStyle/>
          <a:p>
            <a:pPr algn="ctr" indent="0" marL="0">
              <a:spcBef>
                <a:spcPts val="375"/>
              </a:spcBef>
              <a:buNone/>
            </a:pPr>
            <a:r>
              <a:rPr lang="en-US" sz="1800" dirty="0">
                <a:solidFill>
                  <a:srgbClr val="45464D"/>
                </a:solidFill>
                <a:latin typeface="Caveat Brush" pitchFamily="34" charset="0"/>
                <a:ea typeface="Caveat Brush" pitchFamily="34" charset="-122"/>
                <a:cs typeface="Caveat Brush" pitchFamily="34" charset="-120"/>
              </a:rPr>
              <a:t>03</a:t>
            </a:r>
            <a:endParaRPr lang="en-US" sz="1200" dirty="0"/>
          </a:p>
        </p:txBody>
      </p:sp>
      <p:sp>
        <p:nvSpPr>
          <p:cNvPr id="20" name="Shape 12"/>
          <p:cNvSpPr/>
          <p:nvPr/>
        </p:nvSpPr>
        <p:spPr>
          <a:xfrm>
            <a:off x="6052785" y="1736990"/>
            <a:ext cx="3091215" cy="1016499"/>
          </a:xfrm>
          <a:custGeom>
            <a:avLst/>
            <a:gdLst/>
            <a:ahLst/>
            <a:cxnLst/>
            <a:rect l="l" t="t" r="r" b="b"/>
            <a:pathLst>
              <a:path w="3091215" h="1016499">
                <a:moveTo>
                  <a:pt x="0" y="0"/>
                </a:moveTo>
                <a:lnTo>
                  <a:pt x="3091215" y="0"/>
                </a:lnTo>
                <a:lnTo>
                  <a:pt x="3091215" y="1016499"/>
                </a:lnTo>
                <a:lnTo>
                  <a:pt x="0" y="1016499"/>
                </a:lnTo>
                <a:close/>
              </a:path>
            </a:pathLst>
          </a:custGeom>
          <a:solidFill>
            <a:srgbClr val="000000">
              <a:alpha val="0"/>
            </a:srgbClr>
          </a:solidFill>
          <a:ln/>
        </p:spPr>
      </p:sp>
      <p:sp>
        <p:nvSpPr>
          <p:cNvPr id="21" name="Text 13"/>
          <p:cNvSpPr/>
          <p:nvPr/>
        </p:nvSpPr>
        <p:spPr>
          <a:xfrm>
            <a:off x="6052785" y="1736990"/>
            <a:ext cx="3091215" cy="1016499"/>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a:t>
            </a:r>
            <a:endParaRPr lang="en-US" sz="1200" dirty="0"/>
          </a:p>
        </p:txBody>
      </p:sp>
      <p:sp>
        <p:nvSpPr>
          <p:cNvPr id="22" name="Shape 14"/>
          <p:cNvSpPr/>
          <p:nvPr/>
        </p:nvSpPr>
        <p:spPr>
          <a:xfrm>
            <a:off x="6052785" y="2753489"/>
            <a:ext cx="3091215" cy="910439"/>
          </a:xfrm>
          <a:custGeom>
            <a:avLst/>
            <a:gdLst/>
            <a:ahLst/>
            <a:cxnLst/>
            <a:rect l="l" t="t" r="r" b="b"/>
            <a:pathLst>
              <a:path w="3091215" h="910439">
                <a:moveTo>
                  <a:pt x="0" y="0"/>
                </a:moveTo>
                <a:lnTo>
                  <a:pt x="3091215" y="0"/>
                </a:lnTo>
                <a:lnTo>
                  <a:pt x="3091215" y="910439"/>
                </a:lnTo>
                <a:lnTo>
                  <a:pt x="0" y="910439"/>
                </a:lnTo>
                <a:close/>
              </a:path>
            </a:pathLst>
          </a:custGeom>
          <a:solidFill>
            <a:srgbClr val="000000">
              <a:alpha val="0"/>
            </a:srgbClr>
          </a:solidFill>
          <a:ln/>
        </p:spPr>
      </p:sp>
      <p:sp>
        <p:nvSpPr>
          <p:cNvPr id="23" name="Text 15"/>
          <p:cNvSpPr/>
          <p:nvPr/>
        </p:nvSpPr>
        <p:spPr>
          <a:xfrm>
            <a:off x="6052785" y="2753489"/>
            <a:ext cx="3091215" cy="910439"/>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a:t>
            </a:r>
            <a:endParaRPr lang="en-US" sz="1200" dirty="0"/>
          </a:p>
        </p:txBody>
      </p:sp>
      <p:sp>
        <p:nvSpPr>
          <p:cNvPr id="24" name="Shape 16"/>
          <p:cNvSpPr/>
          <p:nvPr/>
        </p:nvSpPr>
        <p:spPr>
          <a:xfrm>
            <a:off x="6052785" y="3847022"/>
            <a:ext cx="3091215" cy="981843"/>
          </a:xfrm>
          <a:custGeom>
            <a:avLst/>
            <a:gdLst/>
            <a:ahLst/>
            <a:cxnLst/>
            <a:rect l="l" t="t" r="r" b="b"/>
            <a:pathLst>
              <a:path w="3091215" h="981843">
                <a:moveTo>
                  <a:pt x="0" y="0"/>
                </a:moveTo>
                <a:lnTo>
                  <a:pt x="3091215" y="0"/>
                </a:lnTo>
                <a:lnTo>
                  <a:pt x="3091215" y="981843"/>
                </a:lnTo>
                <a:lnTo>
                  <a:pt x="0" y="981843"/>
                </a:lnTo>
                <a:close/>
              </a:path>
            </a:pathLst>
          </a:custGeom>
          <a:solidFill>
            <a:srgbClr val="000000">
              <a:alpha val="0"/>
            </a:srgbClr>
          </a:solidFill>
          <a:ln/>
        </p:spPr>
      </p:sp>
      <p:sp>
        <p:nvSpPr>
          <p:cNvPr id="25" name="Text 17"/>
          <p:cNvSpPr/>
          <p:nvPr/>
        </p:nvSpPr>
        <p:spPr>
          <a:xfrm>
            <a:off x="6052785" y="3847022"/>
            <a:ext cx="3091215" cy="981843"/>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a:t>
            </a:r>
            <a:endParaRPr lang="en-US" sz="1200" dirty="0"/>
          </a:p>
        </p:txBody>
      </p:sp>
      <p:pic>
        <p:nvPicPr>
          <p:cNvPr id="26" name="Image 6" descr="preencoded.png">    </p:cNvPr>
          <p:cNvPicPr>
            <a:picLocks noChangeAspect="1"/>
          </p:cNvPicPr>
          <p:nvPr/>
        </p:nvPicPr>
        <p:blipFill>
          <a:blip r:embed="rId7"/>
          <a:stretch>
            <a:fillRect/>
          </a:stretch>
        </p:blipFill>
        <p:spPr>
          <a:xfrm rot="-780000">
            <a:off x="-308256" y="617196"/>
            <a:ext cx="1713253" cy="2057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rcRect l="0" r="45747" t="4098" b="81403"/>
          <a:stretch/>
        </p:blipFill>
        <p:spPr>
          <a:xfrm>
            <a:off x="0" y="0"/>
            <a:ext cx="9144000" cy="1872312"/>
          </a:xfrm>
          <a:prstGeom prst="rect">
            <a:avLst/>
          </a:prstGeom>
        </p:spPr>
      </p:pic>
      <p:sp>
        <p:nvSpPr>
          <p:cNvPr id="4" name="Shape 0"/>
          <p:cNvSpPr/>
          <p:nvPr/>
        </p:nvSpPr>
        <p:spPr>
          <a:xfrm>
            <a:off x="614136" y="2207981"/>
            <a:ext cx="7826859" cy="552450"/>
          </a:xfrm>
          <a:custGeom>
            <a:avLst/>
            <a:gdLst/>
            <a:ahLst/>
            <a:cxnLst/>
            <a:rect l="l" t="t" r="r" b="b"/>
            <a:pathLst>
              <a:path w="7826859" h="552450">
                <a:moveTo>
                  <a:pt x="0" y="0"/>
                </a:moveTo>
                <a:lnTo>
                  <a:pt x="7826859" y="0"/>
                </a:lnTo>
                <a:lnTo>
                  <a:pt x="7826859" y="552450"/>
                </a:lnTo>
                <a:lnTo>
                  <a:pt x="0" y="552450"/>
                </a:lnTo>
                <a:close/>
              </a:path>
            </a:pathLst>
          </a:custGeom>
          <a:solidFill>
            <a:srgbClr val="000000">
              <a:alpha val="0"/>
            </a:srgbClr>
          </a:solidFill>
          <a:ln/>
        </p:spPr>
      </p:sp>
      <p:sp>
        <p:nvSpPr>
          <p:cNvPr id="5" name="Text 1"/>
          <p:cNvSpPr/>
          <p:nvPr/>
        </p:nvSpPr>
        <p:spPr>
          <a:xfrm>
            <a:off x="614136" y="2207981"/>
            <a:ext cx="7826859" cy="552450"/>
          </a:xfrm>
          <a:prstGeom prst="rect">
            <a:avLst/>
          </a:prstGeom>
          <a:noFill/>
          <a:ln/>
        </p:spPr>
        <p:txBody>
          <a:bodyPr wrap="square" rtlCol="0" anchor="t"/>
          <a:lstStyle/>
          <a:p>
            <a:pPr algn="ctr" indent="0" marL="0">
              <a:spcBef>
                <a:spcPts val="375"/>
              </a:spcBef>
              <a:buNone/>
            </a:pPr>
            <a:r>
              <a:rPr lang="en-US" sz="1800" dirty="0">
                <a:solidFill>
                  <a:srgbClr val="333333"/>
                </a:solidFill>
                <a:latin typeface="微软雅黑" pitchFamily="34" charset="0"/>
                <a:ea typeface="微软雅黑" pitchFamily="34" charset="-122"/>
                <a:cs typeface="微软雅黑" pitchFamily="34" charset="-120"/>
              </a:rPr>
              <a:t>Xulosa</a:t>
            </a:r>
            <a:endParaRPr lang="en-US" sz="1200" dirty="0"/>
          </a:p>
        </p:txBody>
      </p:sp>
      <p:sp>
        <p:nvSpPr>
          <p:cNvPr id="6" name="Shape 2"/>
          <p:cNvSpPr/>
          <p:nvPr/>
        </p:nvSpPr>
        <p:spPr>
          <a:xfrm>
            <a:off x="661391" y="2684231"/>
            <a:ext cx="7779603" cy="2159198"/>
          </a:xfrm>
          <a:custGeom>
            <a:avLst/>
            <a:gdLst/>
            <a:ahLst/>
            <a:cxnLst/>
            <a:rect l="l" t="t" r="r" b="b"/>
            <a:pathLst>
              <a:path w="7779603" h="2159198">
                <a:moveTo>
                  <a:pt x="0" y="0"/>
                </a:moveTo>
                <a:lnTo>
                  <a:pt x="7779603" y="0"/>
                </a:lnTo>
                <a:lnTo>
                  <a:pt x="7779603" y="2159198"/>
                </a:lnTo>
                <a:lnTo>
                  <a:pt x="0" y="2159198"/>
                </a:lnTo>
                <a:close/>
              </a:path>
            </a:pathLst>
          </a:custGeom>
          <a:solidFill>
            <a:srgbClr val="000000">
              <a:alpha val="0"/>
            </a:srgbClr>
          </a:solidFill>
          <a:ln/>
        </p:spPr>
      </p:sp>
      <p:sp>
        <p:nvSpPr>
          <p:cNvPr id="7" name="Text 3"/>
          <p:cNvSpPr/>
          <p:nvPr/>
        </p:nvSpPr>
        <p:spPr>
          <a:xfrm>
            <a:off x="661391" y="2684231"/>
            <a:ext cx="7779603" cy="2159198"/>
          </a:xfrm>
          <a:prstGeom prst="rect">
            <a:avLst/>
          </a:prstGeom>
          <a:noFill/>
          <a:ln/>
        </p:spPr>
        <p:txBody>
          <a:bodyPr wrap="square" rtlCol="0" anchor="t"/>
          <a:lstStyle/>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200" dirty="0"/>
          </a:p>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200" dirty="0"/>
          </a:p>
          <a:p>
            <a:pPr algn="l" indent="0" marL="0">
              <a:spcBef>
                <a:spcPts val="375"/>
              </a:spcBef>
              <a:buNone/>
            </a:pPr>
            <a:r>
              <a:rPr lang="en-US" sz="1800" dirty="0">
                <a:solidFill>
                  <a:srgbClr val="333333"/>
                </a:solidFill>
                <a:latin typeface="Calibri" pitchFamily="34" charset="0"/>
                <a:ea typeface="Calibri" pitchFamily="34" charset="-122"/>
                <a:cs typeface="Calibri" pitchFamily="34" charset="-120"/>
              </a:rPr>
              <a:t> </a:t>
            </a:r>
            <a:endParaRPr lang="en-US" sz="1200" dirty="0"/>
          </a:p>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200" dirty="0"/>
          </a:p>
          <a:p>
            <a:pPr algn="l" indent="0" marL="0">
              <a:spcBef>
                <a:spcPts val="375"/>
              </a:spcBef>
              <a:buNone/>
            </a:pPr>
            <a:r>
              <a:rPr lang="en-US" sz="1800" dirty="0">
                <a:solidFill>
                  <a:srgbClr val="333333"/>
                </a:solidFill>
                <a:latin typeface="Calibri" pitchFamily="34" charset="0"/>
                <a:ea typeface="Calibri" pitchFamily="34" charset="-122"/>
                <a:cs typeface="Calibri" pitchFamily="34" charset="-120"/>
              </a:rPr>
              <a:t> </a:t>
            </a:r>
            <a:endParaRPr lang="en-US" sz="1200" dirty="0"/>
          </a:p>
          <a:p>
            <a:pPr algn="l" indent="0" marL="0">
              <a:spcBef>
                <a:spcPts val="375"/>
              </a:spcBef>
              <a:buNone/>
            </a:pPr>
            <a:r>
              <a:rPr lang="en-US" sz="975" dirty="0">
                <a:solidFill>
                  <a:srgbClr val="000000"/>
                </a:solidFill>
                <a:latin typeface="Nunito" pitchFamily="34" charset="0"/>
                <a:ea typeface="Nunito" pitchFamily="34" charset="-122"/>
                <a:cs typeface="Nunito"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514350" y="469150"/>
            <a:ext cx="8115300" cy="4205201"/>
          </a:xfrm>
          <a:prstGeom prst="rect">
            <a:avLst/>
          </a:prstGeom>
        </p:spPr>
      </p:pic>
      <p:pic>
        <p:nvPicPr>
          <p:cNvPr id="4" name="Image 2" descr="preencoded.png">    </p:cNvPr>
          <p:cNvPicPr>
            <a:picLocks noChangeAspect="1"/>
          </p:cNvPicPr>
          <p:nvPr/>
        </p:nvPicPr>
        <p:blipFill>
          <a:blip r:embed="rId3"/>
          <a:stretch>
            <a:fillRect/>
          </a:stretch>
        </p:blipFill>
        <p:spPr>
          <a:xfrm>
            <a:off x="3212221" y="3000774"/>
            <a:ext cx="2719558" cy="442634"/>
          </a:xfrm>
          <a:prstGeom prst="rect">
            <a:avLst/>
          </a:prstGeom>
        </p:spPr>
      </p:pic>
      <p:sp>
        <p:nvSpPr>
          <p:cNvPr id="5" name="Shape 0"/>
          <p:cNvSpPr/>
          <p:nvPr/>
        </p:nvSpPr>
        <p:spPr>
          <a:xfrm>
            <a:off x="3212221" y="3000774"/>
            <a:ext cx="2719558" cy="442634"/>
          </a:xfrm>
          <a:custGeom>
            <a:avLst/>
            <a:gdLst/>
            <a:ahLst/>
            <a:cxnLst/>
            <a:rect l="l" t="t" r="r" b="b"/>
            <a:pathLst>
              <a:path w="2719558" h="442634">
                <a:moveTo>
                  <a:pt x="0" y="0"/>
                </a:moveTo>
                <a:lnTo>
                  <a:pt x="2719558" y="0"/>
                </a:lnTo>
                <a:lnTo>
                  <a:pt x="2719558" y="442634"/>
                </a:lnTo>
                <a:lnTo>
                  <a:pt x="0" y="442634"/>
                </a:lnTo>
                <a:close/>
              </a:path>
            </a:pathLst>
          </a:custGeom>
          <a:solidFill>
            <a:srgbClr val="000000">
              <a:alpha val="0"/>
            </a:srgbClr>
          </a:solidFill>
          <a:ln/>
        </p:spPr>
      </p:sp>
      <p:sp>
        <p:nvSpPr>
          <p:cNvPr id="6" name="Text 1"/>
          <p:cNvSpPr/>
          <p:nvPr/>
        </p:nvSpPr>
        <p:spPr>
          <a:xfrm>
            <a:off x="3212221" y="3000774"/>
            <a:ext cx="2719558" cy="442634"/>
          </a:xfrm>
          <a:prstGeom prst="rect">
            <a:avLst/>
          </a:prstGeom>
          <a:noFill/>
          <a:ln/>
        </p:spPr>
        <p:txBody>
          <a:bodyPr wrap="square" rtlCol="0" anchor="t"/>
          <a:lstStyle/>
          <a:p>
            <a:pPr indent="0" marL="0">
              <a:spcBef>
                <a:spcPts val="375"/>
              </a:spcBef>
              <a:buNone/>
            </a:pPr>
            <a:endParaRPr lang="en-US" sz="1200" dirty="0"/>
          </a:p>
        </p:txBody>
      </p:sp>
      <p:pic>
        <p:nvPicPr>
          <p:cNvPr id="7" name="Image 3" descr="preencoded.png">    </p:cNvPr>
          <p:cNvPicPr>
            <a:picLocks noChangeAspect="1"/>
          </p:cNvPicPr>
          <p:nvPr/>
        </p:nvPicPr>
        <p:blipFill>
          <a:blip r:embed="rId4"/>
          <a:stretch>
            <a:fillRect/>
          </a:stretch>
        </p:blipFill>
        <p:spPr>
          <a:xfrm>
            <a:off x="3212221" y="3000774"/>
            <a:ext cx="2719558" cy="442634"/>
          </a:xfrm>
          <a:prstGeom prst="rect">
            <a:avLst/>
          </a:prstGeom>
        </p:spPr>
      </p:pic>
      <p:sp>
        <p:nvSpPr>
          <p:cNvPr id="8" name="Shape 2"/>
          <p:cNvSpPr/>
          <p:nvPr/>
        </p:nvSpPr>
        <p:spPr>
          <a:xfrm>
            <a:off x="561975" y="783461"/>
            <a:ext cx="8115300" cy="476250"/>
          </a:xfrm>
          <a:custGeom>
            <a:avLst/>
            <a:gdLst/>
            <a:ahLst/>
            <a:cxnLst/>
            <a:rect l="l" t="t" r="r" b="b"/>
            <a:pathLst>
              <a:path w="8115300" h="476250">
                <a:moveTo>
                  <a:pt x="0" y="0"/>
                </a:moveTo>
                <a:lnTo>
                  <a:pt x="8115300" y="0"/>
                </a:lnTo>
                <a:lnTo>
                  <a:pt x="8115300" y="476250"/>
                </a:lnTo>
                <a:lnTo>
                  <a:pt x="0" y="476250"/>
                </a:lnTo>
                <a:close/>
              </a:path>
            </a:pathLst>
          </a:custGeom>
          <a:solidFill>
            <a:srgbClr val="000000">
              <a:alpha val="0"/>
            </a:srgbClr>
          </a:solidFill>
          <a:ln/>
        </p:spPr>
      </p:sp>
      <p:sp>
        <p:nvSpPr>
          <p:cNvPr id="9" name="Text 3"/>
          <p:cNvSpPr/>
          <p:nvPr/>
        </p:nvSpPr>
        <p:spPr>
          <a:xfrm>
            <a:off x="561975" y="783461"/>
            <a:ext cx="8115300" cy="476250"/>
          </a:xfrm>
          <a:prstGeom prst="rect">
            <a:avLst/>
          </a:prstGeom>
          <a:noFill/>
          <a:ln/>
        </p:spPr>
        <p:txBody>
          <a:bodyPr wrap="square" rtlCol="0" anchor="t"/>
          <a:lstStyle/>
          <a:p>
            <a:pPr algn="ctr" indent="0" marL="0">
              <a:spcBef>
                <a:spcPts val="375"/>
              </a:spcBef>
              <a:buNone/>
            </a:pPr>
            <a:r>
              <a:rPr lang="en-US" sz="1800" dirty="0">
                <a:solidFill>
                  <a:srgbClr val="333333"/>
                </a:solidFill>
                <a:latin typeface="微软雅黑" pitchFamily="34" charset="0"/>
                <a:ea typeface="微软雅黑" pitchFamily="34" charset="-122"/>
                <a:cs typeface="微软雅黑" pitchFamily="34" charset="-120"/>
              </a:rPr>
              <a:t>Foydalanilgan adabiyotlar</a:t>
            </a:r>
            <a:endParaRPr lang="en-US" sz="1200" dirty="0"/>
          </a:p>
        </p:txBody>
      </p:sp>
      <p:sp>
        <p:nvSpPr>
          <p:cNvPr id="10" name="Shape 4"/>
          <p:cNvSpPr/>
          <p:nvPr/>
        </p:nvSpPr>
        <p:spPr>
          <a:xfrm>
            <a:off x="561975" y="1307657"/>
            <a:ext cx="8115300" cy="2883502"/>
          </a:xfrm>
          <a:custGeom>
            <a:avLst/>
            <a:gdLst/>
            <a:ahLst/>
            <a:cxnLst/>
            <a:rect l="l" t="t" r="r" b="b"/>
            <a:pathLst>
              <a:path w="8115300" h="2883502">
                <a:moveTo>
                  <a:pt x="0" y="0"/>
                </a:moveTo>
                <a:lnTo>
                  <a:pt x="8115300" y="0"/>
                </a:lnTo>
                <a:lnTo>
                  <a:pt x="8115300" y="2883502"/>
                </a:lnTo>
                <a:lnTo>
                  <a:pt x="0" y="2883502"/>
                </a:lnTo>
                <a:close/>
              </a:path>
            </a:pathLst>
          </a:custGeom>
          <a:solidFill>
            <a:srgbClr val="000000">
              <a:alpha val="0"/>
            </a:srgbClr>
          </a:solidFill>
          <a:ln/>
        </p:spPr>
      </p:sp>
      <p:sp>
        <p:nvSpPr>
          <p:cNvPr id="11" name="Text 5"/>
          <p:cNvSpPr/>
          <p:nvPr/>
        </p:nvSpPr>
        <p:spPr>
          <a:xfrm>
            <a:off x="561975" y="1307657"/>
            <a:ext cx="8115300" cy="2883502"/>
          </a:xfrm>
          <a:prstGeom prst="rect">
            <a:avLst/>
          </a:prstGeom>
          <a:noFill/>
          <a:ln/>
        </p:spPr>
        <p:txBody>
          <a:bodyPr wrap="square" rtlCol="0" anchor="t"/>
          <a:lstStyle/>
          <a:p>
            <a:pPr algn="l" indent="0" marL="0">
              <a:spcBef>
                <a:spcPts val="375"/>
              </a:spcBef>
              <a:buNone/>
            </a:pPr>
            <a:r>
              <a:rPr lang="en-US" sz="1350" dirty="0">
                <a:solidFill>
                  <a:srgbClr val="333333"/>
                </a:solidFill>
                <a:latin typeface="微软雅黑" pitchFamily="34" charset="0"/>
                <a:ea typeface="微软雅黑" pitchFamily="34" charset="-122"/>
                <a:cs typeface="微软雅黑" pitchFamily="34" charset="-120"/>
              </a:rPr>
              <a:t>Foydalanilgan adabiyotlar</a:t>
            </a:r>
            <a:endParaRPr lang="en-US" sz="1200" dirty="0"/>
          </a:p>
          <a:p>
            <a:pPr algn="l" indent="0" marL="0">
              <a:spcBef>
                <a:spcPts val="375"/>
              </a:spcBef>
              <a:buNone/>
            </a:pPr>
            <a:r>
              <a:rPr lang="en-US" sz="1350" dirty="0">
                <a:solidFill>
                  <a:srgbClr val="333333"/>
                </a:solidFill>
                <a:latin typeface="微软雅黑" pitchFamily="34" charset="0"/>
                <a:ea typeface="微软雅黑" pitchFamily="34" charset="-122"/>
                <a:cs typeface="微软雅黑" pitchFamily="34" charset="-120"/>
              </a:rPr>
              <a:t>Foydalanilgan adabiyotlar</a:t>
            </a:r>
            <a:endParaRPr lang="en-US" sz="1200" dirty="0"/>
          </a:p>
          <a:p>
            <a:pPr algn="l" indent="0" marL="0">
              <a:spcBef>
                <a:spcPts val="375"/>
              </a:spcBef>
              <a:buNone/>
            </a:pPr>
            <a:r>
              <a:rPr lang="en-US" sz="1350" dirty="0">
                <a:solidFill>
                  <a:srgbClr val="333333"/>
                </a:solidFill>
                <a:latin typeface="微软雅黑" pitchFamily="34" charset="0"/>
                <a:ea typeface="微软雅黑" pitchFamily="34" charset="-122"/>
                <a:cs typeface="微软雅黑" pitchFamily="34" charset="-120"/>
              </a:rPr>
              <a:t>Foydalanilgan adabiyotlar</a:t>
            </a:r>
            <a:endParaRPr lang="en-US" sz="1200" dirty="0"/>
          </a:p>
          <a:p>
            <a:pPr algn="l" indent="0" marL="0">
              <a:spcBef>
                <a:spcPts val="375"/>
              </a:spcBef>
              <a:buNone/>
            </a:pPr>
            <a:r>
              <a:rPr lang="en-US" sz="1350" dirty="0">
                <a:solidFill>
                  <a:srgbClr val="333333"/>
                </a:solidFill>
                <a:latin typeface="微软雅黑" pitchFamily="34" charset="0"/>
                <a:ea typeface="微软雅黑" pitchFamily="34" charset="-122"/>
                <a:cs typeface="微软雅黑" pitchFamily="34" charset="-120"/>
              </a:rPr>
              <a:t>Foydalanilgan adabiyotlar</a:t>
            </a:r>
            <a:endParaRPr lang="en-US" sz="1200" dirty="0"/>
          </a:p>
          <a:p>
            <a:pPr algn="l" indent="0" marL="0">
              <a:spcBef>
                <a:spcPts val="375"/>
              </a:spcBef>
              <a:buNone/>
            </a:pPr>
            <a:r>
              <a:rPr lang="en-US" sz="1350" dirty="0">
                <a:solidFill>
                  <a:srgbClr val="333333"/>
                </a:solidFill>
                <a:latin typeface="微软雅黑" pitchFamily="34" charset="0"/>
                <a:ea typeface="微软雅黑" pitchFamily="34" charset="-122"/>
                <a:cs typeface="微软雅黑" pitchFamily="34" charset="-120"/>
              </a:rPr>
              <a:t>Foydalanilgan adabiyotlar</a:t>
            </a:r>
            <a:endParaRPr lang="en-US" sz="1200" dirty="0"/>
          </a:p>
          <a:p>
            <a:pPr algn="l" indent="0" marL="0">
              <a:spcBef>
                <a:spcPts val="375"/>
              </a:spcBef>
              <a:buNone/>
            </a:pPr>
            <a:r>
              <a:rPr lang="en-US" sz="1350" dirty="0">
                <a:solidFill>
                  <a:srgbClr val="333333"/>
                </a:solidFill>
                <a:latin typeface="微软雅黑" pitchFamily="34" charset="0"/>
                <a:ea typeface="微软雅黑" pitchFamily="34" charset="-122"/>
                <a:cs typeface="微软雅黑" pitchFamily="34" charset="-120"/>
              </a:rPr>
              <a:t>Foydalanilgan adabiyotlar</a:t>
            </a:r>
            <a:endParaRPr lang="en-US" sz="1200" dirty="0"/>
          </a:p>
          <a:p>
            <a:pPr algn="l" indent="0" marL="0">
              <a:spcBef>
                <a:spcPts val="375"/>
              </a:spcBef>
              <a:buNone/>
            </a:pPr>
            <a:r>
              <a:rPr lang="en-US" sz="1350" dirty="0">
                <a:solidFill>
                  <a:srgbClr val="333333"/>
                </a:solidFill>
                <a:latin typeface="微软雅黑" pitchFamily="34" charset="0"/>
                <a:ea typeface="微软雅黑" pitchFamily="34" charset="-122"/>
                <a:cs typeface="微软雅黑" pitchFamily="34" charset="-120"/>
              </a:rPr>
              <a:t>Foydalanilgan adabiyotlar</a:t>
            </a:r>
            <a:endParaRPr lang="en-US" sz="1200" dirty="0"/>
          </a:p>
          <a:p>
            <a:pPr algn="l" indent="0" marL="0">
              <a:spcBef>
                <a:spcPts val="375"/>
              </a:spcBef>
              <a:buNone/>
            </a:pPr>
            <a:r>
              <a:rPr lang="en-US" sz="1350" dirty="0">
                <a:solidFill>
                  <a:srgbClr val="333333"/>
                </a:solidFill>
                <a:latin typeface="微软雅黑" pitchFamily="34" charset="0"/>
                <a:ea typeface="微软雅黑" pitchFamily="34" charset="-122"/>
                <a:cs typeface="微软雅黑" pitchFamily="34" charset="-120"/>
              </a:rPr>
              <a:t>Foydalanilgan adabiyotlar</a:t>
            </a:r>
            <a:endParaRPr lang="en-US" sz="1200" dirty="0"/>
          </a:p>
          <a:p>
            <a:pPr algn="l" indent="0" marL="0">
              <a:spcBef>
                <a:spcPts val="375"/>
              </a:spcBef>
              <a:buNone/>
            </a:pPr>
            <a:r>
              <a:rPr lang="en-US" sz="1350" dirty="0">
                <a:solidFill>
                  <a:srgbClr val="333333"/>
                </a:solidFill>
                <a:latin typeface="微软雅黑" pitchFamily="34" charset="0"/>
                <a:ea typeface="微软雅黑" pitchFamily="34" charset="-122"/>
                <a:cs typeface="微软雅黑" pitchFamily="34" charset="-120"/>
              </a:rPr>
              <a:t>Foydalanilgan adabiyotlar</a:t>
            </a:r>
            <a:endParaRPr lang="en-US" sz="1200" dirty="0"/>
          </a:p>
          <a:p>
            <a:pPr algn="l" indent="0" marL="0">
              <a:spcBef>
                <a:spcPts val="375"/>
              </a:spcBef>
              <a:buNone/>
            </a:pPr>
            <a:r>
              <a:rPr lang="en-US" sz="1350" dirty="0">
                <a:solidFill>
                  <a:srgbClr val="333333"/>
                </a:solidFill>
                <a:latin typeface="微软雅黑" pitchFamily="34" charset="0"/>
                <a:ea typeface="微软雅黑" pitchFamily="34" charset="-122"/>
                <a:cs typeface="微软雅黑" pitchFamily="34" charset="-120"/>
              </a:rPr>
              <a:t>Foydalanilgan adabiyotlar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F1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443466" y="2047554"/>
            <a:ext cx="8115300" cy="666750"/>
          </a:xfrm>
          <a:custGeom>
            <a:avLst/>
            <a:gdLst/>
            <a:ahLst/>
            <a:cxnLst/>
            <a:rect l="l" t="t" r="r" b="b"/>
            <a:pathLst>
              <a:path w="8115300" h="666750">
                <a:moveTo>
                  <a:pt x="0" y="0"/>
                </a:moveTo>
                <a:lnTo>
                  <a:pt x="8115300" y="0"/>
                </a:lnTo>
                <a:lnTo>
                  <a:pt x="8115300" y="666750"/>
                </a:lnTo>
                <a:lnTo>
                  <a:pt x="0" y="666750"/>
                </a:lnTo>
                <a:close/>
              </a:path>
            </a:pathLst>
          </a:custGeom>
          <a:solidFill>
            <a:srgbClr val="000000">
              <a:alpha val="0"/>
            </a:srgbClr>
          </a:solidFill>
          <a:ln/>
        </p:spPr>
      </p:sp>
      <p:sp>
        <p:nvSpPr>
          <p:cNvPr id="4" name="Text 1"/>
          <p:cNvSpPr/>
          <p:nvPr/>
        </p:nvSpPr>
        <p:spPr>
          <a:xfrm>
            <a:off x="443466" y="2047554"/>
            <a:ext cx="8115300" cy="666750"/>
          </a:xfrm>
          <a:prstGeom prst="rect">
            <a:avLst/>
          </a:prstGeom>
          <a:noFill/>
          <a:ln/>
        </p:spPr>
        <p:txBody>
          <a:bodyPr wrap="square" rtlCol="0" anchor="t"/>
          <a:lstStyle/>
          <a:p>
            <a:pPr algn="l" indent="0" marL="0">
              <a:spcBef>
                <a:spcPts val="375"/>
              </a:spcBef>
              <a:buNone/>
            </a:pPr>
            <a:r>
              <a:rPr lang="en-US" sz="4500" dirty="0">
                <a:solidFill>
                  <a:srgbClr val="333333"/>
                </a:solidFill>
                <a:latin typeface="微软雅黑" pitchFamily="34" charset="0"/>
                <a:ea typeface="微软雅黑" pitchFamily="34" charset="-122"/>
                <a:cs typeface="微软雅黑" pitchFamily="34" charset="-120"/>
              </a:rPr>
              <a:t>Etiboringiz uchun rahmat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2025-10-02T13:18:34Z</dcterms:created>
  <dcterms:modified xsi:type="dcterms:W3CDTF">2025-10-02T13:18:34Z</dcterms:modified>
</cp:coreProperties>
</file>