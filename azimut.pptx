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19080000">
            <a:off x="8854221" y="4948333"/>
            <a:ext cx="4754771" cy="23670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 rot="13680000">
            <a:off x="7517668" y="3874076"/>
            <a:ext cx="1442608" cy="4209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13800000">
            <a:off x="7370455" y="-817298"/>
            <a:ext cx="902270" cy="26636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13800000">
            <a:off x="8075910" y="-1099524"/>
            <a:ext cx="3472770" cy="62497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96000" y="1204672"/>
            <a:ext cx="5040000" cy="5040000"/>
          </a:xfrm>
          <a:custGeom>
            <a:avLst/>
            <a:gdLst/>
            <a:ahLst/>
            <a:cxnLst/>
            <a:rect l="l" t="t" r="r" b="b"/>
            <a:pathLst>
              <a:path w="5040000" h="5040000">
                <a:moveTo>
                  <a:pt x="2520000" y="0"/>
                </a:moveTo>
                <a:cubicBezTo>
                  <a:pt x="3910826" y="0"/>
                  <a:pt x="5040000" y="1129174"/>
                  <a:pt x="5040000" y="2520000"/>
                </a:cubicBezTo>
                <a:cubicBezTo>
                  <a:pt x="5040000" y="3910826"/>
                  <a:pt x="3910826" y="5040000"/>
                  <a:pt x="2520000" y="5040000"/>
                </a:cubicBezTo>
                <a:cubicBezTo>
                  <a:pt x="1129174" y="5040000"/>
                  <a:pt x="0" y="3910826"/>
                  <a:pt x="0" y="2520000"/>
                </a:cubicBezTo>
                <a:cubicBezTo>
                  <a:pt x="0" y="1129174"/>
                  <a:pt x="1129174" y="0"/>
                  <a:pt x="2520000" y="0"/>
                </a:cubic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7" name="Text 5"/>
          <p:cNvSpPr/>
          <p:nvPr/>
        </p:nvSpPr>
        <p:spPr>
          <a:xfrm>
            <a:off x="6096000" y="1204672"/>
            <a:ext cx="5040000" cy="50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9846" y="1398518"/>
            <a:ext cx="4652308" cy="4652308"/>
          </a:xfrm>
          <a:custGeom>
            <a:avLst/>
            <a:gdLst/>
            <a:ahLst/>
            <a:cxnLst/>
            <a:rect l="l" t="t" r="r" b="b"/>
            <a:pathLst>
              <a:path w="4652308" h="4652308">
                <a:moveTo>
                  <a:pt x="2326154" y="0"/>
                </a:moveTo>
                <a:cubicBezTo>
                  <a:pt x="3609993" y="0"/>
                  <a:pt x="4652308" y="1042315"/>
                  <a:pt x="4652308" y="2326154"/>
                </a:cubicBezTo>
                <a:cubicBezTo>
                  <a:pt x="4652308" y="3609993"/>
                  <a:pt x="3609993" y="4652308"/>
                  <a:pt x="2326154" y="4652308"/>
                </a:cubicBezTo>
                <a:cubicBezTo>
                  <a:pt x="1042315" y="4652308"/>
                  <a:pt x="0" y="3609993"/>
                  <a:pt x="0" y="2326154"/>
                </a:cubicBezTo>
                <a:cubicBezTo>
                  <a:pt x="0" y="1042315"/>
                  <a:pt x="1042315" y="0"/>
                  <a:pt x="2326154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89846" y="1398518"/>
            <a:ext cx="4652308" cy="4652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77538" y="1796806"/>
            <a:ext cx="3876923" cy="3876923"/>
          </a:xfrm>
          <a:custGeom>
            <a:avLst/>
            <a:gdLst/>
            <a:ahLst/>
            <a:cxnLst/>
            <a:rect l="l" t="t" r="r" b="b"/>
            <a:pathLst>
              <a:path w="3876923" h="3876923">
                <a:moveTo>
                  <a:pt x="1938462" y="0"/>
                </a:moveTo>
                <a:cubicBezTo>
                  <a:pt x="3008328" y="0"/>
                  <a:pt x="3876923" y="868595"/>
                  <a:pt x="3876923" y="1938462"/>
                </a:cubicBezTo>
                <a:cubicBezTo>
                  <a:pt x="3876923" y="3008328"/>
                  <a:pt x="3008328" y="3876923"/>
                  <a:pt x="1938462" y="3876923"/>
                </a:cubicBezTo>
                <a:cubicBezTo>
                  <a:pt x="868595" y="3876923"/>
                  <a:pt x="0" y="3008328"/>
                  <a:pt x="0" y="1938462"/>
                </a:cubicBezTo>
                <a:cubicBezTo>
                  <a:pt x="0" y="868595"/>
                  <a:pt x="868595" y="0"/>
                  <a:pt x="1938461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7538" y="1796806"/>
            <a:ext cx="3876923" cy="38769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7538" y="1796806"/>
            <a:ext cx="3876923" cy="387692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" y="291698"/>
            <a:ext cx="3237477" cy="820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15180" y="291698"/>
            <a:ext cx="2276945" cy="83099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6754" y="1459319"/>
            <a:ext cx="8167129" cy="255454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ilovalarda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boshqa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hujumlarga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qarshi</a:t>
            </a:r>
            <a:endParaRPr lang="en-US" sz="1200" dirty="0"/>
          </a:p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himoya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97167" y="336080"/>
            <a:ext cx="65689" cy="725572"/>
          </a:xfrm>
          <a:custGeom>
            <a:avLst/>
            <a:gdLst/>
            <a:ahLst/>
            <a:cxnLst/>
            <a:rect l="l" t="t" r="r" b="b"/>
            <a:pathLst>
              <a:path w="65689" h="725572">
                <a:moveTo>
                  <a:pt x="8211" y="0"/>
                </a:moveTo>
                <a:lnTo>
                  <a:pt x="57478" y="0"/>
                </a:lnTo>
                <a:quadBezTo>
                  <a:pt x="65689" y="0"/>
                  <a:pt x="65689" y="8211"/>
                </a:quadBezTo>
                <a:lnTo>
                  <a:pt x="65689" y="717361"/>
                </a:lnTo>
                <a:quadBezTo>
                  <a:pt x="65689" y="725572"/>
                  <a:pt x="57478" y="725572"/>
                </a:quadBezTo>
                <a:lnTo>
                  <a:pt x="8211" y="725572"/>
                </a:lnTo>
                <a:quadBezTo>
                  <a:pt x="0" y="725572"/>
                  <a:pt x="0" y="717361"/>
                </a:quadBezTo>
                <a:lnTo>
                  <a:pt x="0" y="8211"/>
                </a:lnTo>
                <a:quadBezTo>
                  <a:pt x="0" y="0"/>
                  <a:pt x="8211" y="0"/>
                </a:quad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497167" y="336080"/>
            <a:ext cx="65689" cy="7255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644" y="4219544"/>
            <a:ext cx="5277382" cy="64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31527" y="4322544"/>
            <a:ext cx="434913" cy="434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98617" y="4289687"/>
            <a:ext cx="506614" cy="505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02024" y="4293088"/>
            <a:ext cx="499799" cy="498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205928" y="4296984"/>
            <a:ext cx="491991" cy="4910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05422" y="4296488"/>
            <a:ext cx="487124" cy="486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20304" y="4399562"/>
            <a:ext cx="342650" cy="3570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0297" y="4399562"/>
            <a:ext cx="263246" cy="285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71572" y="4302557"/>
            <a:ext cx="4791920" cy="4616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Raxmiddinov Javohir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-6633" y="5019721"/>
            <a:ext cx="5286694" cy="64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31562" y="5122721"/>
            <a:ext cx="434913" cy="434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98652" y="5089864"/>
            <a:ext cx="506614" cy="505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202059" y="5093265"/>
            <a:ext cx="499799" cy="498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205963" y="5097161"/>
            <a:ext cx="491991" cy="4910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05457" y="5096665"/>
            <a:ext cx="487124" cy="486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20339" y="5199739"/>
            <a:ext cx="342650" cy="3570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320332" y="5199739"/>
            <a:ext cx="263246" cy="285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71607" y="5102734"/>
            <a:ext cx="4791920" cy="4616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Hakimboyev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Dilxush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214" y="5772524"/>
            <a:ext cx="5265085" cy="64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224799" y="5875524"/>
            <a:ext cx="434913" cy="434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191889" y="5842667"/>
            <a:ext cx="506614" cy="505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95296" y="5846068"/>
            <a:ext cx="499799" cy="498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99200" y="5849964"/>
            <a:ext cx="491991" cy="4910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98694" y="5849468"/>
            <a:ext cx="487124" cy="486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313576" y="5952542"/>
            <a:ext cx="342650" cy="3570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313569" y="5952542"/>
            <a:ext cx="263246" cy="285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764844" y="5855537"/>
            <a:ext cx="4791920" cy="4616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Sag’dullayev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Alibek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8510" y="-30480"/>
            <a:ext cx="2865120" cy="6888480"/>
          </a:xfrm>
          <a:custGeom>
            <a:avLst/>
            <a:gdLst/>
            <a:ahLst/>
            <a:cxnLst/>
            <a:rect l="l" t="t" r="r" b="b"/>
            <a:pathLst>
              <a:path w="2865120" h="6888480">
                <a:moveTo>
                  <a:pt x="0" y="0"/>
                </a:moveTo>
                <a:lnTo>
                  <a:pt x="2865120" y="0"/>
                </a:lnTo>
                <a:lnTo>
                  <a:pt x="2865120" y="6888480"/>
                </a:lnTo>
                <a:lnTo>
                  <a:pt x="0" y="6888480"/>
                </a:lnTo>
                <a:close/>
              </a:path>
            </a:pathLst>
          </a:custGeom>
          <a:solidFill>
            <a:srgbClr val="DBDBDB"/>
          </a:solidFill>
          <a:ln/>
        </p:spPr>
      </p:sp>
      <p:sp>
        <p:nvSpPr>
          <p:cNvPr id="3" name="Text 1"/>
          <p:cNvSpPr/>
          <p:nvPr/>
        </p:nvSpPr>
        <p:spPr>
          <a:xfrm>
            <a:off x="-38510" y="-30480"/>
            <a:ext cx="2865120" cy="688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106609" y="3145052"/>
            <a:ext cx="1440000" cy="1440000"/>
          </a:xfrm>
          <a:custGeom>
            <a:avLst/>
            <a:gdLst/>
            <a:ahLst/>
            <a:cxnLst/>
            <a:rect l="l" t="t" r="r" b="b"/>
            <a:pathLst>
              <a:path w="1440000" h="1440000">
                <a:moveTo>
                  <a:pt x="720000" y="0"/>
                </a:moveTo>
                <a:cubicBezTo>
                  <a:pt x="1117379" y="0"/>
                  <a:pt x="1440000" y="322621"/>
                  <a:pt x="1440000" y="720000"/>
                </a:cubicBezTo>
                <a:cubicBezTo>
                  <a:pt x="1440000" y="1117379"/>
                  <a:pt x="1117379" y="1440000"/>
                  <a:pt x="720000" y="1440000"/>
                </a:cubicBezTo>
                <a:cubicBezTo>
                  <a:pt x="322621" y="1440000"/>
                  <a:pt x="0" y="1117379"/>
                  <a:pt x="0" y="720000"/>
                </a:cubicBezTo>
                <a:cubicBezTo>
                  <a:pt x="0" y="322621"/>
                  <a:pt x="322621" y="0"/>
                  <a:pt x="720000" y="0"/>
                </a:cubic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292100" dist="50800" dir="2700000">
              <a:srgbClr val="000000">
                <a:alpha val="27843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106609" y="3145052"/>
            <a:ext cx="1440000" cy="14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62609" y="1300918"/>
            <a:ext cx="3528000" cy="2564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12436" y="4851400"/>
            <a:ext cx="228346" cy="497840"/>
          </a:xfrm>
          <a:custGeom>
            <a:avLst/>
            <a:gdLst/>
            <a:ahLst/>
            <a:cxnLst/>
            <a:rect l="l" t="t" r="r" b="b"/>
            <a:pathLst>
              <a:path w="228346" h="497840">
                <a:moveTo>
                  <a:pt x="28543" y="0"/>
                </a:moveTo>
                <a:lnTo>
                  <a:pt x="199803" y="0"/>
                </a:lnTo>
                <a:quadBezTo>
                  <a:pt x="228346" y="0"/>
                  <a:pt x="228346" y="28543"/>
                </a:quadBezTo>
                <a:lnTo>
                  <a:pt x="228346" y="469297"/>
                </a:lnTo>
                <a:quadBezTo>
                  <a:pt x="228346" y="497840"/>
                  <a:pt x="199803" y="497840"/>
                </a:quadBezTo>
                <a:lnTo>
                  <a:pt x="28543" y="497840"/>
                </a:lnTo>
                <a:quadBezTo>
                  <a:pt x="0" y="497840"/>
                  <a:pt x="0" y="469297"/>
                </a:quadBezTo>
                <a:lnTo>
                  <a:pt x="0" y="28543"/>
                </a:lnTo>
                <a:quadBezTo>
                  <a:pt x="0" y="0"/>
                  <a:pt x="28543" y="0"/>
                </a:quad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152400" dist="66704" dir="2700000">
              <a:srgbClr val="000000">
                <a:alpha val="21176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12436" y="4851400"/>
            <a:ext cx="228346" cy="497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93587" y="927300"/>
            <a:ext cx="6746013" cy="900001"/>
          </a:xfrm>
          <a:custGeom>
            <a:avLst/>
            <a:gdLst/>
            <a:ahLst/>
            <a:cxnLst/>
            <a:rect l="l" t="t" r="r" b="b"/>
            <a:pathLst>
              <a:path w="6746013" h="900001">
                <a:moveTo>
                  <a:pt x="112500" y="0"/>
                </a:moveTo>
                <a:lnTo>
                  <a:pt x="6633513" y="0"/>
                </a:lnTo>
                <a:quadBezTo>
                  <a:pt x="6746013" y="0"/>
                  <a:pt x="6746013" y="112500"/>
                </a:quadBezTo>
                <a:lnTo>
                  <a:pt x="6746013" y="787501"/>
                </a:lnTo>
                <a:quadBezTo>
                  <a:pt x="6746013" y="900001"/>
                  <a:pt x="6633513" y="900001"/>
                </a:quadBezTo>
                <a:lnTo>
                  <a:pt x="112500" y="900001"/>
                </a:lnTo>
                <a:quadBezTo>
                  <a:pt x="0" y="900001"/>
                  <a:pt x="0" y="787501"/>
                </a:quadBezTo>
                <a:lnTo>
                  <a:pt x="0" y="112500"/>
                </a:lnTo>
                <a:quadBezTo>
                  <a:pt x="0" y="0"/>
                  <a:pt x="112500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90500" dist="50800" dir="2700000">
              <a:srgbClr val="000000">
                <a:alpha val="45882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93587" y="927300"/>
            <a:ext cx="6746013" cy="900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18660000">
            <a:off x="3645684" y="4464089"/>
            <a:ext cx="228346" cy="497840"/>
          </a:xfrm>
          <a:custGeom>
            <a:avLst/>
            <a:gdLst/>
            <a:ahLst/>
            <a:cxnLst/>
            <a:rect l="l" t="t" r="r" b="b"/>
            <a:pathLst>
              <a:path w="228346" h="497840">
                <a:moveTo>
                  <a:pt x="28543" y="0"/>
                </a:moveTo>
                <a:lnTo>
                  <a:pt x="199803" y="0"/>
                </a:lnTo>
                <a:quadBezTo>
                  <a:pt x="228346" y="0"/>
                  <a:pt x="228346" y="28543"/>
                </a:quadBezTo>
                <a:lnTo>
                  <a:pt x="228346" y="469297"/>
                </a:lnTo>
                <a:quadBezTo>
                  <a:pt x="228346" y="497840"/>
                  <a:pt x="199803" y="497840"/>
                </a:quadBezTo>
                <a:lnTo>
                  <a:pt x="28543" y="497840"/>
                </a:lnTo>
                <a:quadBezTo>
                  <a:pt x="0" y="497840"/>
                  <a:pt x="0" y="469297"/>
                </a:quadBezTo>
                <a:lnTo>
                  <a:pt x="0" y="28543"/>
                </a:lnTo>
                <a:quadBezTo>
                  <a:pt x="0" y="0"/>
                  <a:pt x="28543" y="0"/>
                </a:quad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152400" dist="66704" dir="2700000">
              <a:srgbClr val="000000">
                <a:alpha val="21176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8660000">
            <a:off x="3645684" y="4464089"/>
            <a:ext cx="228346" cy="497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3120000">
            <a:off x="1776245" y="4469177"/>
            <a:ext cx="228346" cy="497840"/>
          </a:xfrm>
          <a:custGeom>
            <a:avLst/>
            <a:gdLst/>
            <a:ahLst/>
            <a:cxnLst/>
            <a:rect l="l" t="t" r="r" b="b"/>
            <a:pathLst>
              <a:path w="228346" h="497840">
                <a:moveTo>
                  <a:pt x="28543" y="0"/>
                </a:moveTo>
                <a:lnTo>
                  <a:pt x="199803" y="0"/>
                </a:lnTo>
                <a:quadBezTo>
                  <a:pt x="228346" y="0"/>
                  <a:pt x="228346" y="28543"/>
                </a:quadBezTo>
                <a:lnTo>
                  <a:pt x="228346" y="469297"/>
                </a:lnTo>
                <a:quadBezTo>
                  <a:pt x="228346" y="497840"/>
                  <a:pt x="199803" y="497840"/>
                </a:quadBezTo>
                <a:lnTo>
                  <a:pt x="28543" y="497840"/>
                </a:lnTo>
                <a:quadBezTo>
                  <a:pt x="0" y="497840"/>
                  <a:pt x="0" y="469297"/>
                </a:quadBezTo>
                <a:lnTo>
                  <a:pt x="0" y="28543"/>
                </a:lnTo>
                <a:quadBezTo>
                  <a:pt x="0" y="0"/>
                  <a:pt x="28543" y="0"/>
                </a:quad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152400" dist="66704" dir="2700000">
              <a:srgbClr val="000000">
                <a:alpha val="21176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 rot="3120000">
            <a:off x="1776245" y="4469177"/>
            <a:ext cx="228346" cy="497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70585" y="851142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90500" dist="50800" dir="2700000">
              <a:srgbClr val="000000">
                <a:alpha val="21961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70585" y="851142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60585" y="941142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060585" y="941142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7828" y="761046"/>
            <a:ext cx="409723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72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67551" y="2318767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90500" dist="50800" dir="2700000">
              <a:srgbClr val="000000">
                <a:alpha val="21961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67551" y="2318767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57551" y="2408767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57551" y="2408767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94794" y="2228671"/>
            <a:ext cx="409723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72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10721" y="1031481"/>
            <a:ext cx="6037440" cy="703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40585" y="976489"/>
            <a:ext cx="5137383" cy="76944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175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93587" y="2410042"/>
            <a:ext cx="6746013" cy="900001"/>
          </a:xfrm>
          <a:custGeom>
            <a:avLst/>
            <a:gdLst/>
            <a:ahLst/>
            <a:cxnLst/>
            <a:rect l="l" t="t" r="r" b="b"/>
            <a:pathLst>
              <a:path w="6746013" h="900001">
                <a:moveTo>
                  <a:pt x="112500" y="0"/>
                </a:moveTo>
                <a:lnTo>
                  <a:pt x="6633513" y="0"/>
                </a:lnTo>
                <a:quadBezTo>
                  <a:pt x="6746013" y="0"/>
                  <a:pt x="6746013" y="112500"/>
                </a:quadBezTo>
                <a:lnTo>
                  <a:pt x="6746013" y="787501"/>
                </a:lnTo>
                <a:quadBezTo>
                  <a:pt x="6746013" y="900001"/>
                  <a:pt x="6633513" y="900001"/>
                </a:quadBezTo>
                <a:lnTo>
                  <a:pt x="112500" y="900001"/>
                </a:lnTo>
                <a:quadBezTo>
                  <a:pt x="0" y="900001"/>
                  <a:pt x="0" y="787501"/>
                </a:quadBezTo>
                <a:lnTo>
                  <a:pt x="0" y="112500"/>
                </a:lnTo>
                <a:quadBezTo>
                  <a:pt x="0" y="0"/>
                  <a:pt x="112500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90500" dist="50800" dir="2700000">
              <a:srgbClr val="000000">
                <a:alpha val="45882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93587" y="2410042"/>
            <a:ext cx="6746013" cy="900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70585" y="2333884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90500" dist="50800" dir="2700000">
              <a:srgbClr val="000000">
                <a:alpha val="21961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970585" y="2333884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60585" y="2423884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060585" y="2423884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97828" y="2243788"/>
            <a:ext cx="409723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72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10721" y="2514223"/>
            <a:ext cx="6037440" cy="703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140585" y="2459231"/>
            <a:ext cx="5137383" cy="76944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175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290553" y="3918589"/>
            <a:ext cx="6746013" cy="900001"/>
          </a:xfrm>
          <a:custGeom>
            <a:avLst/>
            <a:gdLst/>
            <a:ahLst/>
            <a:cxnLst/>
            <a:rect l="l" t="t" r="r" b="b"/>
            <a:pathLst>
              <a:path w="6746013" h="900001">
                <a:moveTo>
                  <a:pt x="112500" y="0"/>
                </a:moveTo>
                <a:lnTo>
                  <a:pt x="6633513" y="0"/>
                </a:lnTo>
                <a:quadBezTo>
                  <a:pt x="6746013" y="0"/>
                  <a:pt x="6746013" y="112500"/>
                </a:quadBezTo>
                <a:lnTo>
                  <a:pt x="6746013" y="787501"/>
                </a:lnTo>
                <a:quadBezTo>
                  <a:pt x="6746013" y="900001"/>
                  <a:pt x="6633513" y="900001"/>
                </a:quadBezTo>
                <a:lnTo>
                  <a:pt x="112500" y="900001"/>
                </a:lnTo>
                <a:quadBezTo>
                  <a:pt x="0" y="900001"/>
                  <a:pt x="0" y="787501"/>
                </a:quadBezTo>
                <a:lnTo>
                  <a:pt x="0" y="112500"/>
                </a:lnTo>
                <a:quadBezTo>
                  <a:pt x="0" y="0"/>
                  <a:pt x="112500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90500" dist="50800" dir="2700000">
              <a:srgbClr val="000000">
                <a:alpha val="45882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290553" y="3918589"/>
            <a:ext cx="6746013" cy="900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67551" y="3842431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90500" dist="50800" dir="2700000">
              <a:srgbClr val="000000">
                <a:alpha val="21961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67551" y="3842431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057551" y="3932431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5057551" y="3932431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94794" y="3752335"/>
            <a:ext cx="409723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72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907687" y="4022770"/>
            <a:ext cx="6037440" cy="703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137551" y="3967778"/>
            <a:ext cx="5137383" cy="76944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175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290553" y="5500089"/>
            <a:ext cx="6746013" cy="900001"/>
          </a:xfrm>
          <a:custGeom>
            <a:avLst/>
            <a:gdLst/>
            <a:ahLst/>
            <a:cxnLst/>
            <a:rect l="l" t="t" r="r" b="b"/>
            <a:pathLst>
              <a:path w="6746013" h="900001">
                <a:moveTo>
                  <a:pt x="112500" y="0"/>
                </a:moveTo>
                <a:lnTo>
                  <a:pt x="6633513" y="0"/>
                </a:lnTo>
                <a:quadBezTo>
                  <a:pt x="6746013" y="0"/>
                  <a:pt x="6746013" y="112500"/>
                </a:quadBezTo>
                <a:lnTo>
                  <a:pt x="6746013" y="787501"/>
                </a:lnTo>
                <a:quadBezTo>
                  <a:pt x="6746013" y="900001"/>
                  <a:pt x="6633513" y="900001"/>
                </a:quadBezTo>
                <a:lnTo>
                  <a:pt x="112500" y="900001"/>
                </a:lnTo>
                <a:quadBezTo>
                  <a:pt x="0" y="900001"/>
                  <a:pt x="0" y="787501"/>
                </a:quadBezTo>
                <a:lnTo>
                  <a:pt x="0" y="112500"/>
                </a:lnTo>
                <a:quadBezTo>
                  <a:pt x="0" y="0"/>
                  <a:pt x="112500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90500" dist="50800" dir="2700000">
              <a:srgbClr val="000000">
                <a:alpha val="45882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290553" y="5500089"/>
            <a:ext cx="6746013" cy="900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967551" y="5423931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90500" dist="50800" dir="2700000">
              <a:srgbClr val="000000">
                <a:alpha val="21961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967551" y="5423931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057551" y="5513931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5057551" y="5513931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94794" y="5333835"/>
            <a:ext cx="409723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72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907687" y="5604270"/>
            <a:ext cx="6037440" cy="703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137551" y="5549278"/>
            <a:ext cx="5137383" cy="76944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175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21516" y="-10758"/>
            <a:ext cx="12213515" cy="8125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38682" r="-1249" t="7478" b="-1003"/>
          <a:stretch/>
        </p:blipFill>
        <p:spPr>
          <a:xfrm>
            <a:off x="6328324" y="797368"/>
            <a:ext cx="5863675" cy="571353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6759" r="15366" t="0" b="14352"/>
          <a:stretch/>
        </p:blipFill>
        <p:spPr>
          <a:xfrm rot="840000">
            <a:off x="6763872" y="2619946"/>
            <a:ext cx="2726670" cy="261173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-438704" y="79825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-438704" y="79825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892776" y="183499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180000" y="0"/>
                </a:moveTo>
                <a:cubicBezTo>
                  <a:pt x="279345" y="0"/>
                  <a:pt x="360000" y="80655"/>
                  <a:pt x="360000" y="180000"/>
                </a:cubicBezTo>
                <a:cubicBezTo>
                  <a:pt x="360000" y="279345"/>
                  <a:pt x="279345" y="360000"/>
                  <a:pt x="180000" y="360000"/>
                </a:cubicBezTo>
                <a:cubicBezTo>
                  <a:pt x="80655" y="360000"/>
                  <a:pt x="0" y="279345"/>
                  <a:pt x="0" y="180000"/>
                </a:cubicBezTo>
                <a:cubicBezTo>
                  <a:pt x="0" y="80655"/>
                  <a:pt x="80655" y="0"/>
                  <a:pt x="180000" y="0"/>
                </a:cubicBezTo>
                <a:close/>
              </a:path>
            </a:pathLst>
          </a:custGeom>
          <a:solidFill>
            <a:srgbClr val="FF0A54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92776" y="183499"/>
            <a:ext cx="36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266697" y="1159825"/>
            <a:ext cx="288000" cy="288000"/>
          </a:xfrm>
          <a:custGeom>
            <a:avLst/>
            <a:gdLst/>
            <a:ahLst/>
            <a:cxnLst/>
            <a:rect l="l" t="t" r="r" b="b"/>
            <a:pathLst>
              <a:path w="288000" h="288000">
                <a:moveTo>
                  <a:pt x="144000" y="0"/>
                </a:moveTo>
                <a:cubicBezTo>
                  <a:pt x="223476" y="0"/>
                  <a:pt x="288000" y="64524"/>
                  <a:pt x="288000" y="144000"/>
                </a:cubicBezTo>
                <a:cubicBezTo>
                  <a:pt x="288000" y="223476"/>
                  <a:pt x="223476" y="288000"/>
                  <a:pt x="144000" y="288000"/>
                </a:cubicBezTo>
                <a:cubicBezTo>
                  <a:pt x="64524" y="288000"/>
                  <a:pt x="0" y="223476"/>
                  <a:pt x="0" y="144000"/>
                </a:cubicBezTo>
                <a:cubicBezTo>
                  <a:pt x="0" y="64524"/>
                  <a:pt x="64524" y="0"/>
                  <a:pt x="144000" y="0"/>
                </a:cubicBezTo>
                <a:close/>
              </a:path>
            </a:pathLst>
          </a:custGeom>
          <a:solidFill>
            <a:srgbClr val="FF0A54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266697" y="1159825"/>
            <a:ext cx="288000" cy="28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20776" y="655769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820776" y="655769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5333" y="997075"/>
            <a:ext cx="6964026" cy="70788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1296" y="1837095"/>
            <a:ext cx="5863675" cy="267765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veb-ilovadagi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kamchiliklaridan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bazasiga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yuborish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oshiriladigan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hujum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Hujumi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tajovuzkor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maydonlari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bazasiga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kiritganda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oshiriladi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85214" y="1675755"/>
            <a:ext cx="4368776" cy="63515"/>
          </a:xfrm>
          <a:custGeom>
            <a:avLst/>
            <a:gdLst/>
            <a:ahLst/>
            <a:cxnLst/>
            <a:rect l="l" t="t" r="r" b="b"/>
            <a:pathLst>
              <a:path w="4368776" h="63515">
                <a:moveTo>
                  <a:pt x="7939" y="0"/>
                </a:moveTo>
                <a:lnTo>
                  <a:pt x="4360837" y="0"/>
                </a:lnTo>
                <a:quadBezTo>
                  <a:pt x="4368776" y="0"/>
                  <a:pt x="4368776" y="7939"/>
                </a:quadBezTo>
                <a:lnTo>
                  <a:pt x="4368776" y="55576"/>
                </a:lnTo>
                <a:quadBezTo>
                  <a:pt x="4368776" y="63515"/>
                  <a:pt x="4360837" y="63515"/>
                </a:quadBezTo>
                <a:lnTo>
                  <a:pt x="7939" y="63515"/>
                </a:lnTo>
                <a:quadBezTo>
                  <a:pt x="0" y="63515"/>
                  <a:pt x="0" y="55576"/>
                </a:quadBezTo>
                <a:lnTo>
                  <a:pt x="0" y="7939"/>
                </a:lnTo>
                <a:quadBezTo>
                  <a:pt x="0" y="0"/>
                  <a:pt x="7939" y="0"/>
                </a:quadBezTo>
                <a:close/>
              </a:path>
            </a:pathLst>
          </a:custGeom>
          <a:solidFill>
            <a:srgbClr val="595959"/>
          </a:solidFill>
          <a:ln/>
        </p:spPr>
      </p:sp>
      <p:sp>
        <p:nvSpPr>
          <p:cNvPr id="16" name="Text 12"/>
          <p:cNvSpPr/>
          <p:nvPr/>
        </p:nvSpPr>
        <p:spPr>
          <a:xfrm>
            <a:off x="885214" y="1675755"/>
            <a:ext cx="4368776" cy="63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" y="4652154"/>
            <a:ext cx="6782765" cy="1707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18513" y="4721018"/>
            <a:ext cx="6560080" cy="15696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hujumlar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dasturchilar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tomonidan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tomonidan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yuborilgan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to'g'ridan-to'g'ri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so'rovlariga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qo'shib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yuborilishi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natijasida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bo‘ladi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9758" y="462434"/>
            <a:ext cx="7063069" cy="70788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9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turlari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69759" y="1170320"/>
            <a:ext cx="6908282" cy="2031325"/>
          </a:xfrm>
          <a:prstGeom prst="rect">
            <a:avLst/>
          </a:prstGeom>
          <a:noFill/>
          <a:ln/>
          <a:effectLst>
            <a:outerShdw sx="100000" sy="100000" kx="0" ky="0" algn="bl" rotWithShape="0" blurRad="406400" dist="50800" dir="2700000">
              <a:srgbClr val="000000">
                <a:alpha val="45882"/>
              </a:srgbClr>
            </a:outerShdw>
          </a:effectLst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kiritadigan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dastur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tomonidan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hech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qanday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tekshiruvisiz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noto‘g‘ri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tekshirilib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to'g'ridan-to'g'ri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so'rovlariga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qo'shilsa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kamchilikdan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kodlarini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Natijada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bazasidagi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maxfiy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o'chirib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yuborish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o'zgartirish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salbiy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oqibatlar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yuzaga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keladi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7178041" cy="26910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640000">
            <a:off x="8706106" y="-1169077"/>
            <a:ext cx="2523650" cy="4988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640000">
            <a:off x="11400399" y="1453432"/>
            <a:ext cx="1118866" cy="18444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7159" y="3588151"/>
            <a:ext cx="6321321" cy="494461"/>
          </a:xfrm>
          <a:custGeom>
            <a:avLst/>
            <a:gdLst/>
            <a:ahLst/>
            <a:cxnLst/>
            <a:rect l="l" t="t" r="r" b="b"/>
            <a:pathLst>
              <a:path w="6321321" h="494461">
                <a:moveTo>
                  <a:pt x="61808" y="0"/>
                </a:moveTo>
                <a:lnTo>
                  <a:pt x="6259513" y="0"/>
                </a:lnTo>
                <a:quadBezTo>
                  <a:pt x="6321321" y="0"/>
                  <a:pt x="6321321" y="61808"/>
                </a:quadBezTo>
                <a:lnTo>
                  <a:pt x="6321321" y="432653"/>
                </a:lnTo>
                <a:quadBezTo>
                  <a:pt x="6321321" y="494461"/>
                  <a:pt x="6259513" y="494461"/>
                </a:quadBezTo>
                <a:lnTo>
                  <a:pt x="61808" y="494461"/>
                </a:lnTo>
                <a:quadBezTo>
                  <a:pt x="0" y="494461"/>
                  <a:pt x="0" y="432653"/>
                </a:quadBezTo>
                <a:lnTo>
                  <a:pt x="0" y="61808"/>
                </a:lnTo>
                <a:quadBezTo>
                  <a:pt x="0" y="0"/>
                  <a:pt x="61808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50800" dist="35921" dir="27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7159" y="3588151"/>
            <a:ext cx="6321321" cy="494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7159" y="4241924"/>
            <a:ext cx="6321321" cy="494461"/>
          </a:xfrm>
          <a:custGeom>
            <a:avLst/>
            <a:gdLst/>
            <a:ahLst/>
            <a:cxnLst/>
            <a:rect l="l" t="t" r="r" b="b"/>
            <a:pathLst>
              <a:path w="6321321" h="494461">
                <a:moveTo>
                  <a:pt x="61808" y="0"/>
                </a:moveTo>
                <a:lnTo>
                  <a:pt x="6259513" y="0"/>
                </a:lnTo>
                <a:quadBezTo>
                  <a:pt x="6321321" y="0"/>
                  <a:pt x="6321321" y="61808"/>
                </a:quadBezTo>
                <a:lnTo>
                  <a:pt x="6321321" y="432653"/>
                </a:lnTo>
                <a:quadBezTo>
                  <a:pt x="6321321" y="494461"/>
                  <a:pt x="6259513" y="494461"/>
                </a:quadBezTo>
                <a:lnTo>
                  <a:pt x="61808" y="494461"/>
                </a:lnTo>
                <a:quadBezTo>
                  <a:pt x="0" y="494461"/>
                  <a:pt x="0" y="432653"/>
                </a:quadBezTo>
                <a:lnTo>
                  <a:pt x="0" y="61808"/>
                </a:lnTo>
                <a:quadBezTo>
                  <a:pt x="0" y="0"/>
                  <a:pt x="61808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50800" dist="35921" dir="27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7159" y="4241924"/>
            <a:ext cx="6321321" cy="494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7159" y="4873487"/>
            <a:ext cx="6321321" cy="494461"/>
          </a:xfrm>
          <a:custGeom>
            <a:avLst/>
            <a:gdLst/>
            <a:ahLst/>
            <a:cxnLst/>
            <a:rect l="l" t="t" r="r" b="b"/>
            <a:pathLst>
              <a:path w="6321321" h="494461">
                <a:moveTo>
                  <a:pt x="61808" y="0"/>
                </a:moveTo>
                <a:lnTo>
                  <a:pt x="6259513" y="0"/>
                </a:lnTo>
                <a:quadBezTo>
                  <a:pt x="6321321" y="0"/>
                  <a:pt x="6321321" y="61808"/>
                </a:quadBezTo>
                <a:lnTo>
                  <a:pt x="6321321" y="432653"/>
                </a:lnTo>
                <a:quadBezTo>
                  <a:pt x="6321321" y="494461"/>
                  <a:pt x="6259513" y="494461"/>
                </a:quadBezTo>
                <a:lnTo>
                  <a:pt x="61808" y="494461"/>
                </a:lnTo>
                <a:quadBezTo>
                  <a:pt x="0" y="494461"/>
                  <a:pt x="0" y="432653"/>
                </a:quadBezTo>
                <a:lnTo>
                  <a:pt x="0" y="61808"/>
                </a:lnTo>
                <a:quadBezTo>
                  <a:pt x="0" y="0"/>
                  <a:pt x="61808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50800" dist="35921" dir="27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7159" y="4873487"/>
            <a:ext cx="6321321" cy="494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7159" y="5511811"/>
            <a:ext cx="6321321" cy="494461"/>
          </a:xfrm>
          <a:custGeom>
            <a:avLst/>
            <a:gdLst/>
            <a:ahLst/>
            <a:cxnLst/>
            <a:rect l="l" t="t" r="r" b="b"/>
            <a:pathLst>
              <a:path w="6321321" h="494461">
                <a:moveTo>
                  <a:pt x="61808" y="0"/>
                </a:moveTo>
                <a:lnTo>
                  <a:pt x="6259513" y="0"/>
                </a:lnTo>
                <a:quadBezTo>
                  <a:pt x="6321321" y="0"/>
                  <a:pt x="6321321" y="61808"/>
                </a:quadBezTo>
                <a:lnTo>
                  <a:pt x="6321321" y="432653"/>
                </a:lnTo>
                <a:quadBezTo>
                  <a:pt x="6321321" y="494461"/>
                  <a:pt x="6259513" y="494461"/>
                </a:quadBezTo>
                <a:lnTo>
                  <a:pt x="61808" y="494461"/>
                </a:lnTo>
                <a:quadBezTo>
                  <a:pt x="0" y="494461"/>
                  <a:pt x="0" y="432653"/>
                </a:quadBezTo>
                <a:lnTo>
                  <a:pt x="0" y="61808"/>
                </a:lnTo>
                <a:quadBezTo>
                  <a:pt x="0" y="0"/>
                  <a:pt x="61808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50800" dist="35921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7159" y="5511811"/>
            <a:ext cx="6321321" cy="494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97676" y="3653413"/>
            <a:ext cx="2979161" cy="3693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skript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(XSS);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1104" y="5596627"/>
            <a:ext cx="6571320" cy="33855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Ishonchsiz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to‘g’ridan-to‘g’ri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ob’ektga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havolalar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575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(IDOR)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98554" y="4908965"/>
            <a:ext cx="5417435" cy="35394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qalbakilashtirish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(CSRF)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0380" y="4291288"/>
            <a:ext cx="4071575" cy="35394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masofadan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bajarish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6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(RCE)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8321" y="3731141"/>
            <a:ext cx="216000" cy="216000"/>
          </a:xfrm>
          <a:custGeom>
            <a:avLst/>
            <a:gdLst/>
            <a:ahLst/>
            <a:cxnLst/>
            <a:rect l="l" t="t" r="r" b="b"/>
            <a:pathLst>
              <a:path w="216000" h="216000">
                <a:moveTo>
                  <a:pt x="108000" y="0"/>
                </a:moveTo>
                <a:cubicBezTo>
                  <a:pt x="167607" y="0"/>
                  <a:pt x="216000" y="48393"/>
                  <a:pt x="216000" y="108000"/>
                </a:cubicBezTo>
                <a:cubicBezTo>
                  <a:pt x="216000" y="167607"/>
                  <a:pt x="167607" y="216000"/>
                  <a:pt x="108000" y="216000"/>
                </a:cubicBezTo>
                <a:cubicBezTo>
                  <a:pt x="48393" y="216000"/>
                  <a:pt x="0" y="167607"/>
                  <a:pt x="0" y="108000"/>
                </a:cubicBezTo>
                <a:cubicBezTo>
                  <a:pt x="0" y="48393"/>
                  <a:pt x="48393" y="0"/>
                  <a:pt x="108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0" name="Text 18"/>
          <p:cNvSpPr/>
          <p:nvPr/>
        </p:nvSpPr>
        <p:spPr>
          <a:xfrm>
            <a:off x="748321" y="3731141"/>
            <a:ext cx="216000" cy="2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8823" y="3771497"/>
            <a:ext cx="162291" cy="141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8321" y="4384914"/>
            <a:ext cx="216000" cy="216000"/>
          </a:xfrm>
          <a:custGeom>
            <a:avLst/>
            <a:gdLst/>
            <a:ahLst/>
            <a:cxnLst/>
            <a:rect l="l" t="t" r="r" b="b"/>
            <a:pathLst>
              <a:path w="216000" h="216000">
                <a:moveTo>
                  <a:pt x="108000" y="0"/>
                </a:moveTo>
                <a:cubicBezTo>
                  <a:pt x="167607" y="0"/>
                  <a:pt x="216000" y="48393"/>
                  <a:pt x="216000" y="108000"/>
                </a:cubicBezTo>
                <a:cubicBezTo>
                  <a:pt x="216000" y="167607"/>
                  <a:pt x="167607" y="216000"/>
                  <a:pt x="108000" y="216000"/>
                </a:cubicBezTo>
                <a:cubicBezTo>
                  <a:pt x="48393" y="216000"/>
                  <a:pt x="0" y="167607"/>
                  <a:pt x="0" y="108000"/>
                </a:cubicBezTo>
                <a:cubicBezTo>
                  <a:pt x="0" y="48393"/>
                  <a:pt x="48393" y="0"/>
                  <a:pt x="108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3" name="Text 21"/>
          <p:cNvSpPr/>
          <p:nvPr/>
        </p:nvSpPr>
        <p:spPr>
          <a:xfrm>
            <a:off x="748321" y="4384914"/>
            <a:ext cx="216000" cy="2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8823" y="4425270"/>
            <a:ext cx="162291" cy="141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48321" y="5016477"/>
            <a:ext cx="216000" cy="216000"/>
          </a:xfrm>
          <a:custGeom>
            <a:avLst/>
            <a:gdLst/>
            <a:ahLst/>
            <a:cxnLst/>
            <a:rect l="l" t="t" r="r" b="b"/>
            <a:pathLst>
              <a:path w="216000" h="216000">
                <a:moveTo>
                  <a:pt x="108000" y="0"/>
                </a:moveTo>
                <a:cubicBezTo>
                  <a:pt x="167607" y="0"/>
                  <a:pt x="216000" y="48393"/>
                  <a:pt x="216000" y="108000"/>
                </a:cubicBezTo>
                <a:cubicBezTo>
                  <a:pt x="216000" y="167607"/>
                  <a:pt x="167607" y="216000"/>
                  <a:pt x="108000" y="216000"/>
                </a:cubicBezTo>
                <a:cubicBezTo>
                  <a:pt x="48393" y="216000"/>
                  <a:pt x="0" y="167607"/>
                  <a:pt x="0" y="108000"/>
                </a:cubicBezTo>
                <a:cubicBezTo>
                  <a:pt x="0" y="48393"/>
                  <a:pt x="48393" y="0"/>
                  <a:pt x="108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6" name="Text 24"/>
          <p:cNvSpPr/>
          <p:nvPr/>
        </p:nvSpPr>
        <p:spPr>
          <a:xfrm>
            <a:off x="748321" y="5016477"/>
            <a:ext cx="216000" cy="2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8823" y="5056832"/>
            <a:ext cx="162291" cy="141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617" y="5655766"/>
            <a:ext cx="216000" cy="216000"/>
          </a:xfrm>
          <a:custGeom>
            <a:avLst/>
            <a:gdLst/>
            <a:ahLst/>
            <a:cxnLst/>
            <a:rect l="l" t="t" r="r" b="b"/>
            <a:pathLst>
              <a:path w="216000" h="216000">
                <a:moveTo>
                  <a:pt x="108000" y="0"/>
                </a:moveTo>
                <a:cubicBezTo>
                  <a:pt x="167607" y="0"/>
                  <a:pt x="216000" y="48393"/>
                  <a:pt x="216000" y="108000"/>
                </a:cubicBezTo>
                <a:cubicBezTo>
                  <a:pt x="216000" y="167607"/>
                  <a:pt x="167607" y="216000"/>
                  <a:pt x="108000" y="216000"/>
                </a:cubicBezTo>
                <a:cubicBezTo>
                  <a:pt x="48393" y="216000"/>
                  <a:pt x="0" y="167607"/>
                  <a:pt x="0" y="108000"/>
                </a:cubicBezTo>
                <a:cubicBezTo>
                  <a:pt x="0" y="48393"/>
                  <a:pt x="48393" y="0"/>
                  <a:pt x="108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9" name="Text 27"/>
          <p:cNvSpPr/>
          <p:nvPr/>
        </p:nvSpPr>
        <p:spPr>
          <a:xfrm>
            <a:off x="755617" y="5655766"/>
            <a:ext cx="216000" cy="2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86119" y="5696122"/>
            <a:ext cx="162291" cy="141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46588" y="1223474"/>
            <a:ext cx="4320000" cy="4320000"/>
          </a:xfrm>
          <a:custGeom>
            <a:avLst/>
            <a:gdLst/>
            <a:ahLst/>
            <a:cxnLst/>
            <a:rect l="l" t="t" r="r" b="b"/>
            <a:pathLst>
              <a:path w="4320000" h="4320000">
                <a:moveTo>
                  <a:pt x="2160000" y="0"/>
                </a:moveTo>
                <a:cubicBezTo>
                  <a:pt x="3352136" y="0"/>
                  <a:pt x="4320000" y="967864"/>
                  <a:pt x="4320000" y="2160000"/>
                </a:cubicBezTo>
                <a:cubicBezTo>
                  <a:pt x="4320000" y="3352136"/>
                  <a:pt x="3352136" y="4320000"/>
                  <a:pt x="2160000" y="4320000"/>
                </a:cubicBezTo>
                <a:cubicBezTo>
                  <a:pt x="967864" y="4320000"/>
                  <a:pt x="0" y="3352136"/>
                  <a:pt x="0" y="2160000"/>
                </a:cubicBezTo>
                <a:cubicBezTo>
                  <a:pt x="0" y="967864"/>
                  <a:pt x="967864" y="0"/>
                  <a:pt x="216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446588" y="1223474"/>
            <a:ext cx="4320000" cy="4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12742" y="1389628"/>
            <a:ext cx="3987692" cy="3987692"/>
          </a:xfrm>
          <a:custGeom>
            <a:avLst/>
            <a:gdLst/>
            <a:ahLst/>
            <a:cxnLst/>
            <a:rect l="l" t="t" r="r" b="b"/>
            <a:pathLst>
              <a:path w="3987692" h="3987692">
                <a:moveTo>
                  <a:pt x="1993846" y="0"/>
                </a:moveTo>
                <a:cubicBezTo>
                  <a:pt x="3094280" y="0"/>
                  <a:pt x="3987692" y="893412"/>
                  <a:pt x="3987692" y="1993846"/>
                </a:cubicBezTo>
                <a:cubicBezTo>
                  <a:pt x="3987692" y="3094280"/>
                  <a:pt x="3094280" y="3987692"/>
                  <a:pt x="1993846" y="3987692"/>
                </a:cubicBezTo>
                <a:cubicBezTo>
                  <a:pt x="893412" y="3987692"/>
                  <a:pt x="0" y="3094280"/>
                  <a:pt x="0" y="1993846"/>
                </a:cubicBezTo>
                <a:cubicBezTo>
                  <a:pt x="0" y="893412"/>
                  <a:pt x="893412" y="0"/>
                  <a:pt x="1993846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612742" y="1389628"/>
            <a:ext cx="3987692" cy="3987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945050" y="1731018"/>
            <a:ext cx="3323077" cy="3323077"/>
          </a:xfrm>
          <a:custGeom>
            <a:avLst/>
            <a:gdLst/>
            <a:ahLst/>
            <a:cxnLst/>
            <a:rect l="l" t="t" r="r" b="b"/>
            <a:pathLst>
              <a:path w="3323077" h="3323077">
                <a:moveTo>
                  <a:pt x="1661539" y="0"/>
                </a:moveTo>
                <a:cubicBezTo>
                  <a:pt x="2578567" y="0"/>
                  <a:pt x="3323077" y="744510"/>
                  <a:pt x="3323077" y="1661539"/>
                </a:cubicBezTo>
                <a:cubicBezTo>
                  <a:pt x="3323077" y="2578567"/>
                  <a:pt x="2578567" y="3323077"/>
                  <a:pt x="1661539" y="3323077"/>
                </a:cubicBezTo>
                <a:cubicBezTo>
                  <a:pt x="744510" y="3323077"/>
                  <a:pt x="0" y="2578567"/>
                  <a:pt x="0" y="1661539"/>
                </a:cubicBezTo>
                <a:cubicBezTo>
                  <a:pt x="0" y="744510"/>
                  <a:pt x="744510" y="0"/>
                  <a:pt x="1661539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45050" y="1731018"/>
            <a:ext cx="3323077" cy="33230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5050" y="1731018"/>
            <a:ext cx="3323077" cy="33230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18060000">
            <a:off x="11206777" y="535391"/>
            <a:ext cx="1845563" cy="99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17689" y="524787"/>
            <a:ext cx="6496592" cy="64633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6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6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6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skript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6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(XSS)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18060000">
            <a:off x="8510791" y="-749063"/>
            <a:ext cx="2665996" cy="2508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12835" y="655450"/>
            <a:ext cx="648000" cy="648000"/>
          </a:xfrm>
          <a:custGeom>
            <a:avLst/>
            <a:gdLst/>
            <a:ahLst/>
            <a:cxnLst/>
            <a:rect l="l" t="t" r="r" b="b"/>
            <a:pathLst>
              <a:path w="648000" h="648000">
                <a:moveTo>
                  <a:pt x="324000" y="0"/>
                </a:moveTo>
                <a:cubicBezTo>
                  <a:pt x="502820" y="0"/>
                  <a:pt x="648000" y="145180"/>
                  <a:pt x="648000" y="324000"/>
                </a:cubicBezTo>
                <a:cubicBezTo>
                  <a:pt x="648000" y="502820"/>
                  <a:pt x="502820" y="648000"/>
                  <a:pt x="324000" y="648000"/>
                </a:cubicBezTo>
                <a:cubicBezTo>
                  <a:pt x="145180" y="648000"/>
                  <a:pt x="0" y="502820"/>
                  <a:pt x="0" y="324000"/>
                </a:cubicBezTo>
                <a:cubicBezTo>
                  <a:pt x="0" y="145180"/>
                  <a:pt x="145180" y="0"/>
                  <a:pt x="324000" y="0"/>
                </a:cubicBezTo>
                <a:close/>
              </a:path>
            </a:pathLst>
          </a:custGeom>
          <a:solidFill>
            <a:srgbClr val="4472C4"/>
          </a:solidFill>
          <a:ln/>
          <a:effectLst>
            <a:outerShdw sx="100000" sy="100000" kx="0" ky="0" algn="bl" rotWithShape="0" blurRad="266700" dist="50800" dir="2700000">
              <a:srgbClr val="000000">
                <a:alpha val="4902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012835" y="655450"/>
            <a:ext cx="648000" cy="64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95809" y="43945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540000"/>
                </a:moveTo>
                <a:cubicBezTo>
                  <a:pt x="1489" y="242297"/>
                  <a:pt x="243637" y="1957"/>
                  <a:pt x="541343" y="2702"/>
                </a:cubicBezTo>
                <a:cubicBezTo>
                  <a:pt x="839049" y="3446"/>
                  <a:pt x="1079993" y="244993"/>
                  <a:pt x="1079993" y="542700"/>
                </a:cubicBezTo>
                <a:cubicBezTo>
                  <a:pt x="1079993" y="840407"/>
                  <a:pt x="839049" y="1081954"/>
                  <a:pt x="541343" y="1082698"/>
                </a:cubicBezTo>
                <a:cubicBezTo>
                  <a:pt x="243637" y="1083443"/>
                  <a:pt x="1489" y="843103"/>
                  <a:pt x="0" y="545400"/>
                </a:cubicBezTo>
                <a:close/>
                <a:moveTo>
                  <a:pt x="810000" y="540000"/>
                </a:moveTo>
                <a:cubicBezTo>
                  <a:pt x="808514" y="391417"/>
                  <a:pt x="687252" y="271960"/>
                  <a:pt x="538663" y="272703"/>
                </a:cubicBezTo>
                <a:cubicBezTo>
                  <a:pt x="390075" y="273446"/>
                  <a:pt x="270014" y="394110"/>
                  <a:pt x="270014" y="542700"/>
                </a:cubicBezTo>
                <a:cubicBezTo>
                  <a:pt x="270014" y="691290"/>
                  <a:pt x="390075" y="811954"/>
                  <a:pt x="538663" y="812697"/>
                </a:cubicBezTo>
                <a:cubicBezTo>
                  <a:pt x="687252" y="813440"/>
                  <a:pt x="808514" y="693983"/>
                  <a:pt x="810000" y="545400"/>
                </a:cubicBezTo>
                <a:close/>
              </a:path>
            </a:pathLst>
          </a:custGeom>
          <a:solidFill>
            <a:srgbClr val="4472C4"/>
          </a:solidFill>
          <a:ln/>
          <a:effectLst>
            <a:outerShdw sx="100000" sy="100000" kx="0" ky="0" algn="bl" rotWithShape="0" blurRad="266700" dist="50800" dir="2700000">
              <a:srgbClr val="000000">
                <a:alpha val="4902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795809" y="439450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0815" y="3891389"/>
            <a:ext cx="5307688" cy="2308324"/>
          </a:xfrm>
          <a:custGeom>
            <a:avLst/>
            <a:gdLst/>
            <a:ahLst/>
            <a:cxnLst/>
            <a:rect l="l" t="t" r="r" b="b"/>
            <a:pathLst>
              <a:path w="5307688" h="2308324">
                <a:moveTo>
                  <a:pt x="288541" y="0"/>
                </a:moveTo>
                <a:lnTo>
                  <a:pt x="5019148" y="0"/>
                </a:lnTo>
                <a:quadBezTo>
                  <a:pt x="5307688" y="0"/>
                  <a:pt x="5307688" y="288541"/>
                </a:quadBezTo>
                <a:lnTo>
                  <a:pt x="5307688" y="2019784"/>
                </a:lnTo>
                <a:quadBezTo>
                  <a:pt x="5307688" y="2308324"/>
                  <a:pt x="5019148" y="2308324"/>
                </a:quadBezTo>
                <a:lnTo>
                  <a:pt x="288541" y="2308324"/>
                </a:lnTo>
                <a:quadBezTo>
                  <a:pt x="0" y="2308324"/>
                  <a:pt x="0" y="2019784"/>
                </a:quadBezTo>
                <a:lnTo>
                  <a:pt x="0" y="288541"/>
                </a:lnTo>
                <a:quadBezTo>
                  <a:pt x="0" y="0"/>
                  <a:pt x="288541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10" name="Text 8"/>
          <p:cNvSpPr/>
          <p:nvPr/>
        </p:nvSpPr>
        <p:spPr>
          <a:xfrm>
            <a:off x="500815" y="3891389"/>
            <a:ext cx="5307688" cy="2308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35810" y="551793"/>
            <a:ext cx="3240000" cy="324000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102" y="0"/>
                  <a:pt x="3240000" y="725898"/>
                  <a:pt x="3240000" y="1620000"/>
                </a:cubicBezTo>
                <a:cubicBezTo>
                  <a:pt x="3240000" y="2514102"/>
                  <a:pt x="2514102" y="3240000"/>
                  <a:pt x="1620000" y="3240000"/>
                </a:cubicBezTo>
                <a:cubicBezTo>
                  <a:pt x="725898" y="3240000"/>
                  <a:pt x="0" y="2514102"/>
                  <a:pt x="0" y="1620000"/>
                </a:cubicBezTo>
                <a:cubicBezTo>
                  <a:pt x="0" y="725898"/>
                  <a:pt x="725898" y="0"/>
                  <a:pt x="162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35810" y="551793"/>
            <a:ext cx="3240000" cy="3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60425" y="676408"/>
            <a:ext cx="2990769" cy="2990769"/>
          </a:xfrm>
          <a:custGeom>
            <a:avLst/>
            <a:gdLst/>
            <a:ahLst/>
            <a:cxnLst/>
            <a:rect l="l" t="t" r="r" b="b"/>
            <a:pathLst>
              <a:path w="2990769" h="2990769">
                <a:moveTo>
                  <a:pt x="1495385" y="0"/>
                </a:moveTo>
                <a:cubicBezTo>
                  <a:pt x="2320710" y="0"/>
                  <a:pt x="2990769" y="670059"/>
                  <a:pt x="2990769" y="1495385"/>
                </a:cubicBezTo>
                <a:cubicBezTo>
                  <a:pt x="2990769" y="2320710"/>
                  <a:pt x="2320710" y="2990769"/>
                  <a:pt x="1495385" y="2990769"/>
                </a:cubicBezTo>
                <a:cubicBezTo>
                  <a:pt x="670059" y="2990769"/>
                  <a:pt x="0" y="2320710"/>
                  <a:pt x="0" y="1495385"/>
                </a:cubicBezTo>
                <a:cubicBezTo>
                  <a:pt x="0" y="670059"/>
                  <a:pt x="670059" y="0"/>
                  <a:pt x="1495384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60425" y="676408"/>
            <a:ext cx="2990769" cy="29907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9656" y="932451"/>
            <a:ext cx="2492308" cy="2492308"/>
          </a:xfrm>
          <a:custGeom>
            <a:avLst/>
            <a:gdLst/>
            <a:ahLst/>
            <a:cxnLst/>
            <a:rect l="l" t="t" r="r" b="b"/>
            <a:pathLst>
              <a:path w="2492308" h="2492308">
                <a:moveTo>
                  <a:pt x="1246154" y="0"/>
                </a:moveTo>
                <a:cubicBezTo>
                  <a:pt x="1933925" y="0"/>
                  <a:pt x="2492308" y="558383"/>
                  <a:pt x="2492308" y="1246154"/>
                </a:cubicBezTo>
                <a:cubicBezTo>
                  <a:pt x="2492308" y="1933925"/>
                  <a:pt x="1933925" y="2492308"/>
                  <a:pt x="1246154" y="2492308"/>
                </a:cubicBezTo>
                <a:cubicBezTo>
                  <a:pt x="558383" y="2492308"/>
                  <a:pt x="0" y="1933925"/>
                  <a:pt x="0" y="1246154"/>
                </a:cubicBezTo>
                <a:cubicBezTo>
                  <a:pt x="0" y="558383"/>
                  <a:pt x="558383" y="0"/>
                  <a:pt x="1246154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009656" y="932451"/>
            <a:ext cx="2492308" cy="2492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9656" y="932451"/>
            <a:ext cx="2492308" cy="24923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217689" y="1393924"/>
            <a:ext cx="8562989" cy="19389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skriptni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skriptni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bajaradi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tajovuzkorga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seans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tokenlari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cookie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fayllari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nozik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o‘g’irlash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boshqa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harakatlarni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16190" y="1219005"/>
            <a:ext cx="5676939" cy="63515"/>
          </a:xfrm>
          <a:custGeom>
            <a:avLst/>
            <a:gdLst/>
            <a:ahLst/>
            <a:cxnLst/>
            <a:rect l="l" t="t" r="r" b="b"/>
            <a:pathLst>
              <a:path w="5676939" h="63515">
                <a:moveTo>
                  <a:pt x="7939" y="0"/>
                </a:moveTo>
                <a:lnTo>
                  <a:pt x="5669000" y="0"/>
                </a:lnTo>
                <a:quadBezTo>
                  <a:pt x="5676939" y="0"/>
                  <a:pt x="5676939" y="7939"/>
                </a:quadBezTo>
                <a:lnTo>
                  <a:pt x="5676939" y="55576"/>
                </a:lnTo>
                <a:quadBezTo>
                  <a:pt x="5676939" y="63515"/>
                  <a:pt x="5669000" y="63515"/>
                </a:quadBezTo>
                <a:lnTo>
                  <a:pt x="7939" y="63515"/>
                </a:lnTo>
                <a:quadBezTo>
                  <a:pt x="0" y="63515"/>
                  <a:pt x="0" y="55576"/>
                </a:quadBezTo>
                <a:lnTo>
                  <a:pt x="0" y="7939"/>
                </a:lnTo>
                <a:quadBezTo>
                  <a:pt x="0" y="0"/>
                  <a:pt x="7939" y="0"/>
                </a:quadBez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20" name="Text 17"/>
          <p:cNvSpPr/>
          <p:nvPr/>
        </p:nvSpPr>
        <p:spPr>
          <a:xfrm>
            <a:off x="316190" y="1219005"/>
            <a:ext cx="5676939" cy="63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383499" y="3891389"/>
            <a:ext cx="5307688" cy="2308324"/>
          </a:xfrm>
          <a:custGeom>
            <a:avLst/>
            <a:gdLst/>
            <a:ahLst/>
            <a:cxnLst/>
            <a:rect l="l" t="t" r="r" b="b"/>
            <a:pathLst>
              <a:path w="5307688" h="2308324">
                <a:moveTo>
                  <a:pt x="288541" y="0"/>
                </a:moveTo>
                <a:lnTo>
                  <a:pt x="5019148" y="0"/>
                </a:lnTo>
                <a:quadBezTo>
                  <a:pt x="5307688" y="0"/>
                  <a:pt x="5307688" y="288541"/>
                </a:quadBezTo>
                <a:lnTo>
                  <a:pt x="5307688" y="2019784"/>
                </a:lnTo>
                <a:quadBezTo>
                  <a:pt x="5307688" y="2308324"/>
                  <a:pt x="5019148" y="2308324"/>
                </a:quadBezTo>
                <a:lnTo>
                  <a:pt x="288541" y="2308324"/>
                </a:lnTo>
                <a:quadBezTo>
                  <a:pt x="0" y="2308324"/>
                  <a:pt x="0" y="2019784"/>
                </a:quadBezTo>
                <a:lnTo>
                  <a:pt x="0" y="288541"/>
                </a:lnTo>
                <a:quadBezTo>
                  <a:pt x="0" y="0"/>
                  <a:pt x="288541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22" name="Text 19"/>
          <p:cNvSpPr/>
          <p:nvPr/>
        </p:nvSpPr>
        <p:spPr>
          <a:xfrm>
            <a:off x="6383499" y="3891389"/>
            <a:ext cx="5307688" cy="2308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77015" y="4076055"/>
            <a:ext cx="5307688" cy="203132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XSS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ikkita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asosiy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mavjud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: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aks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ettiruvchi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Reflektiv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XSS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darhol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oshiriladigan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XSS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keyinroq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saqlanadigan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bajariladigan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oladi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59699" y="4124224"/>
            <a:ext cx="5307688" cy="175432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Muvaffaqiyatli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bo‘lsa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skript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seans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identifikatorlari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o‘g’irlanishi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 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buzilishi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yo‘naltirilishiga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154659" y="6460473"/>
            <a:ext cx="5676939" cy="63515"/>
          </a:xfrm>
          <a:custGeom>
            <a:avLst/>
            <a:gdLst/>
            <a:ahLst/>
            <a:cxnLst/>
            <a:rect l="l" t="t" r="r" b="b"/>
            <a:pathLst>
              <a:path w="5676939" h="63515">
                <a:moveTo>
                  <a:pt x="7939" y="0"/>
                </a:moveTo>
                <a:lnTo>
                  <a:pt x="5669000" y="0"/>
                </a:lnTo>
                <a:quadBezTo>
                  <a:pt x="5676939" y="0"/>
                  <a:pt x="5676939" y="7939"/>
                </a:quadBezTo>
                <a:lnTo>
                  <a:pt x="5676939" y="55576"/>
                </a:lnTo>
                <a:quadBezTo>
                  <a:pt x="5676939" y="63515"/>
                  <a:pt x="5669000" y="63515"/>
                </a:quadBezTo>
                <a:lnTo>
                  <a:pt x="7939" y="63515"/>
                </a:lnTo>
                <a:quadBezTo>
                  <a:pt x="0" y="63515"/>
                  <a:pt x="0" y="55576"/>
                </a:quadBezTo>
                <a:lnTo>
                  <a:pt x="0" y="7939"/>
                </a:lnTo>
                <a:quadBezTo>
                  <a:pt x="0" y="0"/>
                  <a:pt x="7939" y="0"/>
                </a:quad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6" name="Text 23"/>
          <p:cNvSpPr/>
          <p:nvPr/>
        </p:nvSpPr>
        <p:spPr>
          <a:xfrm>
            <a:off x="3154659" y="6460473"/>
            <a:ext cx="5676939" cy="63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7694" y="662151"/>
            <a:ext cx="6233582" cy="95410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masofadan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boshqarish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b="1" dirty="0">
                <a:solidFill>
                  <a:srgbClr val="1274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(RCE)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173894" y="1587649"/>
            <a:ext cx="5625676" cy="67165"/>
          </a:xfrm>
          <a:custGeom>
            <a:avLst/>
            <a:gdLst/>
            <a:ahLst/>
            <a:cxnLst/>
            <a:rect l="l" t="t" r="r" b="b"/>
            <a:pathLst>
              <a:path w="5625676" h="67165">
                <a:moveTo>
                  <a:pt x="8396" y="0"/>
                </a:moveTo>
                <a:lnTo>
                  <a:pt x="5617280" y="0"/>
                </a:lnTo>
                <a:quadBezTo>
                  <a:pt x="5625676" y="0"/>
                  <a:pt x="5625676" y="8396"/>
                </a:quadBezTo>
                <a:lnTo>
                  <a:pt x="5625676" y="58769"/>
                </a:lnTo>
                <a:quadBezTo>
                  <a:pt x="5625676" y="67165"/>
                  <a:pt x="5617280" y="67165"/>
                </a:quadBezTo>
                <a:lnTo>
                  <a:pt x="8396" y="67165"/>
                </a:lnTo>
                <a:quadBezTo>
                  <a:pt x="0" y="67165"/>
                  <a:pt x="0" y="58769"/>
                </a:quadBezTo>
                <a:lnTo>
                  <a:pt x="0" y="8396"/>
                </a:lnTo>
                <a:quadBezTo>
                  <a:pt x="0" y="0"/>
                  <a:pt x="8396" y="0"/>
                </a:quadBez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4" name="Text 2"/>
          <p:cNvSpPr/>
          <p:nvPr/>
        </p:nvSpPr>
        <p:spPr>
          <a:xfrm>
            <a:off x="6173894" y="1587649"/>
            <a:ext cx="5625676" cy="67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20006" y="1740208"/>
            <a:ext cx="6073986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tajovuzkorlarga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serverda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o‘zboshimchalik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bajarishga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tizimning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to‘liq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buzilishiga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maxfiy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840965" y="3040980"/>
            <a:ext cx="6867137" cy="1731820"/>
          </a:xfrm>
          <a:custGeom>
            <a:avLst/>
            <a:gdLst/>
            <a:ahLst/>
            <a:cxnLst/>
            <a:rect l="l" t="t" r="r" b="b"/>
            <a:pathLst>
              <a:path w="6867137" h="1731820">
                <a:moveTo>
                  <a:pt x="1373427" y="0"/>
                </a:moveTo>
                <a:lnTo>
                  <a:pt x="5493710" y="0"/>
                </a:lnTo>
                <a:lnTo>
                  <a:pt x="6867137" y="865910"/>
                </a:lnTo>
                <a:lnTo>
                  <a:pt x="5493710" y="1731820"/>
                </a:lnTo>
                <a:lnTo>
                  <a:pt x="1373427" y="1731820"/>
                </a:lnTo>
                <a:lnTo>
                  <a:pt x="0" y="865910"/>
                </a:lnTo>
                <a:close/>
              </a:path>
            </a:pathLst>
          </a:custGeom>
          <a:solidFill>
            <a:srgbClr val="127475"/>
          </a:solidFill>
          <a:ln/>
        </p:spPr>
      </p:sp>
      <p:sp>
        <p:nvSpPr>
          <p:cNvPr id="7" name="Text 5"/>
          <p:cNvSpPr/>
          <p:nvPr/>
        </p:nvSpPr>
        <p:spPr>
          <a:xfrm>
            <a:off x="5840965" y="3040980"/>
            <a:ext cx="6867137" cy="1731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57290" y="3242627"/>
            <a:ext cx="6073986" cy="120032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RCE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kutubxonalaridagi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zaifliklardan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maydonlari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xil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vositalar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83863" y="4932887"/>
            <a:ext cx="6867137" cy="1731820"/>
          </a:xfrm>
          <a:custGeom>
            <a:avLst/>
            <a:gdLst/>
            <a:ahLst/>
            <a:cxnLst/>
            <a:rect l="l" t="t" r="r" b="b"/>
            <a:pathLst>
              <a:path w="6867137" h="1731820">
                <a:moveTo>
                  <a:pt x="1373427" y="0"/>
                </a:moveTo>
                <a:lnTo>
                  <a:pt x="5493710" y="0"/>
                </a:lnTo>
                <a:lnTo>
                  <a:pt x="6867137" y="865910"/>
                </a:lnTo>
                <a:lnTo>
                  <a:pt x="5493710" y="1731820"/>
                </a:lnTo>
                <a:lnTo>
                  <a:pt x="1373427" y="1731820"/>
                </a:lnTo>
                <a:lnTo>
                  <a:pt x="0" y="865910"/>
                </a:lnTo>
                <a:close/>
              </a:path>
            </a:pathLst>
          </a:custGeom>
          <a:solidFill>
            <a:srgbClr val="02A4AB"/>
          </a:solidFill>
          <a:ln/>
        </p:spPr>
      </p:sp>
      <p:sp>
        <p:nvSpPr>
          <p:cNvPr id="10" name="Text 8"/>
          <p:cNvSpPr/>
          <p:nvPr/>
        </p:nvSpPr>
        <p:spPr>
          <a:xfrm>
            <a:off x="5883863" y="4932887"/>
            <a:ext cx="6867137" cy="1731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80439" y="5033558"/>
            <a:ext cx="6450812" cy="14773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RCE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nechta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oqibatlarga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xizmat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ko‘rsatishni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rad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etish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(DoS)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maxfiy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oshkor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noqonuniy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kriptovalyuta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qazib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dasturlarni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 rot="2700000">
            <a:off x="-793480" y="965985"/>
            <a:ext cx="5979640" cy="2134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 rot="2700000">
            <a:off x="-793557" y="2916654"/>
            <a:ext cx="3019073" cy="96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 rot="2700000">
            <a:off x="-1229610" y="5236938"/>
            <a:ext cx="3757694" cy="18805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5065" y="2174220"/>
            <a:ext cx="4320000" cy="4320000"/>
          </a:xfrm>
          <a:custGeom>
            <a:avLst/>
            <a:gdLst/>
            <a:ahLst/>
            <a:cxnLst/>
            <a:rect l="l" t="t" r="r" b="b"/>
            <a:pathLst>
              <a:path w="4320000" h="4320000">
                <a:moveTo>
                  <a:pt x="2160000" y="0"/>
                </a:moveTo>
                <a:cubicBezTo>
                  <a:pt x="3352136" y="0"/>
                  <a:pt x="4320000" y="967864"/>
                  <a:pt x="4320000" y="2160000"/>
                </a:cubicBezTo>
                <a:cubicBezTo>
                  <a:pt x="4320000" y="3352136"/>
                  <a:pt x="3352136" y="4320000"/>
                  <a:pt x="2160000" y="4320000"/>
                </a:cubicBezTo>
                <a:cubicBezTo>
                  <a:pt x="967864" y="4320000"/>
                  <a:pt x="0" y="3352136"/>
                  <a:pt x="0" y="2160000"/>
                </a:cubicBezTo>
                <a:cubicBezTo>
                  <a:pt x="0" y="967864"/>
                  <a:pt x="967864" y="0"/>
                  <a:pt x="216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5065" y="2174220"/>
            <a:ext cx="4320000" cy="4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1218" y="2340373"/>
            <a:ext cx="3987692" cy="3987692"/>
          </a:xfrm>
          <a:custGeom>
            <a:avLst/>
            <a:gdLst/>
            <a:ahLst/>
            <a:cxnLst/>
            <a:rect l="l" t="t" r="r" b="b"/>
            <a:pathLst>
              <a:path w="3987692" h="3987692">
                <a:moveTo>
                  <a:pt x="1993846" y="0"/>
                </a:moveTo>
                <a:cubicBezTo>
                  <a:pt x="3094280" y="0"/>
                  <a:pt x="3987692" y="893412"/>
                  <a:pt x="3987692" y="1993846"/>
                </a:cubicBezTo>
                <a:cubicBezTo>
                  <a:pt x="3987692" y="3094280"/>
                  <a:pt x="3094280" y="3987692"/>
                  <a:pt x="1993846" y="3987692"/>
                </a:cubicBezTo>
                <a:cubicBezTo>
                  <a:pt x="893412" y="3987692"/>
                  <a:pt x="0" y="3094280"/>
                  <a:pt x="0" y="1993846"/>
                </a:cubicBezTo>
                <a:cubicBezTo>
                  <a:pt x="0" y="893412"/>
                  <a:pt x="893412" y="0"/>
                  <a:pt x="1993846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1218" y="2340373"/>
            <a:ext cx="3987692" cy="3987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43526" y="2681764"/>
            <a:ext cx="3323077" cy="3323077"/>
          </a:xfrm>
          <a:custGeom>
            <a:avLst/>
            <a:gdLst/>
            <a:ahLst/>
            <a:cxnLst/>
            <a:rect l="l" t="t" r="r" b="b"/>
            <a:pathLst>
              <a:path w="3323077" h="3323077">
                <a:moveTo>
                  <a:pt x="1661539" y="0"/>
                </a:moveTo>
                <a:cubicBezTo>
                  <a:pt x="2578567" y="0"/>
                  <a:pt x="3323077" y="744510"/>
                  <a:pt x="3323077" y="1661539"/>
                </a:cubicBezTo>
                <a:cubicBezTo>
                  <a:pt x="3323077" y="2578567"/>
                  <a:pt x="2578567" y="3323077"/>
                  <a:pt x="1661539" y="3323077"/>
                </a:cubicBezTo>
                <a:cubicBezTo>
                  <a:pt x="744510" y="3323077"/>
                  <a:pt x="0" y="2578567"/>
                  <a:pt x="0" y="1661539"/>
                </a:cubicBezTo>
                <a:cubicBezTo>
                  <a:pt x="0" y="744510"/>
                  <a:pt x="744510" y="0"/>
                  <a:pt x="1661539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243526" y="2681764"/>
            <a:ext cx="3323077" cy="33230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26" y="2681764"/>
            <a:ext cx="3323077" cy="3323077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3238021" y="542533"/>
            <a:ext cx="2160000" cy="2160000"/>
          </a:xfrm>
          <a:custGeom>
            <a:avLst/>
            <a:gdLst/>
            <a:ahLst/>
            <a:cxnLst/>
            <a:rect l="l" t="t" r="r" b="b"/>
            <a:pathLst>
              <a:path w="2160000" h="2160000">
                <a:moveTo>
                  <a:pt x="1080000" y="0"/>
                </a:moveTo>
                <a:cubicBezTo>
                  <a:pt x="1676068" y="0"/>
                  <a:pt x="2160000" y="483932"/>
                  <a:pt x="2160000" y="1080000"/>
                </a:cubicBezTo>
                <a:cubicBezTo>
                  <a:pt x="2160000" y="1676068"/>
                  <a:pt x="1676068" y="2160000"/>
                  <a:pt x="1080000" y="2160000"/>
                </a:cubicBezTo>
                <a:cubicBezTo>
                  <a:pt x="483932" y="2160000"/>
                  <a:pt x="0" y="1676068"/>
                  <a:pt x="0" y="1080000"/>
                </a:cubicBezTo>
                <a:cubicBezTo>
                  <a:pt x="0" y="483932"/>
                  <a:pt x="483932" y="0"/>
                  <a:pt x="108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3238021" y="542533"/>
            <a:ext cx="2160000" cy="2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321098" y="625610"/>
            <a:ext cx="1993846" cy="1993846"/>
          </a:xfrm>
          <a:custGeom>
            <a:avLst/>
            <a:gdLst/>
            <a:ahLst/>
            <a:cxnLst/>
            <a:rect l="l" t="t" r="r" b="b"/>
            <a:pathLst>
              <a:path w="1993846" h="1993846">
                <a:moveTo>
                  <a:pt x="996923" y="0"/>
                </a:moveTo>
                <a:cubicBezTo>
                  <a:pt x="1547140" y="0"/>
                  <a:pt x="1993846" y="446706"/>
                  <a:pt x="1993846" y="996923"/>
                </a:cubicBezTo>
                <a:cubicBezTo>
                  <a:pt x="1993846" y="1547140"/>
                  <a:pt x="1547140" y="1993846"/>
                  <a:pt x="996923" y="1993846"/>
                </a:cubicBezTo>
                <a:cubicBezTo>
                  <a:pt x="446706" y="1993846"/>
                  <a:pt x="0" y="1547140"/>
                  <a:pt x="0" y="996923"/>
                </a:cubicBezTo>
                <a:cubicBezTo>
                  <a:pt x="0" y="446706"/>
                  <a:pt x="446706" y="0"/>
                  <a:pt x="996923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3321098" y="625610"/>
            <a:ext cx="1993846" cy="1993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487252" y="796305"/>
            <a:ext cx="1661539" cy="1661539"/>
          </a:xfrm>
          <a:custGeom>
            <a:avLst/>
            <a:gdLst/>
            <a:ahLst/>
            <a:cxnLst/>
            <a:rect l="l" t="t" r="r" b="b"/>
            <a:pathLst>
              <a:path w="1661539" h="1661539">
                <a:moveTo>
                  <a:pt x="830770" y="0"/>
                </a:moveTo>
                <a:cubicBezTo>
                  <a:pt x="1289284" y="0"/>
                  <a:pt x="1661539" y="372255"/>
                  <a:pt x="1661539" y="830770"/>
                </a:cubicBezTo>
                <a:cubicBezTo>
                  <a:pt x="1661539" y="1289284"/>
                  <a:pt x="1289284" y="1661539"/>
                  <a:pt x="830770" y="1661539"/>
                </a:cubicBezTo>
                <a:cubicBezTo>
                  <a:pt x="372255" y="1661539"/>
                  <a:pt x="0" y="1289284"/>
                  <a:pt x="0" y="830770"/>
                </a:cubicBezTo>
                <a:cubicBezTo>
                  <a:pt x="0" y="372255"/>
                  <a:pt x="372255" y="0"/>
                  <a:pt x="830769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3487252" y="796305"/>
            <a:ext cx="1661539" cy="1661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252" y="796305"/>
            <a:ext cx="1661539" cy="16615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2407" r="-1821" t="2696" b="432"/>
          <a:stretch/>
        </p:blipFill>
        <p:spPr>
          <a:xfrm>
            <a:off x="1105003" y="1030146"/>
            <a:ext cx="9774012" cy="576151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315638" y="172203"/>
            <a:ext cx="5066361" cy="83099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Kodni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masofadan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boshqarish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(RCE)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 rot="19260000">
            <a:off x="10673603" y="-405556"/>
            <a:ext cx="1863827" cy="2318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 rot="13500000">
            <a:off x="-190288" y="-569684"/>
            <a:ext cx="1925306" cy="2314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3048" y="632480"/>
            <a:ext cx="5701877" cy="107721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1274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qalbakilashtirish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1274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(CSRF)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59247" y="1688255"/>
            <a:ext cx="5304317" cy="67165"/>
          </a:xfrm>
          <a:custGeom>
            <a:avLst/>
            <a:gdLst/>
            <a:ahLst/>
            <a:cxnLst/>
            <a:rect l="l" t="t" r="r" b="b"/>
            <a:pathLst>
              <a:path w="5304317" h="67165">
                <a:moveTo>
                  <a:pt x="8396" y="0"/>
                </a:moveTo>
                <a:lnTo>
                  <a:pt x="5295921" y="0"/>
                </a:lnTo>
                <a:quadBezTo>
                  <a:pt x="5304317" y="0"/>
                  <a:pt x="5304317" y="8396"/>
                </a:quadBezTo>
                <a:lnTo>
                  <a:pt x="5304317" y="58769"/>
                </a:lnTo>
                <a:quadBezTo>
                  <a:pt x="5304317" y="67165"/>
                  <a:pt x="5295921" y="67165"/>
                </a:quadBezTo>
                <a:lnTo>
                  <a:pt x="8396" y="67165"/>
                </a:lnTo>
                <a:quadBezTo>
                  <a:pt x="0" y="67165"/>
                  <a:pt x="0" y="58769"/>
                </a:quadBezTo>
                <a:lnTo>
                  <a:pt x="0" y="8396"/>
                </a:lnTo>
                <a:quadBezTo>
                  <a:pt x="0" y="0"/>
                  <a:pt x="8396" y="0"/>
                </a:quadBez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4" name="Text 2"/>
          <p:cNvSpPr/>
          <p:nvPr/>
        </p:nvSpPr>
        <p:spPr>
          <a:xfrm>
            <a:off x="359247" y="1688255"/>
            <a:ext cx="5304317" cy="67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83048" y="1912004"/>
            <a:ext cx="6846957" cy="23083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jabrlanuvchini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ularning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bilmagan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harakat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uchun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aldashni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jabrlanuvchi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allaqachon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autentifikatsiya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qilingan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havola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shakl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-751" y="4652154"/>
            <a:ext cx="6783517" cy="1707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9248" y="4721018"/>
            <a:ext cx="6560080" cy="15696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Jabrlanuvchi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havolani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bosganda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shaklni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topshirganda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harakat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ularning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oshiriladi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yo‘qolishiga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mumkin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 rot="18180000">
            <a:off x="9767626" y="591697"/>
            <a:ext cx="3521848" cy="2100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 rot="7260000">
            <a:off x="9955769" y="5302804"/>
            <a:ext cx="2478777" cy="2100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 rot="18180000">
            <a:off x="8925105" y="-101129"/>
            <a:ext cx="1877207" cy="11390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 rot="18180000">
            <a:off x="6041372" y="4360949"/>
            <a:ext cx="5130992" cy="162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99134" y="1194555"/>
            <a:ext cx="4680000" cy="4680000"/>
          </a:xfrm>
          <a:custGeom>
            <a:avLst/>
            <a:gdLst/>
            <a:ahLst/>
            <a:cxnLst/>
            <a:rect l="l" t="t" r="r" b="b"/>
            <a:pathLst>
              <a:path w="4680000" h="4680000">
                <a:moveTo>
                  <a:pt x="2340000" y="0"/>
                </a:moveTo>
                <a:cubicBezTo>
                  <a:pt x="3631481" y="0"/>
                  <a:pt x="4680000" y="1048519"/>
                  <a:pt x="4680000" y="2340000"/>
                </a:cubicBezTo>
                <a:cubicBezTo>
                  <a:pt x="4680000" y="3631481"/>
                  <a:pt x="3631481" y="4680000"/>
                  <a:pt x="2340000" y="4680000"/>
                </a:cubicBezTo>
                <a:cubicBezTo>
                  <a:pt x="1048519" y="4680000"/>
                  <a:pt x="0" y="3631481"/>
                  <a:pt x="0" y="2340000"/>
                </a:cubicBezTo>
                <a:cubicBezTo>
                  <a:pt x="0" y="1048519"/>
                  <a:pt x="1048519" y="0"/>
                  <a:pt x="234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99134" y="1194555"/>
            <a:ext cx="4680000" cy="46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79134" y="1374555"/>
            <a:ext cx="4320000" cy="4320000"/>
          </a:xfrm>
          <a:custGeom>
            <a:avLst/>
            <a:gdLst/>
            <a:ahLst/>
            <a:cxnLst/>
            <a:rect l="l" t="t" r="r" b="b"/>
            <a:pathLst>
              <a:path w="4320000" h="4320000">
                <a:moveTo>
                  <a:pt x="2160000" y="0"/>
                </a:moveTo>
                <a:cubicBezTo>
                  <a:pt x="3352136" y="0"/>
                  <a:pt x="4320000" y="967864"/>
                  <a:pt x="4320000" y="2160000"/>
                </a:cubicBezTo>
                <a:cubicBezTo>
                  <a:pt x="4320000" y="3352136"/>
                  <a:pt x="3352136" y="4320000"/>
                  <a:pt x="2160000" y="4320000"/>
                </a:cubicBezTo>
                <a:cubicBezTo>
                  <a:pt x="967864" y="4320000"/>
                  <a:pt x="0" y="3352136"/>
                  <a:pt x="0" y="2160000"/>
                </a:cubicBezTo>
                <a:cubicBezTo>
                  <a:pt x="0" y="967864"/>
                  <a:pt x="967864" y="0"/>
                  <a:pt x="216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79134" y="1374555"/>
            <a:ext cx="4320000" cy="4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39134" y="1744394"/>
            <a:ext cx="3600000" cy="3600000"/>
          </a:xfrm>
          <a:custGeom>
            <a:avLst/>
            <a:gdLst/>
            <a:ahLst/>
            <a:cxnLst/>
            <a:rect l="l" t="t" r="r" b="b"/>
            <a:pathLst>
              <a:path w="3600000" h="3600000">
                <a:moveTo>
                  <a:pt x="1800000" y="0"/>
                </a:moveTo>
                <a:cubicBezTo>
                  <a:pt x="2793447" y="0"/>
                  <a:pt x="3600000" y="806553"/>
                  <a:pt x="3600000" y="1800000"/>
                </a:cubicBezTo>
                <a:cubicBezTo>
                  <a:pt x="3600000" y="2793447"/>
                  <a:pt x="2793447" y="3600000"/>
                  <a:pt x="1800000" y="3600000"/>
                </a:cubicBezTo>
                <a:cubicBezTo>
                  <a:pt x="806553" y="3600000"/>
                  <a:pt x="0" y="2793447"/>
                  <a:pt x="0" y="1800000"/>
                </a:cubicBezTo>
                <a:cubicBezTo>
                  <a:pt x="0" y="806553"/>
                  <a:pt x="806553" y="0"/>
                  <a:pt x="1800000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39134" y="1744394"/>
            <a:ext cx="3600000" cy="36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134" y="1744394"/>
            <a:ext cx="360000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9533" y="408111"/>
            <a:ext cx="5701877" cy="107721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qalbakilashtirish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(CSRF)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268699" y="1504513"/>
            <a:ext cx="5323870" cy="67165"/>
          </a:xfrm>
          <a:custGeom>
            <a:avLst/>
            <a:gdLst/>
            <a:ahLst/>
            <a:cxnLst/>
            <a:rect l="l" t="t" r="r" b="b"/>
            <a:pathLst>
              <a:path w="5323870" h="67165">
                <a:moveTo>
                  <a:pt x="8396" y="0"/>
                </a:moveTo>
                <a:lnTo>
                  <a:pt x="5315474" y="0"/>
                </a:lnTo>
                <a:quadBezTo>
                  <a:pt x="5323870" y="0"/>
                  <a:pt x="5323870" y="8396"/>
                </a:quadBezTo>
                <a:lnTo>
                  <a:pt x="5323870" y="58769"/>
                </a:lnTo>
                <a:quadBezTo>
                  <a:pt x="5323870" y="67165"/>
                  <a:pt x="5315474" y="67165"/>
                </a:quadBezTo>
                <a:lnTo>
                  <a:pt x="8396" y="67165"/>
                </a:lnTo>
                <a:quadBezTo>
                  <a:pt x="0" y="67165"/>
                  <a:pt x="0" y="58769"/>
                </a:quadBezTo>
                <a:lnTo>
                  <a:pt x="0" y="8396"/>
                </a:lnTo>
                <a:quadBezTo>
                  <a:pt x="0" y="0"/>
                  <a:pt x="8396" y="0"/>
                </a:quadBezTo>
                <a:close/>
              </a:path>
            </a:pathLst>
          </a:custGeom>
          <a:solidFill>
            <a:srgbClr val="333F4F"/>
          </a:solidFill>
          <a:ln/>
        </p:spPr>
      </p:sp>
      <p:sp>
        <p:nvSpPr>
          <p:cNvPr id="4" name="Text 2"/>
          <p:cNvSpPr/>
          <p:nvPr/>
        </p:nvSpPr>
        <p:spPr>
          <a:xfrm>
            <a:off x="268699" y="1504513"/>
            <a:ext cx="5323870" cy="67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72177" y="1626801"/>
            <a:ext cx="6846957" cy="23083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URL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manzillari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bazasi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kalitlari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to‘g’ridan-to‘g’ri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ob’ekt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havolalarini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oshkor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qilganda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yuzaga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tajovuzkorlarga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havolalarni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boshqarish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cheklangan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-21516" y="-10758"/>
            <a:ext cx="12213515" cy="8125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7260000">
            <a:off x="9960641" y="5288847"/>
            <a:ext cx="2478777" cy="2100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 rot="18180000">
            <a:off x="6041372" y="4360949"/>
            <a:ext cx="5130992" cy="162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99134" y="1194555"/>
            <a:ext cx="4680000" cy="4680000"/>
          </a:xfrm>
          <a:custGeom>
            <a:avLst/>
            <a:gdLst/>
            <a:ahLst/>
            <a:cxnLst/>
            <a:rect l="l" t="t" r="r" b="b"/>
            <a:pathLst>
              <a:path w="4680000" h="4680000">
                <a:moveTo>
                  <a:pt x="2340000" y="0"/>
                </a:moveTo>
                <a:cubicBezTo>
                  <a:pt x="3631481" y="0"/>
                  <a:pt x="4680000" y="1048519"/>
                  <a:pt x="4680000" y="2340000"/>
                </a:cubicBezTo>
                <a:cubicBezTo>
                  <a:pt x="4680000" y="3631481"/>
                  <a:pt x="3631481" y="4680000"/>
                  <a:pt x="2340000" y="4680000"/>
                </a:cubicBezTo>
                <a:cubicBezTo>
                  <a:pt x="1048519" y="4680000"/>
                  <a:pt x="0" y="3631481"/>
                  <a:pt x="0" y="2340000"/>
                </a:cubicBezTo>
                <a:cubicBezTo>
                  <a:pt x="0" y="1048519"/>
                  <a:pt x="1048519" y="0"/>
                  <a:pt x="234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99134" y="1194555"/>
            <a:ext cx="4680000" cy="46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79134" y="1374555"/>
            <a:ext cx="4320000" cy="4320000"/>
          </a:xfrm>
          <a:custGeom>
            <a:avLst/>
            <a:gdLst/>
            <a:ahLst/>
            <a:cxnLst/>
            <a:rect l="l" t="t" r="r" b="b"/>
            <a:pathLst>
              <a:path w="4320000" h="4320000">
                <a:moveTo>
                  <a:pt x="2160000" y="0"/>
                </a:moveTo>
                <a:cubicBezTo>
                  <a:pt x="3352136" y="0"/>
                  <a:pt x="4320000" y="967864"/>
                  <a:pt x="4320000" y="2160000"/>
                </a:cubicBezTo>
                <a:cubicBezTo>
                  <a:pt x="4320000" y="3352136"/>
                  <a:pt x="3352136" y="4320000"/>
                  <a:pt x="2160000" y="4320000"/>
                </a:cubicBezTo>
                <a:cubicBezTo>
                  <a:pt x="967864" y="4320000"/>
                  <a:pt x="0" y="3352136"/>
                  <a:pt x="0" y="2160000"/>
                </a:cubicBezTo>
                <a:cubicBezTo>
                  <a:pt x="0" y="967864"/>
                  <a:pt x="967864" y="0"/>
                  <a:pt x="216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01632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79134" y="1374555"/>
            <a:ext cx="4320000" cy="4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39134" y="1744394"/>
            <a:ext cx="3600000" cy="3600000"/>
          </a:xfrm>
          <a:custGeom>
            <a:avLst/>
            <a:gdLst/>
            <a:ahLst/>
            <a:cxnLst/>
            <a:rect l="l" t="t" r="r" b="b"/>
            <a:pathLst>
              <a:path w="3600000" h="3600000">
                <a:moveTo>
                  <a:pt x="1800000" y="0"/>
                </a:moveTo>
                <a:cubicBezTo>
                  <a:pt x="2793447" y="0"/>
                  <a:pt x="3600000" y="806553"/>
                  <a:pt x="3600000" y="1800000"/>
                </a:cubicBezTo>
                <a:cubicBezTo>
                  <a:pt x="3600000" y="2793447"/>
                  <a:pt x="2793447" y="3600000"/>
                  <a:pt x="1800000" y="3600000"/>
                </a:cubicBezTo>
                <a:cubicBezTo>
                  <a:pt x="806553" y="3600000"/>
                  <a:pt x="0" y="2793447"/>
                  <a:pt x="0" y="1800000"/>
                </a:cubicBezTo>
                <a:cubicBezTo>
                  <a:pt x="0" y="806553"/>
                  <a:pt x="806553" y="0"/>
                  <a:pt x="1800000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85725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508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39134" y="1744394"/>
            <a:ext cx="3600000" cy="36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134" y="1744394"/>
            <a:ext cx="3600000" cy="36000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29025" y="4079192"/>
            <a:ext cx="6783517" cy="22035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55144" y="4181128"/>
            <a:ext cx="6560080" cy="19389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uchun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raqamlarini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manziliga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ruxsat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“www.banksite.com/account/123”.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Buzg’unchi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manzilidagi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raqamini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o‘zgartirish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boshqa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foydalanuvchilarning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ma’lumotlariga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mumkin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171" y="1088020"/>
            <a:ext cx="10235878" cy="57699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59218" y="49093"/>
            <a:ext cx="9103346" cy="107721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so‘rovlarni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qalbakilashtirish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(CSRF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)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 rot="19260000">
            <a:off x="10673603" y="-405556"/>
            <a:ext cx="1863827" cy="2318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 rot="13500000">
            <a:off x="-190288" y="-569684"/>
            <a:ext cx="1925306" cy="2314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9714" y="274959"/>
            <a:ext cx="10318538" cy="58477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uning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ishlash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mexanizmi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127760" y="1293110"/>
            <a:ext cx="9433560" cy="1922529"/>
          </a:xfrm>
          <a:custGeom>
            <a:avLst/>
            <a:gdLst/>
            <a:ahLst/>
            <a:cxnLst/>
            <a:rect l="l" t="t" r="r" b="b"/>
            <a:pathLst>
              <a:path w="9433560" h="1922529">
                <a:moveTo>
                  <a:pt x="240316" y="0"/>
                </a:moveTo>
                <a:lnTo>
                  <a:pt x="9193244" y="0"/>
                </a:lnTo>
                <a:quadBezTo>
                  <a:pt x="9433560" y="0"/>
                  <a:pt x="9433560" y="240316"/>
                </a:quadBezTo>
                <a:lnTo>
                  <a:pt x="9433560" y="1682213"/>
                </a:lnTo>
                <a:quadBezTo>
                  <a:pt x="9433560" y="1922529"/>
                  <a:pt x="9193244" y="1922529"/>
                </a:quadBezTo>
                <a:lnTo>
                  <a:pt x="240316" y="1922529"/>
                </a:lnTo>
                <a:quadBezTo>
                  <a:pt x="0" y="1922529"/>
                  <a:pt x="0" y="1682213"/>
                </a:quadBezTo>
                <a:lnTo>
                  <a:pt x="0" y="240316"/>
                </a:lnTo>
                <a:quadBezTo>
                  <a:pt x="0" y="0"/>
                  <a:pt x="240316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4" name="Text 2"/>
          <p:cNvSpPr/>
          <p:nvPr/>
        </p:nvSpPr>
        <p:spPr>
          <a:xfrm>
            <a:off x="1127760" y="1293110"/>
            <a:ext cx="9433560" cy="19225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2440" y="3429000"/>
            <a:ext cx="5257800" cy="3017520"/>
          </a:xfrm>
          <a:custGeom>
            <a:avLst/>
            <a:gdLst/>
            <a:ahLst/>
            <a:cxnLst/>
            <a:rect l="l" t="t" r="r" b="b"/>
            <a:pathLst>
              <a:path w="5257800" h="3017520">
                <a:moveTo>
                  <a:pt x="377190" y="0"/>
                </a:moveTo>
                <a:lnTo>
                  <a:pt x="4880610" y="0"/>
                </a:lnTo>
                <a:quadBezTo>
                  <a:pt x="5257800" y="0"/>
                  <a:pt x="5257800" y="377190"/>
                </a:quadBezTo>
                <a:lnTo>
                  <a:pt x="5257800" y="2640330"/>
                </a:lnTo>
                <a:quadBezTo>
                  <a:pt x="5257800" y="3017520"/>
                  <a:pt x="4880610" y="3017520"/>
                </a:quadBezTo>
                <a:lnTo>
                  <a:pt x="377190" y="3017520"/>
                </a:lnTo>
                <a:quadBezTo>
                  <a:pt x="0" y="3017520"/>
                  <a:pt x="0" y="2640330"/>
                </a:quadBezTo>
                <a:lnTo>
                  <a:pt x="0" y="377190"/>
                </a:lnTo>
                <a:quadBezTo>
                  <a:pt x="0" y="0"/>
                  <a:pt x="377190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6" name="Text 4"/>
          <p:cNvSpPr/>
          <p:nvPr/>
        </p:nvSpPr>
        <p:spPr>
          <a:xfrm>
            <a:off x="472440" y="3429000"/>
            <a:ext cx="52578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61762" y="3428999"/>
            <a:ext cx="5257800" cy="3017520"/>
          </a:xfrm>
          <a:custGeom>
            <a:avLst/>
            <a:gdLst/>
            <a:ahLst/>
            <a:cxnLst/>
            <a:rect l="l" t="t" r="r" b="b"/>
            <a:pathLst>
              <a:path w="5257800" h="3017520">
                <a:moveTo>
                  <a:pt x="377190" y="0"/>
                </a:moveTo>
                <a:lnTo>
                  <a:pt x="4880610" y="0"/>
                </a:lnTo>
                <a:quadBezTo>
                  <a:pt x="5257800" y="0"/>
                  <a:pt x="5257800" y="377190"/>
                </a:quadBezTo>
                <a:lnTo>
                  <a:pt x="5257800" y="2640330"/>
                </a:lnTo>
                <a:quadBezTo>
                  <a:pt x="5257800" y="3017520"/>
                  <a:pt x="4880610" y="3017520"/>
                </a:quadBezTo>
                <a:lnTo>
                  <a:pt x="377190" y="3017520"/>
                </a:lnTo>
                <a:quadBezTo>
                  <a:pt x="0" y="3017520"/>
                  <a:pt x="0" y="2640330"/>
                </a:quadBezTo>
                <a:lnTo>
                  <a:pt x="0" y="377190"/>
                </a:lnTo>
                <a:quadBezTo>
                  <a:pt x="0" y="0"/>
                  <a:pt x="377190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8" name="Text 6"/>
          <p:cNvSpPr/>
          <p:nvPr/>
        </p:nvSpPr>
        <p:spPr>
          <a:xfrm>
            <a:off x="6461762" y="3428999"/>
            <a:ext cx="52578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32370" y="1373331"/>
            <a:ext cx="9128950" cy="1846659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in’ektsiyasi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zaiflikning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bo‘lib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buzg’unchi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bazasini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boshqarish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potentsial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qimmatli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kirish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uchun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SQL (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strukturalangan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so‘rovlar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tili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)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kodidan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foydalanadi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. 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hujumning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keng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tarqalgan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tahdidli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turlaridan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chunki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 SQL-ga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asoslangan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bazasidan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foydalanadigan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qanday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qarshi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ishlatilishi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75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mumkin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197" y="3783597"/>
            <a:ext cx="5229727" cy="2308324"/>
          </a:xfrm>
          <a:custGeom>
            <a:avLst/>
            <a:gdLst/>
            <a:ahLst/>
            <a:cxnLst/>
            <a:rect l="l" t="t" r="r" b="b"/>
            <a:pathLst>
              <a:path w="5229727" h="2308324">
                <a:moveTo>
                  <a:pt x="0" y="0"/>
                </a:moveTo>
                <a:lnTo>
                  <a:pt x="5229727" y="0"/>
                </a:lnTo>
                <a:lnTo>
                  <a:pt x="5229727" y="2308324"/>
                </a:lnTo>
                <a:lnTo>
                  <a:pt x="0" y="23083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30197" y="3783597"/>
            <a:ext cx="5229727" cy="2308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 -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relyatsion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bazalarida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saqlangan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endParaRPr lang="en-US" sz="1200" dirty="0"/>
          </a:p>
          <a:p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o‘zgartirish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o‘chirish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uchun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dasturlashda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qo‘llaniladigan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so‘rovlar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tili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 Web-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saytlar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ilovalarning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aksariyati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bazalariga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tayanganligi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sababli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 SQL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in’ektsion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hujumi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tashkilotlar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uchun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jiddiy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oqibatlarga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37166" y="3506598"/>
            <a:ext cx="5257800" cy="2862322"/>
          </a:xfrm>
          <a:custGeom>
            <a:avLst/>
            <a:gdLst/>
            <a:ahLst/>
            <a:cxnLst/>
            <a:rect l="l" t="t" r="r" b="b"/>
            <a:pathLst>
              <a:path w="5257800" h="2862322">
                <a:moveTo>
                  <a:pt x="0" y="0"/>
                </a:moveTo>
                <a:lnTo>
                  <a:pt x="5257800" y="0"/>
                </a:lnTo>
                <a:lnTo>
                  <a:pt x="5257800" y="2862322"/>
                </a:lnTo>
                <a:lnTo>
                  <a:pt x="0" y="286232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637166" y="3506598"/>
            <a:ext cx="5257800" cy="28623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so‘rovi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bazasiga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so‘rovi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bajarilishi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kerak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bo‘lgan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kodini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bajarish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faoliyat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funktsiyalar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uchun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yuborilgan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so‘rovdir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foydalanuvchining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saytga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kirishiga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ruxsat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berish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uchun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kirish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shakl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orqali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yuborilganda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Odatda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turdagi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shakl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faqat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parol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turdagi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ma’lumotlarni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qabul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qilish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uchun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mo‘ljallangan</a:t>
            </a:r>
            <a:pPr algn="l" indent="0" marL="0"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467540" y="1530126"/>
            <a:ext cx="504000" cy="504000"/>
          </a:xfrm>
          <a:custGeom>
            <a:avLst/>
            <a:gdLst/>
            <a:ahLst/>
            <a:cxnLst/>
            <a:rect l="l" t="t" r="r" b="b"/>
            <a:pathLst>
              <a:path w="504000" h="504000">
                <a:moveTo>
                  <a:pt x="252000" y="0"/>
                </a:moveTo>
                <a:cubicBezTo>
                  <a:pt x="391083" y="0"/>
                  <a:pt x="504000" y="112917"/>
                  <a:pt x="504000" y="252000"/>
                </a:cubicBezTo>
                <a:cubicBezTo>
                  <a:pt x="504000" y="391083"/>
                  <a:pt x="391083" y="504000"/>
                  <a:pt x="252000" y="504000"/>
                </a:cubicBezTo>
                <a:cubicBezTo>
                  <a:pt x="112917" y="504000"/>
                  <a:pt x="0" y="391083"/>
                  <a:pt x="0" y="252000"/>
                </a:cubicBezTo>
                <a:cubicBezTo>
                  <a:pt x="0" y="112917"/>
                  <a:pt x="112917" y="0"/>
                  <a:pt x="2520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467540" y="1530126"/>
            <a:ext cx="504000" cy="50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611540" y="500732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180000" y="0"/>
                </a:moveTo>
                <a:cubicBezTo>
                  <a:pt x="279345" y="0"/>
                  <a:pt x="360000" y="80655"/>
                  <a:pt x="360000" y="180000"/>
                </a:cubicBezTo>
                <a:cubicBezTo>
                  <a:pt x="360000" y="279345"/>
                  <a:pt x="279345" y="360000"/>
                  <a:pt x="180000" y="360000"/>
                </a:cubicBezTo>
                <a:cubicBezTo>
                  <a:pt x="80655" y="360000"/>
                  <a:pt x="0" y="279345"/>
                  <a:pt x="0" y="180000"/>
                </a:cubicBezTo>
                <a:cubicBezTo>
                  <a:pt x="0" y="80655"/>
                  <a:pt x="80655" y="0"/>
                  <a:pt x="180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1611540" y="500732"/>
            <a:ext cx="36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080454" y="855046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1080454" y="855046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062689" y="209281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1062689" y="209281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2353" y="1570749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180000" y="0"/>
                </a:moveTo>
                <a:cubicBezTo>
                  <a:pt x="279345" y="0"/>
                  <a:pt x="360000" y="80655"/>
                  <a:pt x="360000" y="180000"/>
                </a:cubicBezTo>
                <a:cubicBezTo>
                  <a:pt x="360000" y="279345"/>
                  <a:pt x="279345" y="360000"/>
                  <a:pt x="180000" y="360000"/>
                </a:cubicBezTo>
                <a:cubicBezTo>
                  <a:pt x="80655" y="360000"/>
                  <a:pt x="0" y="279345"/>
                  <a:pt x="0" y="180000"/>
                </a:cubicBezTo>
                <a:cubicBezTo>
                  <a:pt x="0" y="80655"/>
                  <a:pt x="80655" y="0"/>
                  <a:pt x="180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92353" y="1570749"/>
            <a:ext cx="36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880" y="981046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6880" y="981046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27397" y="209281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77800" dist="50800" dir="2700000">
              <a:srgbClr val="000000">
                <a:alpha val="52157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27397" y="209281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30630" y="972874"/>
            <a:ext cx="9189720" cy="61504"/>
          </a:xfrm>
          <a:custGeom>
            <a:avLst/>
            <a:gdLst/>
            <a:ahLst/>
            <a:cxnLst/>
            <a:rect l="l" t="t" r="r" b="b"/>
            <a:pathLst>
              <a:path w="9189720" h="61504">
                <a:moveTo>
                  <a:pt x="0" y="0"/>
                </a:moveTo>
                <a:lnTo>
                  <a:pt x="9189720" y="0"/>
                </a:lnTo>
                <a:lnTo>
                  <a:pt x="9189720" y="61504"/>
                </a:lnTo>
                <a:lnTo>
                  <a:pt x="0" y="61504"/>
                </a:ln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29" name="Text 27"/>
          <p:cNvSpPr/>
          <p:nvPr/>
        </p:nvSpPr>
        <p:spPr>
          <a:xfrm>
            <a:off x="1230630" y="972874"/>
            <a:ext cx="9189720" cy="61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477" y="1284791"/>
            <a:ext cx="9475863" cy="5573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46087" y="136004"/>
            <a:ext cx="7329608" cy="107721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uning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ishlash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mexanizmi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 rot="19260000">
            <a:off x="10673603" y="-405556"/>
            <a:ext cx="1863827" cy="2318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 rot="13500000">
            <a:off x="-190288" y="-569684"/>
            <a:ext cx="1925306" cy="2314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 rot="7260000">
            <a:off x="9960641" y="5288847"/>
            <a:ext cx="2478777" cy="2100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48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87059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848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773420" y="150539"/>
            <a:ext cx="7015378" cy="95410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Axborot tizimlari va resurslari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turlari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481" y="1"/>
            <a:ext cx="2520000" cy="17204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 rot="6780000">
            <a:off x="-853567" y="481690"/>
            <a:ext cx="2393041" cy="1699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-55958" y="189000"/>
            <a:ext cx="2160000" cy="2160000"/>
          </a:xfrm>
          <a:custGeom>
            <a:avLst/>
            <a:gdLst/>
            <a:ahLst/>
            <a:cxnLst/>
            <a:rect l="l" t="t" r="r" b="b"/>
            <a:pathLst>
              <a:path w="2160000" h="2160000">
                <a:moveTo>
                  <a:pt x="1080000" y="0"/>
                </a:moveTo>
                <a:cubicBezTo>
                  <a:pt x="1676068" y="0"/>
                  <a:pt x="2160000" y="483932"/>
                  <a:pt x="2160000" y="1080000"/>
                </a:cubicBezTo>
                <a:cubicBezTo>
                  <a:pt x="2160000" y="1676068"/>
                  <a:pt x="1676068" y="2160000"/>
                  <a:pt x="1080000" y="2160000"/>
                </a:cubicBezTo>
                <a:cubicBezTo>
                  <a:pt x="483932" y="2160000"/>
                  <a:pt x="0" y="1676068"/>
                  <a:pt x="0" y="1080000"/>
                </a:cubicBezTo>
                <a:cubicBezTo>
                  <a:pt x="0" y="483932"/>
                  <a:pt x="483932" y="0"/>
                  <a:pt x="1080000" y="0"/>
                </a:cubicBezTo>
                <a:close/>
              </a:path>
            </a:pathLst>
          </a:custGeom>
          <a:solidFill>
            <a:srgbClr val="118C93"/>
          </a:solidFill>
          <a:ln/>
          <a:effectLst>
            <a:outerShdw sx="100000" sy="100000" kx="0" ky="0" algn="bl" rotWithShape="0" blurRad="317500" dist="50800" dir="2700000">
              <a:srgbClr val="000000">
                <a:alpha val="72157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-55958" y="189000"/>
            <a:ext cx="2160000" cy="2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0" y="4205971"/>
            <a:ext cx="1493671" cy="26557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8179" y="4795376"/>
            <a:ext cx="1266969" cy="2066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 rot="7260000">
            <a:off x="11450108" y="-115129"/>
            <a:ext cx="926473" cy="9680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rot="7260000">
            <a:off x="11740809" y="10018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180000" y="0"/>
                </a:moveTo>
                <a:cubicBezTo>
                  <a:pt x="279345" y="0"/>
                  <a:pt x="360000" y="80655"/>
                  <a:pt x="360000" y="180000"/>
                </a:cubicBezTo>
                <a:cubicBezTo>
                  <a:pt x="360000" y="279345"/>
                  <a:pt x="279345" y="360000"/>
                  <a:pt x="180000" y="360000"/>
                </a:cubicBezTo>
                <a:cubicBezTo>
                  <a:pt x="80655" y="360000"/>
                  <a:pt x="0" y="279345"/>
                  <a:pt x="0" y="180000"/>
                </a:cubicBezTo>
                <a:cubicBezTo>
                  <a:pt x="0" y="80655"/>
                  <a:pt x="80655" y="0"/>
                  <a:pt x="180000" y="0"/>
                </a:cubicBezTo>
                <a:close/>
              </a:path>
            </a:pathLst>
          </a:custGeom>
          <a:solidFill>
            <a:srgbClr val="FFC000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 rot="7260000">
            <a:off x="11740809" y="1001888"/>
            <a:ext cx="36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 rot="7260000">
            <a:off x="10897134" y="239179"/>
            <a:ext cx="288000" cy="288000"/>
          </a:xfrm>
          <a:custGeom>
            <a:avLst/>
            <a:gdLst/>
            <a:ahLst/>
            <a:cxnLst/>
            <a:rect l="l" t="t" r="r" b="b"/>
            <a:pathLst>
              <a:path w="288000" h="288000">
                <a:moveTo>
                  <a:pt x="144000" y="0"/>
                </a:moveTo>
                <a:cubicBezTo>
                  <a:pt x="223476" y="0"/>
                  <a:pt x="288000" y="64524"/>
                  <a:pt x="288000" y="144000"/>
                </a:cubicBezTo>
                <a:cubicBezTo>
                  <a:pt x="288000" y="223476"/>
                  <a:pt x="223476" y="288000"/>
                  <a:pt x="144000" y="288000"/>
                </a:cubicBezTo>
                <a:cubicBezTo>
                  <a:pt x="64524" y="288000"/>
                  <a:pt x="0" y="223476"/>
                  <a:pt x="0" y="144000"/>
                </a:cubicBezTo>
                <a:cubicBezTo>
                  <a:pt x="0" y="64524"/>
                  <a:pt x="64524" y="0"/>
                  <a:pt x="144000" y="0"/>
                </a:cubicBezTo>
                <a:close/>
              </a:path>
            </a:pathLst>
          </a:custGeom>
          <a:solidFill>
            <a:srgbClr val="FFC000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 rot="7260000">
            <a:off x="10897134" y="239179"/>
            <a:ext cx="288000" cy="28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 rot="7260000">
            <a:off x="10997651" y="960071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 rot="7260000">
            <a:off x="10997651" y="960071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208929" y="4104623"/>
            <a:ext cx="2448000" cy="2448000"/>
          </a:xfrm>
          <a:custGeom>
            <a:avLst/>
            <a:gdLst/>
            <a:ahLst/>
            <a:cxnLst/>
            <a:rect l="l" t="t" r="r" b="b"/>
            <a:pathLst>
              <a:path w="2448000" h="2448000">
                <a:moveTo>
                  <a:pt x="1224000" y="0"/>
                </a:moveTo>
                <a:cubicBezTo>
                  <a:pt x="1899544" y="0"/>
                  <a:pt x="2448000" y="548456"/>
                  <a:pt x="2448000" y="1224000"/>
                </a:cubicBezTo>
                <a:cubicBezTo>
                  <a:pt x="2448000" y="1899544"/>
                  <a:pt x="1899544" y="2448000"/>
                  <a:pt x="1224000" y="2448000"/>
                </a:cubicBezTo>
                <a:cubicBezTo>
                  <a:pt x="548456" y="2448000"/>
                  <a:pt x="0" y="1899544"/>
                  <a:pt x="0" y="1224000"/>
                </a:cubicBezTo>
                <a:cubicBezTo>
                  <a:pt x="0" y="548456"/>
                  <a:pt x="548456" y="0"/>
                  <a:pt x="1224000" y="0"/>
                </a:cubicBezTo>
                <a:close/>
              </a:path>
            </a:pathLst>
          </a:custGeom>
          <a:solidFill>
            <a:srgbClr val="03045E">
              <a:alpha val="80000"/>
            </a:srgbClr>
          </a:solidFill>
          <a:ln w="5715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8659" dir="2700000">
              <a:srgbClr val="000000">
                <a:alpha val="54902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208929" y="4104623"/>
            <a:ext cx="2448000" cy="244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748071" y="1655043"/>
            <a:ext cx="2340000" cy="2340000"/>
          </a:xfrm>
          <a:custGeom>
            <a:avLst/>
            <a:gdLst/>
            <a:ahLst/>
            <a:cxnLst/>
            <a:rect l="l" t="t" r="r" b="b"/>
            <a:pathLst>
              <a:path w="2340000" h="2340000">
                <a:moveTo>
                  <a:pt x="1170000" y="0"/>
                </a:moveTo>
                <a:cubicBezTo>
                  <a:pt x="1815741" y="0"/>
                  <a:pt x="2340000" y="524259"/>
                  <a:pt x="2340000" y="1170000"/>
                </a:cubicBezTo>
                <a:cubicBezTo>
                  <a:pt x="2340000" y="1815741"/>
                  <a:pt x="1815741" y="2340000"/>
                  <a:pt x="1170000" y="2340000"/>
                </a:cubicBezTo>
                <a:cubicBezTo>
                  <a:pt x="524259" y="2340000"/>
                  <a:pt x="0" y="1815741"/>
                  <a:pt x="0" y="1170000"/>
                </a:cubicBezTo>
                <a:cubicBezTo>
                  <a:pt x="0" y="524259"/>
                  <a:pt x="524259" y="0"/>
                  <a:pt x="1170000" y="0"/>
                </a:cubicBezTo>
                <a:close/>
              </a:path>
            </a:pathLst>
          </a:custGeom>
          <a:solidFill>
            <a:srgbClr val="023E8A">
              <a:alpha val="80000"/>
            </a:srgbClr>
          </a:solidFill>
          <a:ln w="5715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8659" dir="2700000">
              <a:srgbClr val="000000">
                <a:alpha val="54902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748071" y="1655043"/>
            <a:ext cx="2340000" cy="23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08464" y="3511840"/>
            <a:ext cx="2232000" cy="2232000"/>
          </a:xfrm>
          <a:custGeom>
            <a:avLst/>
            <a:gdLst/>
            <a:ahLst/>
            <a:cxnLst/>
            <a:rect l="l" t="t" r="r" b="b"/>
            <a:pathLst>
              <a:path w="2232000" h="2232000">
                <a:moveTo>
                  <a:pt x="1116000" y="0"/>
                </a:moveTo>
                <a:cubicBezTo>
                  <a:pt x="1731937" y="0"/>
                  <a:pt x="2232000" y="500063"/>
                  <a:pt x="2232000" y="1116000"/>
                </a:cubicBezTo>
                <a:cubicBezTo>
                  <a:pt x="2232000" y="1731937"/>
                  <a:pt x="1731937" y="2232000"/>
                  <a:pt x="1116000" y="2232000"/>
                </a:cubicBezTo>
                <a:cubicBezTo>
                  <a:pt x="500063" y="2232000"/>
                  <a:pt x="0" y="1731937"/>
                  <a:pt x="0" y="1116000"/>
                </a:cubicBezTo>
                <a:cubicBezTo>
                  <a:pt x="0" y="500063"/>
                  <a:pt x="500063" y="0"/>
                  <a:pt x="1116000" y="0"/>
                </a:cubicBezTo>
                <a:close/>
              </a:path>
            </a:pathLst>
          </a:custGeom>
          <a:solidFill>
            <a:srgbClr val="0077B6">
              <a:alpha val="80000"/>
            </a:srgbClr>
          </a:solidFill>
          <a:ln w="5715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8659" dir="2700000">
              <a:srgbClr val="000000">
                <a:alpha val="54902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808464" y="3511840"/>
            <a:ext cx="2232000" cy="223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656947" y="1643619"/>
            <a:ext cx="2052000" cy="2052000"/>
          </a:xfrm>
          <a:custGeom>
            <a:avLst/>
            <a:gdLst/>
            <a:ahLst/>
            <a:cxnLst/>
            <a:rect l="l" t="t" r="r" b="b"/>
            <a:pathLst>
              <a:path w="2052000" h="2052000">
                <a:moveTo>
                  <a:pt x="1026000" y="0"/>
                </a:moveTo>
                <a:cubicBezTo>
                  <a:pt x="1592265" y="0"/>
                  <a:pt x="2052000" y="459735"/>
                  <a:pt x="2052000" y="1026000"/>
                </a:cubicBezTo>
                <a:cubicBezTo>
                  <a:pt x="2052000" y="1592265"/>
                  <a:pt x="1592265" y="2052000"/>
                  <a:pt x="1026000" y="2052000"/>
                </a:cubicBezTo>
                <a:cubicBezTo>
                  <a:pt x="459735" y="2052000"/>
                  <a:pt x="0" y="1592265"/>
                  <a:pt x="0" y="1026000"/>
                </a:cubicBezTo>
                <a:cubicBezTo>
                  <a:pt x="0" y="459735"/>
                  <a:pt x="459735" y="0"/>
                  <a:pt x="1026000" y="0"/>
                </a:cubicBezTo>
                <a:close/>
              </a:path>
            </a:pathLst>
          </a:custGeom>
          <a:solidFill>
            <a:srgbClr val="00B4D8">
              <a:alpha val="61961"/>
            </a:srgbClr>
          </a:solidFill>
          <a:ln w="5715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8659" dir="2700000">
              <a:srgbClr val="000000">
                <a:alpha val="54902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9656947" y="1643619"/>
            <a:ext cx="2052000" cy="20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308687" y="4964653"/>
            <a:ext cx="2281750" cy="95410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Parametrli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744157" y="2366227"/>
            <a:ext cx="2339999" cy="83099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 validation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94495" y="4212341"/>
            <a:ext cx="1941674" cy="83099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Pattern detection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976891" y="2387819"/>
            <a:ext cx="1412111" cy="5232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2775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3298428" y="3647423"/>
            <a:ext cx="799010" cy="815701"/>
          </a:xfrm>
          <a:custGeom>
            <a:avLst/>
            <a:gdLst/>
            <a:ahLst/>
            <a:cxnLst/>
            <a:rect l="l" t="t" r="r" b="b"/>
            <a:pathLst>
              <a:path w="799010" h="815701">
                <a:moveTo>
                  <a:pt x="799010" y="0"/>
                </a:moveTo>
                <a:lnTo>
                  <a:pt x="0" y="815701"/>
                </a:lnTo>
              </a:path>
            </a:pathLst>
          </a:custGeom>
          <a:noFill/>
          <a:ln w="76200">
            <a:solidFill>
              <a:srgbClr val="0D0072"/>
            </a:solidFill>
            <a:prstDash val="dash"/>
            <a:headEnd type="none"/>
            <a:tailEnd type="none"/>
          </a:ln>
        </p:spPr>
      </p:sp>
      <p:sp>
        <p:nvSpPr>
          <p:cNvPr id="32" name="Shape 29"/>
          <p:cNvSpPr/>
          <p:nvPr/>
        </p:nvSpPr>
        <p:spPr>
          <a:xfrm>
            <a:off x="5968155" y="3343912"/>
            <a:ext cx="963204" cy="812944"/>
          </a:xfrm>
          <a:custGeom>
            <a:avLst/>
            <a:gdLst/>
            <a:ahLst/>
            <a:cxnLst/>
            <a:rect l="l" t="t" r="r" b="b"/>
            <a:pathLst>
              <a:path w="963204" h="812944">
                <a:moveTo>
                  <a:pt x="0" y="0"/>
                </a:moveTo>
                <a:lnTo>
                  <a:pt x="963204" y="812944"/>
                </a:lnTo>
              </a:path>
            </a:pathLst>
          </a:custGeom>
          <a:noFill/>
          <a:ln w="57150">
            <a:solidFill>
              <a:srgbClr val="000000"/>
            </a:solidFill>
            <a:prstDash val="dash"/>
            <a:headEnd type="none"/>
            <a:tailEnd type="none"/>
          </a:ln>
        </p:spPr>
      </p:sp>
      <p:sp>
        <p:nvSpPr>
          <p:cNvPr id="33" name="Shape 30"/>
          <p:cNvSpPr/>
          <p:nvPr/>
        </p:nvSpPr>
        <p:spPr>
          <a:xfrm>
            <a:off x="8959017" y="3395111"/>
            <a:ext cx="998438" cy="835533"/>
          </a:xfrm>
          <a:custGeom>
            <a:avLst/>
            <a:gdLst/>
            <a:ahLst/>
            <a:cxnLst/>
            <a:rect l="l" t="t" r="r" b="b"/>
            <a:pathLst>
              <a:path w="998438" h="835533">
                <a:moveTo>
                  <a:pt x="0" y="835533"/>
                </a:moveTo>
                <a:lnTo>
                  <a:pt x="998438" y="0"/>
                </a:lnTo>
              </a:path>
            </a:pathLst>
          </a:custGeom>
          <a:noFill/>
          <a:ln w="57150">
            <a:solidFill>
              <a:srgbClr val="000000"/>
            </a:solidFill>
            <a:prstDash val="dash"/>
            <a:headEnd type="none"/>
            <a:tailEnd type="none"/>
          </a:ln>
        </p:spPr>
      </p:sp>
      <p:sp>
        <p:nvSpPr>
          <p:cNvPr id="34" name="Text 31"/>
          <p:cNvSpPr/>
          <p:nvPr/>
        </p:nvSpPr>
        <p:spPr>
          <a:xfrm rot="7260000">
            <a:off x="9960641" y="5288847"/>
            <a:ext cx="2478777" cy="2100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24806" y="66481"/>
            <a:ext cx="3107295" cy="92333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54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Xulosa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48627" y="2537076"/>
            <a:ext cx="7417243" cy="710832"/>
          </a:xfrm>
          <a:custGeom>
            <a:avLst/>
            <a:gdLst/>
            <a:ahLst/>
            <a:cxnLst/>
            <a:rect l="l" t="t" r="r" b="b"/>
            <a:pathLst>
              <a:path w="7417243" h="710832">
                <a:moveTo>
                  <a:pt x="1483449" y="0"/>
                </a:moveTo>
                <a:lnTo>
                  <a:pt x="5933794" y="0"/>
                </a:lnTo>
                <a:lnTo>
                  <a:pt x="7417243" y="355416"/>
                </a:lnTo>
                <a:lnTo>
                  <a:pt x="5933794" y="710832"/>
                </a:lnTo>
                <a:lnTo>
                  <a:pt x="1483449" y="710832"/>
                </a:lnTo>
                <a:lnTo>
                  <a:pt x="0" y="355416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114300" dist="50800" dir="2700000">
              <a:srgbClr val="000000">
                <a:alpha val="63137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48627" y="2537076"/>
            <a:ext cx="7417243" cy="71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180627" y="2416805"/>
            <a:ext cx="936000" cy="936000"/>
          </a:xfrm>
          <a:custGeom>
            <a:avLst/>
            <a:gdLst/>
            <a:ahLst/>
            <a:cxnLst/>
            <a:rect l="l" t="t" r="r" b="b"/>
            <a:pathLst>
              <a:path w="936000" h="936000">
                <a:moveTo>
                  <a:pt x="468000" y="0"/>
                </a:moveTo>
                <a:cubicBezTo>
                  <a:pt x="726296" y="0"/>
                  <a:pt x="936000" y="209704"/>
                  <a:pt x="936000" y="468000"/>
                </a:cubicBezTo>
                <a:cubicBezTo>
                  <a:pt x="936000" y="726296"/>
                  <a:pt x="726296" y="936000"/>
                  <a:pt x="468000" y="936000"/>
                </a:cubicBezTo>
                <a:cubicBezTo>
                  <a:pt x="209704" y="936000"/>
                  <a:pt x="0" y="726296"/>
                  <a:pt x="0" y="468000"/>
                </a:cubicBezTo>
                <a:cubicBezTo>
                  <a:pt x="0" y="209704"/>
                  <a:pt x="209704" y="0"/>
                  <a:pt x="468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52157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180627" y="2416805"/>
            <a:ext cx="936000" cy="93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2992" y="2621223"/>
            <a:ext cx="520000" cy="520000"/>
          </a:xfrm>
          <a:custGeom>
            <a:avLst/>
            <a:gdLst/>
            <a:ahLst/>
            <a:cxnLst/>
            <a:rect l="l" t="t" r="r" b="b"/>
            <a:pathLst>
              <a:path w="520000" h="520000">
                <a:moveTo>
                  <a:pt x="260000" y="0"/>
                </a:moveTo>
                <a:cubicBezTo>
                  <a:pt x="403498" y="0"/>
                  <a:pt x="520000" y="116502"/>
                  <a:pt x="520000" y="260000"/>
                </a:cubicBezTo>
                <a:cubicBezTo>
                  <a:pt x="520000" y="403498"/>
                  <a:pt x="403498" y="520000"/>
                  <a:pt x="260000" y="520000"/>
                </a:cubicBezTo>
                <a:cubicBezTo>
                  <a:pt x="116502" y="520000"/>
                  <a:pt x="0" y="403498"/>
                  <a:pt x="0" y="260000"/>
                </a:cubicBezTo>
                <a:cubicBezTo>
                  <a:pt x="0" y="116502"/>
                  <a:pt x="116502" y="0"/>
                  <a:pt x="26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38100">
            <a:solidFill>
              <a:srgbClr val="0D00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92992" y="2621223"/>
            <a:ext cx="52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121" y="2708313"/>
            <a:ext cx="357272" cy="33773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253781" y="2487915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3253781" y="2487915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61232" y="2487915"/>
            <a:ext cx="899830" cy="44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105949" y="2537076"/>
            <a:ext cx="6959921" cy="64633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Web ilovalar va ulaga qaratilgan tahdidlar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tahlil qilindi va o’rganib chiqildi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648627" y="3619838"/>
            <a:ext cx="7417243" cy="710832"/>
          </a:xfrm>
          <a:custGeom>
            <a:avLst/>
            <a:gdLst/>
            <a:ahLst/>
            <a:cxnLst/>
            <a:rect l="l" t="t" r="r" b="b"/>
            <a:pathLst>
              <a:path w="7417243" h="710832">
                <a:moveTo>
                  <a:pt x="1483449" y="0"/>
                </a:moveTo>
                <a:lnTo>
                  <a:pt x="5933794" y="0"/>
                </a:lnTo>
                <a:lnTo>
                  <a:pt x="7417243" y="355416"/>
                </a:lnTo>
                <a:lnTo>
                  <a:pt x="5933794" y="710832"/>
                </a:lnTo>
                <a:lnTo>
                  <a:pt x="1483449" y="710832"/>
                </a:lnTo>
                <a:lnTo>
                  <a:pt x="0" y="355416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114300" dist="50800" dir="2700000">
              <a:srgbClr val="000000">
                <a:alpha val="63137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648627" y="3619838"/>
            <a:ext cx="7417243" cy="71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180627" y="3499567"/>
            <a:ext cx="936000" cy="936000"/>
          </a:xfrm>
          <a:custGeom>
            <a:avLst/>
            <a:gdLst/>
            <a:ahLst/>
            <a:cxnLst/>
            <a:rect l="l" t="t" r="r" b="b"/>
            <a:pathLst>
              <a:path w="936000" h="936000">
                <a:moveTo>
                  <a:pt x="468000" y="0"/>
                </a:moveTo>
                <a:cubicBezTo>
                  <a:pt x="726296" y="0"/>
                  <a:pt x="936000" y="209704"/>
                  <a:pt x="936000" y="468000"/>
                </a:cubicBezTo>
                <a:cubicBezTo>
                  <a:pt x="936000" y="726296"/>
                  <a:pt x="726296" y="936000"/>
                  <a:pt x="468000" y="936000"/>
                </a:cubicBezTo>
                <a:cubicBezTo>
                  <a:pt x="209704" y="936000"/>
                  <a:pt x="0" y="726296"/>
                  <a:pt x="0" y="468000"/>
                </a:cubicBezTo>
                <a:cubicBezTo>
                  <a:pt x="0" y="209704"/>
                  <a:pt x="209704" y="0"/>
                  <a:pt x="468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52157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180627" y="3499567"/>
            <a:ext cx="936000" cy="93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392992" y="3703985"/>
            <a:ext cx="520000" cy="520000"/>
          </a:xfrm>
          <a:custGeom>
            <a:avLst/>
            <a:gdLst/>
            <a:ahLst/>
            <a:cxnLst/>
            <a:rect l="l" t="t" r="r" b="b"/>
            <a:pathLst>
              <a:path w="520000" h="520000">
                <a:moveTo>
                  <a:pt x="260000" y="0"/>
                </a:moveTo>
                <a:cubicBezTo>
                  <a:pt x="403498" y="0"/>
                  <a:pt x="520000" y="116502"/>
                  <a:pt x="520000" y="260000"/>
                </a:cubicBezTo>
                <a:cubicBezTo>
                  <a:pt x="520000" y="403498"/>
                  <a:pt x="403498" y="520000"/>
                  <a:pt x="260000" y="520000"/>
                </a:cubicBezTo>
                <a:cubicBezTo>
                  <a:pt x="116502" y="520000"/>
                  <a:pt x="0" y="403498"/>
                  <a:pt x="0" y="260000"/>
                </a:cubicBezTo>
                <a:cubicBezTo>
                  <a:pt x="0" y="116502"/>
                  <a:pt x="116502" y="0"/>
                  <a:pt x="26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38100">
            <a:solidFill>
              <a:srgbClr val="0D007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92992" y="3703985"/>
            <a:ext cx="52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121" y="3791075"/>
            <a:ext cx="357272" cy="33773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253781" y="3570677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3253781" y="3570677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261232" y="3570677"/>
            <a:ext cx="899830" cy="44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3648627" y="4702600"/>
            <a:ext cx="7417243" cy="710832"/>
          </a:xfrm>
          <a:custGeom>
            <a:avLst/>
            <a:gdLst/>
            <a:ahLst/>
            <a:cxnLst/>
            <a:rect l="l" t="t" r="r" b="b"/>
            <a:pathLst>
              <a:path w="7417243" h="710832">
                <a:moveTo>
                  <a:pt x="1483449" y="0"/>
                </a:moveTo>
                <a:lnTo>
                  <a:pt x="5933794" y="0"/>
                </a:lnTo>
                <a:lnTo>
                  <a:pt x="7417243" y="355416"/>
                </a:lnTo>
                <a:lnTo>
                  <a:pt x="5933794" y="710832"/>
                </a:lnTo>
                <a:lnTo>
                  <a:pt x="1483449" y="710832"/>
                </a:lnTo>
                <a:lnTo>
                  <a:pt x="0" y="355416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114300" dist="50800" dir="2700000">
              <a:srgbClr val="000000">
                <a:alpha val="63137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3648627" y="4702600"/>
            <a:ext cx="7417243" cy="71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3180627" y="4582329"/>
            <a:ext cx="936000" cy="936000"/>
          </a:xfrm>
          <a:custGeom>
            <a:avLst/>
            <a:gdLst/>
            <a:ahLst/>
            <a:cxnLst/>
            <a:rect l="l" t="t" r="r" b="b"/>
            <a:pathLst>
              <a:path w="936000" h="936000">
                <a:moveTo>
                  <a:pt x="468000" y="0"/>
                </a:moveTo>
                <a:cubicBezTo>
                  <a:pt x="726296" y="0"/>
                  <a:pt x="936000" y="209704"/>
                  <a:pt x="936000" y="468000"/>
                </a:cubicBezTo>
                <a:cubicBezTo>
                  <a:pt x="936000" y="726296"/>
                  <a:pt x="726296" y="936000"/>
                  <a:pt x="468000" y="936000"/>
                </a:cubicBezTo>
                <a:cubicBezTo>
                  <a:pt x="209704" y="936000"/>
                  <a:pt x="0" y="726296"/>
                  <a:pt x="0" y="468000"/>
                </a:cubicBezTo>
                <a:cubicBezTo>
                  <a:pt x="0" y="209704"/>
                  <a:pt x="209704" y="0"/>
                  <a:pt x="468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52157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3180627" y="4582329"/>
            <a:ext cx="936000" cy="93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3392992" y="4786747"/>
            <a:ext cx="520000" cy="520000"/>
          </a:xfrm>
          <a:custGeom>
            <a:avLst/>
            <a:gdLst/>
            <a:ahLst/>
            <a:cxnLst/>
            <a:rect l="l" t="t" r="r" b="b"/>
            <a:pathLst>
              <a:path w="520000" h="520000">
                <a:moveTo>
                  <a:pt x="260000" y="0"/>
                </a:moveTo>
                <a:cubicBezTo>
                  <a:pt x="403498" y="0"/>
                  <a:pt x="520000" y="116502"/>
                  <a:pt x="520000" y="260000"/>
                </a:cubicBezTo>
                <a:cubicBezTo>
                  <a:pt x="520000" y="403498"/>
                  <a:pt x="403498" y="520000"/>
                  <a:pt x="260000" y="520000"/>
                </a:cubicBezTo>
                <a:cubicBezTo>
                  <a:pt x="116502" y="520000"/>
                  <a:pt x="0" y="403498"/>
                  <a:pt x="0" y="260000"/>
                </a:cubicBezTo>
                <a:cubicBezTo>
                  <a:pt x="0" y="116502"/>
                  <a:pt x="116502" y="0"/>
                  <a:pt x="26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38100">
            <a:solidFill>
              <a:srgbClr val="0D007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3392992" y="4786747"/>
            <a:ext cx="52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121" y="4873837"/>
            <a:ext cx="357272" cy="337734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3253781" y="4653439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32" name="Text 27"/>
          <p:cNvSpPr/>
          <p:nvPr/>
        </p:nvSpPr>
        <p:spPr>
          <a:xfrm>
            <a:off x="3253781" y="4653439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3261232" y="4653439"/>
            <a:ext cx="899830" cy="44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4170497" y="3630084"/>
            <a:ext cx="6687763" cy="64633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uning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ishlash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mexanizmlari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bilan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tanishildi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tahlil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qilindi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3648627" y="5785362"/>
            <a:ext cx="7417243" cy="710832"/>
          </a:xfrm>
          <a:custGeom>
            <a:avLst/>
            <a:gdLst/>
            <a:ahLst/>
            <a:cxnLst/>
            <a:rect l="l" t="t" r="r" b="b"/>
            <a:pathLst>
              <a:path w="7417243" h="710832">
                <a:moveTo>
                  <a:pt x="1483449" y="0"/>
                </a:moveTo>
                <a:lnTo>
                  <a:pt x="5933794" y="0"/>
                </a:lnTo>
                <a:lnTo>
                  <a:pt x="7417243" y="355416"/>
                </a:lnTo>
                <a:lnTo>
                  <a:pt x="5933794" y="710832"/>
                </a:lnTo>
                <a:lnTo>
                  <a:pt x="1483449" y="710832"/>
                </a:lnTo>
                <a:lnTo>
                  <a:pt x="0" y="355416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114300" dist="50800" dir="2700000">
              <a:srgbClr val="000000">
                <a:alpha val="63137"/>
              </a:srgbClr>
            </a:outerShdw>
          </a:effectLst>
        </p:spPr>
      </p:sp>
      <p:sp>
        <p:nvSpPr>
          <p:cNvPr id="36" name="Text 31"/>
          <p:cNvSpPr/>
          <p:nvPr/>
        </p:nvSpPr>
        <p:spPr>
          <a:xfrm>
            <a:off x="3648627" y="5785362"/>
            <a:ext cx="7417243" cy="71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4200539" y="4727163"/>
            <a:ext cx="6657721" cy="64633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hujumlaridan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himoyalash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choralari</a:t>
            </a:r>
            <a:endParaRPr lang="en-US" sz="1200" dirty="0"/>
          </a:p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taqdim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etildi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ishlab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chiqildi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3180627" y="5665091"/>
            <a:ext cx="936000" cy="936000"/>
          </a:xfrm>
          <a:custGeom>
            <a:avLst/>
            <a:gdLst/>
            <a:ahLst/>
            <a:cxnLst/>
            <a:rect l="l" t="t" r="r" b="b"/>
            <a:pathLst>
              <a:path w="936000" h="936000">
                <a:moveTo>
                  <a:pt x="468000" y="0"/>
                </a:moveTo>
                <a:cubicBezTo>
                  <a:pt x="726296" y="0"/>
                  <a:pt x="936000" y="209704"/>
                  <a:pt x="936000" y="468000"/>
                </a:cubicBezTo>
                <a:cubicBezTo>
                  <a:pt x="936000" y="726296"/>
                  <a:pt x="726296" y="936000"/>
                  <a:pt x="468000" y="936000"/>
                </a:cubicBezTo>
                <a:cubicBezTo>
                  <a:pt x="209704" y="936000"/>
                  <a:pt x="0" y="726296"/>
                  <a:pt x="0" y="468000"/>
                </a:cubicBezTo>
                <a:cubicBezTo>
                  <a:pt x="0" y="209704"/>
                  <a:pt x="209704" y="0"/>
                  <a:pt x="468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52400" dist="50800" dir="2700000">
              <a:srgbClr val="000000">
                <a:alpha val="52157"/>
              </a:srgbClr>
            </a:outerShdw>
          </a:effectLst>
        </p:spPr>
      </p:sp>
      <p:sp>
        <p:nvSpPr>
          <p:cNvPr id="39" name="Text 34"/>
          <p:cNvSpPr/>
          <p:nvPr/>
        </p:nvSpPr>
        <p:spPr>
          <a:xfrm>
            <a:off x="3180627" y="5665091"/>
            <a:ext cx="936000" cy="93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3392992" y="5869509"/>
            <a:ext cx="520000" cy="520000"/>
          </a:xfrm>
          <a:custGeom>
            <a:avLst/>
            <a:gdLst/>
            <a:ahLst/>
            <a:cxnLst/>
            <a:rect l="l" t="t" r="r" b="b"/>
            <a:pathLst>
              <a:path w="520000" h="520000">
                <a:moveTo>
                  <a:pt x="260000" y="0"/>
                </a:moveTo>
                <a:cubicBezTo>
                  <a:pt x="403498" y="0"/>
                  <a:pt x="520000" y="116502"/>
                  <a:pt x="520000" y="260000"/>
                </a:cubicBezTo>
                <a:cubicBezTo>
                  <a:pt x="520000" y="403498"/>
                  <a:pt x="403498" y="520000"/>
                  <a:pt x="260000" y="520000"/>
                </a:cubicBezTo>
                <a:cubicBezTo>
                  <a:pt x="116502" y="520000"/>
                  <a:pt x="0" y="403498"/>
                  <a:pt x="0" y="260000"/>
                </a:cubicBezTo>
                <a:cubicBezTo>
                  <a:pt x="0" y="116502"/>
                  <a:pt x="116502" y="0"/>
                  <a:pt x="26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38100">
            <a:solidFill>
              <a:srgbClr val="0D007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392992" y="5869509"/>
            <a:ext cx="52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121" y="5956599"/>
            <a:ext cx="357272" cy="337734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253781" y="5736201"/>
            <a:ext cx="900000" cy="900000"/>
          </a:xfrm>
          <a:custGeom>
            <a:avLst/>
            <a:gdLst/>
            <a:ahLst/>
            <a:cxnLst/>
            <a:rect l="l" t="t" r="r" b="b"/>
            <a:pathLst>
              <a:path w="900000" h="900000">
                <a:moveTo>
                  <a:pt x="450000" y="0"/>
                </a:moveTo>
                <a:cubicBezTo>
                  <a:pt x="698362" y="0"/>
                  <a:pt x="900000" y="201638"/>
                  <a:pt x="900000" y="450000"/>
                </a:cubicBezTo>
                <a:cubicBezTo>
                  <a:pt x="900000" y="698362"/>
                  <a:pt x="698362" y="900000"/>
                  <a:pt x="450000" y="900000"/>
                </a:cubicBezTo>
                <a:cubicBezTo>
                  <a:pt x="201638" y="900000"/>
                  <a:pt x="0" y="698362"/>
                  <a:pt x="0" y="450000"/>
                </a:cubicBezTo>
                <a:cubicBezTo>
                  <a:pt x="0" y="201638"/>
                  <a:pt x="201638" y="0"/>
                  <a:pt x="45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44" name="Text 38"/>
          <p:cNvSpPr/>
          <p:nvPr/>
        </p:nvSpPr>
        <p:spPr>
          <a:xfrm>
            <a:off x="3253781" y="5736201"/>
            <a:ext cx="900000" cy="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3261232" y="5736201"/>
            <a:ext cx="899830" cy="44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4170498" y="5788308"/>
            <a:ext cx="6791544" cy="64633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hujumlaridan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himoyalash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algoritmlari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tahlili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bilan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tanishildi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o’rganib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chiqildi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0" y="1059180"/>
            <a:ext cx="12192000" cy="1189616"/>
          </a:xfrm>
          <a:custGeom>
            <a:avLst/>
            <a:gdLst/>
            <a:ahLst/>
            <a:cxnLst/>
            <a:rect l="l" t="t" r="r" b="b"/>
            <a:pathLst>
              <a:path w="12192000" h="1189616">
                <a:moveTo>
                  <a:pt x="0" y="0"/>
                </a:moveTo>
                <a:lnTo>
                  <a:pt x="12192000" y="0"/>
                </a:lnTo>
                <a:lnTo>
                  <a:pt x="12192000" y="1189616"/>
                </a:lnTo>
                <a:lnTo>
                  <a:pt x="0" y="1189616"/>
                </a:lnTo>
                <a:close/>
              </a:path>
            </a:pathLst>
          </a:custGeom>
          <a:solidFill>
            <a:srgbClr val="0A8C90"/>
          </a:solidFill>
          <a:ln/>
        </p:spPr>
      </p:sp>
      <p:sp>
        <p:nvSpPr>
          <p:cNvPr id="48" name="Text 42"/>
          <p:cNvSpPr/>
          <p:nvPr/>
        </p:nvSpPr>
        <p:spPr>
          <a:xfrm>
            <a:off x="0" y="1059180"/>
            <a:ext cx="12192000" cy="1189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49" name="Text 43"/>
          <p:cNvSpPr/>
          <p:nvPr/>
        </p:nvSpPr>
        <p:spPr>
          <a:xfrm>
            <a:off x="2427953" y="1185673"/>
            <a:ext cx="11033182" cy="107721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prenzitatsiyani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bajarish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natijasida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quyidagi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hulosalarga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31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erishildi</a:t>
            </a:r>
            <a:endParaRPr lang="en-US" sz="1200" dirty="0"/>
          </a:p>
        </p:txBody>
      </p:sp>
      <p:sp>
        <p:nvSpPr>
          <p:cNvPr id="50" name="Text 44"/>
          <p:cNvSpPr/>
          <p:nvPr/>
        </p:nvSpPr>
        <p:spPr>
          <a:xfrm rot="2880000">
            <a:off x="-73315" y="-300869"/>
            <a:ext cx="800636" cy="10962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742861" y="208204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360000" y="0"/>
                </a:moveTo>
                <a:cubicBezTo>
                  <a:pt x="558689" y="0"/>
                  <a:pt x="720000" y="161311"/>
                  <a:pt x="720000" y="360000"/>
                </a:cubicBezTo>
                <a:cubicBezTo>
                  <a:pt x="720000" y="558689"/>
                  <a:pt x="558689" y="720000"/>
                  <a:pt x="360000" y="720000"/>
                </a:cubicBezTo>
                <a:cubicBezTo>
                  <a:pt x="161311" y="720000"/>
                  <a:pt x="0" y="558689"/>
                  <a:pt x="0" y="360000"/>
                </a:cubicBezTo>
                <a:cubicBezTo>
                  <a:pt x="0" y="161311"/>
                  <a:pt x="161311" y="0"/>
                  <a:pt x="360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52" name="Text 46"/>
          <p:cNvSpPr/>
          <p:nvPr/>
        </p:nvSpPr>
        <p:spPr>
          <a:xfrm>
            <a:off x="742861" y="208204"/>
            <a:ext cx="72000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327003" y="1167386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180000" y="0"/>
                </a:moveTo>
                <a:cubicBezTo>
                  <a:pt x="279345" y="0"/>
                  <a:pt x="360000" y="80655"/>
                  <a:pt x="360000" y="180000"/>
                </a:cubicBezTo>
                <a:cubicBezTo>
                  <a:pt x="360000" y="279345"/>
                  <a:pt x="279345" y="360000"/>
                  <a:pt x="180000" y="360000"/>
                </a:cubicBezTo>
                <a:cubicBezTo>
                  <a:pt x="80655" y="360000"/>
                  <a:pt x="0" y="279345"/>
                  <a:pt x="0" y="180000"/>
                </a:cubicBezTo>
                <a:cubicBezTo>
                  <a:pt x="0" y="80655"/>
                  <a:pt x="80655" y="0"/>
                  <a:pt x="180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54" name="Text 48"/>
          <p:cNvSpPr/>
          <p:nvPr/>
        </p:nvSpPr>
        <p:spPr>
          <a:xfrm>
            <a:off x="327003" y="1167386"/>
            <a:ext cx="36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55" name="Shape 49"/>
          <p:cNvSpPr/>
          <p:nvPr/>
        </p:nvSpPr>
        <p:spPr>
          <a:xfrm>
            <a:off x="1671196" y="318255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26000" y="0"/>
                </a:moveTo>
                <a:cubicBezTo>
                  <a:pt x="195541" y="0"/>
                  <a:pt x="252000" y="56459"/>
                  <a:pt x="252000" y="126000"/>
                </a:cubicBezTo>
                <a:cubicBezTo>
                  <a:pt x="252000" y="195541"/>
                  <a:pt x="195541" y="252000"/>
                  <a:pt x="126000" y="252000"/>
                </a:cubicBezTo>
                <a:cubicBezTo>
                  <a:pt x="56459" y="252000"/>
                  <a:pt x="0" y="195541"/>
                  <a:pt x="0" y="126000"/>
                </a:cubicBezTo>
                <a:cubicBezTo>
                  <a:pt x="0" y="56459"/>
                  <a:pt x="56459" y="0"/>
                  <a:pt x="1260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304800" dist="50800" dir="2700000">
              <a:srgbClr val="000000">
                <a:alpha val="63922"/>
              </a:srgbClr>
            </a:outerShdw>
          </a:effectLst>
        </p:spPr>
      </p:sp>
      <p:sp>
        <p:nvSpPr>
          <p:cNvPr id="56" name="Text 50"/>
          <p:cNvSpPr/>
          <p:nvPr/>
        </p:nvSpPr>
        <p:spPr>
          <a:xfrm>
            <a:off x="1671196" y="318255"/>
            <a:ext cx="252000" cy="25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375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4726" y="0"/>
            <a:ext cx="8595168" cy="132556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435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Foydalanilgan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435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435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adabiyotlar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93538" y="1134319"/>
            <a:ext cx="11609407" cy="2951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Безопасность веб-приложений. — СПб.: Питер, 2021. — 336 с.: ил. — (Серия «Бестселлеры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O‘Reilly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»).</a:t>
            </a:r>
            <a:endParaRPr lang="en-US" sz="1200" dirty="0"/>
          </a:p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Информатика: Введение в информационную безопасность / М.А.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Вус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В.С. Гусев, Д.В.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Долгирев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А.А.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Молдовян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Санкт-Петербург: Юридический центр Пресс, 2004. 216 с.</a:t>
            </a:r>
            <a:endParaRPr lang="en-US" sz="1200" dirty="0"/>
          </a:p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Хоронеко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М. П. Методы защиты от SQL-инъекций / М. П.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Хоронеко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М. А.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Медунецкий,А.С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Летохо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5 июня 2018 г. – Минск: БГУИР, 2017. – С. 96</a:t>
            </a:r>
            <a:endParaRPr lang="en-US" sz="1200" dirty="0"/>
          </a:p>
          <a:p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Yongxiang</a:t>
            </a:r>
            <a:pPr algn="l" indent="0" marL="0">
              <a:lnSpc>
                <a:spcPct val="80000"/>
              </a:lnSpc>
              <a:spcBef>
                <a:spcPts val="375"/>
              </a:spcBef>
              <a:buNone/>
            </a:pPr>
            <a:r>
              <a:rPr lang="en-US" sz="18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W, On WEB website security optimization.  Network   Security   Technology &amp; Application, (5):136-1137, 2014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2025-09-26T05:26:51Z</dcterms:created>
  <dcterms:modified xsi:type="dcterms:W3CDTF">2025-09-26T05:26:51Z</dcterms:modified>
</cp:coreProperties>
</file>