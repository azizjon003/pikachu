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image" Target="../media/image-21-13.png"/><Relationship Id="rId14" Type="http://schemas.openxmlformats.org/officeDocument/2006/relationships/image" Target="../media/image-21-14.png"/><Relationship Id="rId15" Type="http://schemas.openxmlformats.org/officeDocument/2006/relationships/image" Target="../media/image-21-15.png"/><Relationship Id="rId16" Type="http://schemas.openxmlformats.org/officeDocument/2006/relationships/image" Target="../media/image-21-16.png"/><Relationship Id="rId17" Type="http://schemas.openxmlformats.org/officeDocument/2006/relationships/image" Target="../media/image-21-17.png"/><Relationship Id="rId18" Type="http://schemas.openxmlformats.org/officeDocument/2006/relationships/image" Target="../media/image-21-18.png"/><Relationship Id="rId19" Type="http://schemas.openxmlformats.org/officeDocument/2006/relationships/image" Target="../media/image-21-19.png"/><Relationship Id="rId20" Type="http://schemas.openxmlformats.org/officeDocument/2006/relationships/image" Target="../media/image-21-20.png"/><Relationship Id="rId21" Type="http://schemas.openxmlformats.org/officeDocument/2006/relationships/image" Target="../media/image-21-21.png"/><Relationship Id="rId22" Type="http://schemas.openxmlformats.org/officeDocument/2006/relationships/image" Target="../media/image-21-22.png"/><Relationship Id="rId23" Type="http://schemas.openxmlformats.org/officeDocument/2006/relationships/image" Target="../media/image-21-23.png"/><Relationship Id="rId24" Type="http://schemas.openxmlformats.org/officeDocument/2006/relationships/image" Target="../media/image-21-24.png"/><Relationship Id="rId25" Type="http://schemas.openxmlformats.org/officeDocument/2006/relationships/image" Target="../media/image-21-25.png"/><Relationship Id="rId26" Type="http://schemas.openxmlformats.org/officeDocument/2006/relationships/image" Target="../media/image-21-26.png"/><Relationship Id="rId27" Type="http://schemas.openxmlformats.org/officeDocument/2006/relationships/image" Target="../media/image-21-27.png"/><Relationship Id="rId28" Type="http://schemas.openxmlformats.org/officeDocument/2006/relationships/image" Target="../media/image-21-28.png"/><Relationship Id="rId29" Type="http://schemas.openxmlformats.org/officeDocument/2006/relationships/image" Target="../media/image-21-29.png"/><Relationship Id="rId30" Type="http://schemas.openxmlformats.org/officeDocument/2006/relationships/image" Target="../media/image-21-30.png"/><Relationship Id="rId31" Type="http://schemas.openxmlformats.org/officeDocument/2006/relationships/image" Target="../media/image-21-31.png"/><Relationship Id="rId32" Type="http://schemas.openxmlformats.org/officeDocument/2006/relationships/image" Target="../media/image-21-32.png"/><Relationship Id="rId33" Type="http://schemas.openxmlformats.org/officeDocument/2006/relationships/image" Target="../media/image-21-33.png"/><Relationship Id="rId34" Type="http://schemas.openxmlformats.org/officeDocument/2006/relationships/image" Target="../media/image-21-34.png"/><Relationship Id="rId35" Type="http://schemas.openxmlformats.org/officeDocument/2006/relationships/image" Target="../media/image-21-35.png"/><Relationship Id="rId36" Type="http://schemas.openxmlformats.org/officeDocument/2006/relationships/image" Target="../media/image-21-36.png"/><Relationship Id="rId37" Type="http://schemas.openxmlformats.org/officeDocument/2006/relationships/image" Target="../media/image-21-37.png"/><Relationship Id="rId38" Type="http://schemas.openxmlformats.org/officeDocument/2006/relationships/image" Target="../media/image-21-38.png"/><Relationship Id="rId39" Type="http://schemas.openxmlformats.org/officeDocument/2006/relationships/image" Target="../media/image-21-39.png"/><Relationship Id="rId40" Type="http://schemas.openxmlformats.org/officeDocument/2006/relationships/image" Target="../media/image-21-40.png"/><Relationship Id="rId41" Type="http://schemas.openxmlformats.org/officeDocument/2006/relationships/slideLayout" Target="../slideLayouts/slideLayout1.xml"/><Relationship Id="rId4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images\slide0_img1.png">    </p:cNvPr>
          <p:cNvPicPr>
            <a:picLocks noChangeAspect="1"/>
          </p:cNvPicPr>
          <p:nvPr/>
        </p:nvPicPr>
        <p:blipFill>
          <a:blip r:embed="rId1"/>
          <a:stretch>
            <a:fillRect/>
          </a:stretch>
        </p:blipFill>
        <p:spPr>
          <a:xfrm>
            <a:off x="0" y="7"/>
            <a:ext cx="9144003" cy="3196845"/>
          </a:xfrm>
          <a:prstGeom prst="rect">
            <a:avLst/>
          </a:prstGeom>
        </p:spPr>
      </p:pic>
      <p:sp>
        <p:nvSpPr>
          <p:cNvPr id="3" name="Text 0"/>
          <p:cNvSpPr/>
          <p:nvPr/>
        </p:nvSpPr>
        <p:spPr>
          <a:xfrm>
            <a:off x="1346132" y="3661498"/>
            <a:ext cx="6173400" cy="11205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5175" dirty="0">
                <a:solidFill>
                  <a:srgbClr val="191919"/>
                </a:solidFill>
                <a:latin typeface="Inter" pitchFamily="34" charset="0"/>
                <a:ea typeface="Inter" pitchFamily="34" charset="-122"/>
                <a:cs typeface="Inter" pitchFamily="34" charset="-120"/>
              </a:rPr>
              <a:t>Performance Review</a:t>
            </a:r>
            <a:endParaRPr lang="en-US" sz="1050" dirty="0"/>
          </a:p>
        </p:txBody>
      </p:sp>
      <p:sp>
        <p:nvSpPr>
          <p:cNvPr id="4" name="Shape 1"/>
          <p:cNvSpPr/>
          <p:nvPr/>
        </p:nvSpPr>
        <p:spPr>
          <a:xfrm>
            <a:off x="3760138" y="4714875"/>
            <a:ext cx="3937205" cy="0"/>
          </a:xfrm>
          <a:custGeom>
            <a:avLst/>
            <a:gdLst/>
            <a:ahLst/>
            <a:cxnLst/>
            <a:rect l="l" t="t" r="r" b="b"/>
            <a:pathLst>
              <a:path w="3937205" h="0">
                <a:moveTo>
                  <a:pt x="0" y="0"/>
                </a:moveTo>
                <a:lnTo>
                  <a:pt x="3937205" y="0"/>
                </a:lnTo>
              </a:path>
            </a:pathLst>
          </a:custGeom>
          <a:noFill/>
          <a:ln w="19050">
            <a:solidFill>
              <a:srgbClr val="000000"/>
            </a:solidFill>
            <a:prstDash val="solid"/>
            <a:headEnd type="none"/>
            <a:tailEnd type="arrow"/>
          </a:ln>
        </p:spPr>
      </p:sp>
      <p:sp>
        <p:nvSpPr>
          <p:cNvPr id="5" name="Text 2"/>
          <p:cNvSpPr/>
          <p:nvPr/>
        </p:nvSpPr>
        <p:spPr>
          <a:xfrm>
            <a:off x="381000" y="3636663"/>
            <a:ext cx="1049480" cy="24574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800" dirty="0">
                <a:solidFill>
                  <a:srgbClr val="191919"/>
                </a:solidFill>
                <a:latin typeface="IBM Plex Mono" pitchFamily="34" charset="0"/>
                <a:ea typeface="IBM Plex Mono" pitchFamily="34" charset="-122"/>
                <a:cs typeface="IBM Plex Mono" pitchFamily="34" charset="-120"/>
              </a:rPr>
              <a:t>Simple</a:t>
            </a:r>
            <a:endParaRPr lang="en-US" sz="1050" dirty="0"/>
          </a:p>
        </p:txBody>
      </p:sp>
      <p:sp>
        <p:nvSpPr>
          <p:cNvPr id="6" name="Text 3"/>
          <p:cNvSpPr/>
          <p:nvPr/>
        </p:nvSpPr>
        <p:spPr>
          <a:xfrm>
            <a:off x="381000" y="391477"/>
            <a:ext cx="1049480" cy="12287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COMPANY NAME</a:t>
            </a:r>
            <a:endParaRPr lang="en-US" sz="1050" dirty="0"/>
          </a:p>
        </p:txBody>
      </p:sp>
      <p:sp>
        <p:nvSpPr>
          <p:cNvPr id="7" name="Text 4"/>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
        <p:nvSpPr>
          <p:cNvPr id="8" name="Text 5"/>
          <p:cNvSpPr/>
          <p:nvPr/>
        </p:nvSpPr>
        <p:spPr>
          <a:xfrm>
            <a:off x="7830693" y="4526280"/>
            <a:ext cx="932307" cy="245745"/>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1800" dirty="0">
                <a:solidFill>
                  <a:srgbClr val="191919"/>
                </a:solidFill>
                <a:latin typeface="IBM Plex Mono" pitchFamily="34" charset="0"/>
                <a:ea typeface="IBM Plex Mono" pitchFamily="34" charset="-122"/>
                <a:cs typeface="IBM Plex Mono" pitchFamily="34" charset="-120"/>
              </a:rPr>
              <a:t>Slides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images\slide1_img2.png">    </p:cNvPr>
          <p:cNvPicPr>
            <a:picLocks noChangeAspect="1"/>
          </p:cNvPicPr>
          <p:nvPr/>
        </p:nvPicPr>
        <p:blipFill>
          <a:blip r:embed="rId1"/>
          <a:stretch>
            <a:fillRect/>
          </a:stretch>
        </p:blipFill>
        <p:spPr>
          <a:xfrm>
            <a:off x="0" y="7"/>
            <a:ext cx="9144003" cy="3196845"/>
          </a:xfrm>
          <a:prstGeom prst="rect">
            <a:avLst/>
          </a:prstGeom>
        </p:spPr>
      </p:pic>
      <p:sp>
        <p:nvSpPr>
          <p:cNvPr id="3" name="Text 0"/>
          <p:cNvSpPr/>
          <p:nvPr/>
        </p:nvSpPr>
        <p:spPr>
          <a:xfrm>
            <a:off x="381000" y="3626168"/>
            <a:ext cx="1378504" cy="18097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1.Introduction</a:t>
            </a:r>
            <a:endParaRPr lang="en-US" sz="1050" dirty="0"/>
          </a:p>
        </p:txBody>
      </p:sp>
      <p:sp>
        <p:nvSpPr>
          <p:cNvPr id="4" name="Text 1"/>
          <p:cNvSpPr/>
          <p:nvPr/>
        </p:nvSpPr>
        <p:spPr>
          <a:xfrm>
            <a:off x="3398099" y="3626168"/>
            <a:ext cx="1344942" cy="18097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2.Our Products</a:t>
            </a:r>
            <a:endParaRPr lang="en-US" sz="1050" dirty="0"/>
          </a:p>
        </p:txBody>
      </p:sp>
      <p:sp>
        <p:nvSpPr>
          <p:cNvPr id="5" name="Text 2"/>
          <p:cNvSpPr/>
          <p:nvPr/>
        </p:nvSpPr>
        <p:spPr>
          <a:xfrm>
            <a:off x="6622903" y="3626168"/>
            <a:ext cx="1005118" cy="18097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3.About Us</a:t>
            </a:r>
            <a:endParaRPr lang="en-US" sz="1050" dirty="0"/>
          </a:p>
        </p:txBody>
      </p:sp>
      <p:sp>
        <p:nvSpPr>
          <p:cNvPr id="6" name="Text 3"/>
          <p:cNvSpPr/>
          <p:nvPr/>
        </p:nvSpPr>
        <p:spPr>
          <a:xfrm>
            <a:off x="1885468" y="3604260"/>
            <a:ext cx="922200" cy="5586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Welcome</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Our Company</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Timeline</a:t>
            </a:r>
            <a:endParaRPr lang="en-US" sz="1050" dirty="0"/>
          </a:p>
        </p:txBody>
      </p:sp>
      <p:sp>
        <p:nvSpPr>
          <p:cNvPr id="7" name="Text 4"/>
          <p:cNvSpPr/>
          <p:nvPr/>
        </p:nvSpPr>
        <p:spPr>
          <a:xfrm>
            <a:off x="4902567" y="3604260"/>
            <a:ext cx="1084800" cy="11430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Our Services</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Our Project</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Image Gallery</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Market Research</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Pricing</a:t>
            </a:r>
            <a:endParaRPr lang="en-US" sz="1050" dirty="0"/>
          </a:p>
        </p:txBody>
      </p:sp>
      <p:sp>
        <p:nvSpPr>
          <p:cNvPr id="8" name="Text 5"/>
          <p:cNvSpPr/>
          <p:nvPr/>
        </p:nvSpPr>
        <p:spPr>
          <a:xfrm>
            <a:off x="7741399" y="3604260"/>
            <a:ext cx="1021500" cy="9483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Our History</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Team Members</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Our Founder</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Testimonials</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Contact</a:t>
            </a:r>
            <a:endParaRPr lang="en-US" sz="1050" dirty="0"/>
          </a:p>
        </p:txBody>
      </p:sp>
      <p:sp>
        <p:nvSpPr>
          <p:cNvPr id="9" name="Text 6"/>
          <p:cNvSpPr/>
          <p:nvPr/>
        </p:nvSpPr>
        <p:spPr>
          <a:xfrm>
            <a:off x="381000" y="413949"/>
            <a:ext cx="6881663" cy="635191"/>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5175" dirty="0">
                <a:solidFill>
                  <a:srgbClr val="191919"/>
                </a:solidFill>
                <a:latin typeface="Inter" pitchFamily="34" charset="0"/>
                <a:ea typeface="Inter" pitchFamily="34" charset="-122"/>
                <a:cs typeface="Inter" pitchFamily="34" charset="-120"/>
              </a:rPr>
              <a:t>Agenda</a:t>
            </a:r>
            <a:endParaRPr lang="en-US" sz="1050" dirty="0"/>
          </a:p>
        </p:txBody>
      </p:sp>
      <p:sp>
        <p:nvSpPr>
          <p:cNvPr id="10" name="Text 7"/>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377190"/>
            <a:ext cx="8382000" cy="4394835"/>
          </a:xfrm>
          <a:custGeom>
            <a:avLst/>
            <a:gdLst/>
            <a:ahLst/>
            <a:cxnLst/>
            <a:rect l="l" t="t" r="r" b="b"/>
            <a:pathLst>
              <a:path w="8382000" h="4394835">
                <a:moveTo>
                  <a:pt x="0" y="0"/>
                </a:moveTo>
                <a:lnTo>
                  <a:pt x="8382000" y="0"/>
                </a:lnTo>
                <a:lnTo>
                  <a:pt x="8382000" y="4394835"/>
                </a:lnTo>
                <a:lnTo>
                  <a:pt x="0" y="4394835"/>
                </a:lnTo>
                <a:lnTo>
                  <a:pt x="0" y="0"/>
                </a:lnTo>
                <a:close/>
              </a:path>
            </a:pathLst>
          </a:custGeom>
          <a:solidFill>
            <a:srgbClr val="FFFFFF">
              <a:alpha val="0"/>
            </a:srgbClr>
          </a:solidFill>
          <a:ln/>
        </p:spPr>
      </p:sp>
      <p:sp>
        <p:nvSpPr>
          <p:cNvPr id="3" name="Text 1"/>
          <p:cNvSpPr/>
          <p:nvPr/>
        </p:nvSpPr>
        <p:spPr>
          <a:xfrm>
            <a:off x="381000" y="377190"/>
            <a:ext cx="8382000" cy="4394835"/>
          </a:xfrm>
          <a:prstGeom prst="rect">
            <a:avLst/>
          </a:prstGeom>
          <a:noFill/>
          <a:ln/>
        </p:spPr>
        <p:txBody>
          <a:bodyPr wrap="square" rtlCol="0" anchor="t"/>
          <a:lstStyle/>
          <a:p>
            <a:pPr indent="0" marL="0">
              <a:spcBef>
                <a:spcPts val="375"/>
              </a:spcBef>
              <a:buNone/>
            </a:pPr>
            <a:endParaRPr lang="en-US" sz="1050" dirty="0"/>
          </a:p>
        </p:txBody>
      </p:sp>
      <p:pic>
        <p:nvPicPr>
          <p:cNvPr id="4" name="Image 0" descr="preencoded.png">    </p:cNvPr>
          <p:cNvPicPr>
            <a:picLocks noChangeAspect="1"/>
          </p:cNvPicPr>
          <p:nvPr/>
        </p:nvPicPr>
        <p:blipFill>
          <a:blip r:embed="rId1"/>
          <a:stretch>
            <a:fillRect/>
          </a:stretch>
        </p:blipFill>
        <p:spPr>
          <a:xfrm>
            <a:off x="381000" y="377190"/>
            <a:ext cx="8382000" cy="4394835"/>
          </a:xfrm>
          <a:prstGeom prst="rect">
            <a:avLst/>
          </a:prstGeom>
        </p:spPr>
      </p:pic>
      <p:sp>
        <p:nvSpPr>
          <p:cNvPr id="5" name="Text 2"/>
          <p:cNvSpPr/>
          <p:nvPr/>
        </p:nvSpPr>
        <p:spPr>
          <a:xfrm>
            <a:off x="4572000" y="3110100"/>
            <a:ext cx="3883200" cy="7044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5175" dirty="0">
                <a:solidFill>
                  <a:srgbClr val="191919"/>
                </a:solidFill>
                <a:latin typeface="Inter" pitchFamily="34" charset="0"/>
                <a:ea typeface="Inter" pitchFamily="34" charset="-122"/>
                <a:cs typeface="Inter" pitchFamily="34" charset="-120"/>
              </a:rPr>
              <a:t>Introduction</a:t>
            </a:r>
            <a:endParaRPr lang="en-US" sz="1050" dirty="0"/>
          </a:p>
        </p:txBody>
      </p:sp>
      <p:sp>
        <p:nvSpPr>
          <p:cNvPr id="6" name="Text 3"/>
          <p:cNvSpPr/>
          <p:nvPr/>
        </p:nvSpPr>
        <p:spPr>
          <a:xfrm>
            <a:off x="974307" y="3110099"/>
            <a:ext cx="669076" cy="635191"/>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5175" dirty="0">
                <a:solidFill>
                  <a:srgbClr val="191919"/>
                </a:solidFill>
                <a:latin typeface="Inter" pitchFamily="34" charset="0"/>
                <a:ea typeface="Inter" pitchFamily="34" charset="-122"/>
                <a:cs typeface="Inter" pitchFamily="34" charset="-120"/>
              </a:rPr>
              <a:t>1.</a:t>
            </a:r>
            <a:endParaRPr lang="en-US" sz="1050" dirty="0"/>
          </a:p>
        </p:txBody>
      </p:sp>
      <p:sp>
        <p:nvSpPr>
          <p:cNvPr id="7" name="Text 4"/>
          <p:cNvSpPr/>
          <p:nvPr/>
        </p:nvSpPr>
        <p:spPr>
          <a:xfrm>
            <a:off x="4572000" y="3878640"/>
            <a:ext cx="2660400" cy="5295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575" dirty="0">
                <a:solidFill>
                  <a:srgbClr val="191919"/>
                </a:solidFill>
                <a:latin typeface="Inter" pitchFamily="34" charset="0"/>
                <a:ea typeface="Inter" pitchFamily="34" charset="-122"/>
                <a:cs typeface="Inter" pitchFamily="34" charset="-120"/>
              </a:rPr>
              <a:t>Elaborate on what you want to discuss.</a:t>
            </a:r>
            <a:endParaRPr lang="en-US" sz="1050" dirty="0"/>
          </a:p>
        </p:txBody>
      </p:sp>
      <p:sp>
        <p:nvSpPr>
          <p:cNvPr id="8" name="Shape 5"/>
          <p:cNvSpPr/>
          <p:nvPr/>
        </p:nvSpPr>
        <p:spPr>
          <a:xfrm>
            <a:off x="1712616" y="3579107"/>
            <a:ext cx="2526009" cy="0"/>
          </a:xfrm>
          <a:custGeom>
            <a:avLst/>
            <a:gdLst/>
            <a:ahLst/>
            <a:cxnLst/>
            <a:rect l="l" t="t" r="r" b="b"/>
            <a:pathLst>
              <a:path w="2526009" h="0">
                <a:moveTo>
                  <a:pt x="0" y="0"/>
                </a:moveTo>
                <a:lnTo>
                  <a:pt x="2526009" y="0"/>
                </a:lnTo>
              </a:path>
            </a:pathLst>
          </a:custGeom>
          <a:noFill/>
          <a:ln w="19050">
            <a:solidFill>
              <a:srgbClr val="000000"/>
            </a:solidFill>
            <a:prstDash val="solid"/>
            <a:headEnd type="none"/>
            <a:tailEnd type="arrow"/>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images\slide3_img4.jpeg">    </p:cNvPr>
          <p:cNvPicPr>
            <a:picLocks noChangeAspect="1"/>
          </p:cNvPicPr>
          <p:nvPr/>
        </p:nvPicPr>
        <p:blipFill>
          <a:blip r:embed="rId1"/>
          <a:srcRect l="21941" r="20185" t="0" b="0"/>
          <a:stretch/>
        </p:blipFill>
        <p:spPr>
          <a:xfrm>
            <a:off x="381000" y="763825"/>
            <a:ext cx="3649988" cy="4204488"/>
          </a:xfrm>
          <a:prstGeom prst="rect">
            <a:avLst/>
          </a:prstGeom>
        </p:spPr>
      </p:pic>
      <p:sp>
        <p:nvSpPr>
          <p:cNvPr id="3" name="Text 0"/>
          <p:cNvSpPr/>
          <p:nvPr/>
        </p:nvSpPr>
        <p:spPr>
          <a:xfrm>
            <a:off x="4654247" y="825738"/>
            <a:ext cx="4108800" cy="9852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3150" dirty="0">
                <a:solidFill>
                  <a:srgbClr val="191919"/>
                </a:solidFill>
                <a:latin typeface="Inter" pitchFamily="34" charset="0"/>
                <a:ea typeface="Inter" pitchFamily="34" charset="-122"/>
                <a:cs typeface="Inter" pitchFamily="34" charset="-120"/>
              </a:rPr>
              <a:t>Welcome To Presentation</a:t>
            </a:r>
            <a:endParaRPr lang="en-US" sz="1050" dirty="0"/>
          </a:p>
        </p:txBody>
      </p:sp>
      <p:sp>
        <p:nvSpPr>
          <p:cNvPr id="4" name="Text 1"/>
          <p:cNvSpPr/>
          <p:nvPr/>
        </p:nvSpPr>
        <p:spPr>
          <a:xfrm>
            <a:off x="4654247" y="2033628"/>
            <a:ext cx="3242100" cy="5586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BM Plex Mono" pitchFamily="34" charset="0"/>
                <a:ea typeface="IBM Plex Mono" pitchFamily="34" charset="-122"/>
                <a:cs typeface="IBM Plex Mono" pitchFamily="34" charset="-120"/>
              </a:rPr>
              <a:t>I'm Rain, and I'll be sharing with you my beautiful ideas. Follow me at @reallygreatsite to learn more.</a:t>
            </a:r>
            <a:endParaRPr lang="en-US" sz="1050" dirty="0"/>
          </a:p>
        </p:txBody>
      </p:sp>
      <p:sp>
        <p:nvSpPr>
          <p:cNvPr id="5" name="Text 2"/>
          <p:cNvSpPr/>
          <p:nvPr/>
        </p:nvSpPr>
        <p:spPr>
          <a:xfrm>
            <a:off x="4654247" y="2965524"/>
            <a:ext cx="4108800" cy="17271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Lorem ipsum dolor sit amet, consectetur adipiscing elit. Integer vitae leo sapien. Morbi eget dictum turpis. Class aptent taciti sociosqu ad litora torquent per conubia nostra, per inceptos himenaeos. Aliquam euismod pharetra laoreet. Phasellus et nisl at eros maximus luctus. Maecenas ornare ligula euismod sagittis pretium. Nunc vestibulum dictum nulla, sed aliquet metus ornare eu. Class aptent taciti sociosqu ad litora torquent per conubia nostra, per inceptos himenaeos. Phasellus vel nunc et sem commodo blandit fermentum id ex.</a:t>
            </a:r>
            <a:endParaRPr lang="en-US" sz="1050" dirty="0"/>
          </a:p>
        </p:txBody>
      </p:sp>
      <p:sp>
        <p:nvSpPr>
          <p:cNvPr id="6" name="Text 3"/>
          <p:cNvSpPr/>
          <p:nvPr/>
        </p:nvSpPr>
        <p:spPr>
          <a:xfrm>
            <a:off x="381000" y="391477"/>
            <a:ext cx="1049480" cy="12287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COMPANY NAME</a:t>
            </a:r>
            <a:endParaRPr lang="en-US" sz="1050" dirty="0"/>
          </a:p>
        </p:txBody>
      </p:sp>
      <p:sp>
        <p:nvSpPr>
          <p:cNvPr id="7" name="Text 4"/>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4350" y="2787950"/>
            <a:ext cx="2371200" cy="3639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Briefly elaborate on what you want to discuss.</a:t>
            </a:r>
            <a:endParaRPr lang="en-US" sz="1050" dirty="0"/>
          </a:p>
        </p:txBody>
      </p:sp>
      <p:sp>
        <p:nvSpPr>
          <p:cNvPr id="3" name="Text 1"/>
          <p:cNvSpPr/>
          <p:nvPr/>
        </p:nvSpPr>
        <p:spPr>
          <a:xfrm>
            <a:off x="514350" y="4221476"/>
            <a:ext cx="2371200" cy="3639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Briefly elaborate on what you want to discuss.</a:t>
            </a:r>
            <a:endParaRPr lang="en-US" sz="1050" dirty="0"/>
          </a:p>
        </p:txBody>
      </p:sp>
      <p:pic>
        <p:nvPicPr>
          <p:cNvPr id="4" name="Image 0" descr="./images\slide4_img5.jpeg">    </p:cNvPr>
          <p:cNvPicPr>
            <a:picLocks noChangeAspect="1"/>
          </p:cNvPicPr>
          <p:nvPr/>
        </p:nvPicPr>
        <p:blipFill>
          <a:blip r:embed="rId1"/>
          <a:srcRect l="21948" r="20192" t="0" b="0"/>
          <a:stretch/>
        </p:blipFill>
        <p:spPr>
          <a:xfrm>
            <a:off x="4960930" y="763825"/>
            <a:ext cx="3649988" cy="4204488"/>
          </a:xfrm>
          <a:prstGeom prst="rect">
            <a:avLst/>
          </a:prstGeom>
        </p:spPr>
      </p:pic>
      <p:sp>
        <p:nvSpPr>
          <p:cNvPr id="5" name="Text 2"/>
          <p:cNvSpPr/>
          <p:nvPr/>
        </p:nvSpPr>
        <p:spPr>
          <a:xfrm>
            <a:off x="381000" y="825738"/>
            <a:ext cx="2650320" cy="4241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3150" dirty="0">
                <a:solidFill>
                  <a:srgbClr val="191919"/>
                </a:solidFill>
                <a:latin typeface="Inter" pitchFamily="34" charset="0"/>
                <a:ea typeface="Inter" pitchFamily="34" charset="-122"/>
                <a:cs typeface="Inter" pitchFamily="34" charset="-120"/>
              </a:rPr>
              <a:t>Our Company</a:t>
            </a:r>
            <a:endParaRPr lang="en-US" sz="1050" dirty="0"/>
          </a:p>
        </p:txBody>
      </p:sp>
      <p:sp>
        <p:nvSpPr>
          <p:cNvPr id="6" name="Text 3"/>
          <p:cNvSpPr/>
          <p:nvPr/>
        </p:nvSpPr>
        <p:spPr>
          <a:xfrm>
            <a:off x="514350" y="3819716"/>
            <a:ext cx="2292063" cy="18097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What we do?</a:t>
            </a:r>
            <a:endParaRPr lang="en-US" sz="1050" dirty="0"/>
          </a:p>
        </p:txBody>
      </p:sp>
      <p:sp>
        <p:nvSpPr>
          <p:cNvPr id="7" name="Text 4"/>
          <p:cNvSpPr/>
          <p:nvPr/>
        </p:nvSpPr>
        <p:spPr>
          <a:xfrm>
            <a:off x="514350" y="2448083"/>
            <a:ext cx="2292063" cy="18097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Who we are?</a:t>
            </a:r>
            <a:endParaRPr lang="en-US" sz="1050" dirty="0"/>
          </a:p>
        </p:txBody>
      </p:sp>
      <p:sp>
        <p:nvSpPr>
          <p:cNvPr id="8" name="Text 5"/>
          <p:cNvSpPr/>
          <p:nvPr/>
        </p:nvSpPr>
        <p:spPr>
          <a:xfrm>
            <a:off x="381000" y="391477"/>
            <a:ext cx="1049480" cy="12287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COMPANY NAME</a:t>
            </a:r>
            <a:endParaRPr lang="en-US" sz="1050" dirty="0"/>
          </a:p>
        </p:txBody>
      </p:sp>
      <p:sp>
        <p:nvSpPr>
          <p:cNvPr id="9" name="Text 6"/>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685587"/>
            <a:ext cx="9144000" cy="0"/>
          </a:xfrm>
          <a:custGeom>
            <a:avLst/>
            <a:gdLst/>
            <a:ahLst/>
            <a:cxnLst/>
            <a:rect l="l" t="t" r="r" b="b"/>
            <a:pathLst>
              <a:path w="9144000" h="0">
                <a:moveTo>
                  <a:pt x="0" y="0"/>
                </a:moveTo>
                <a:lnTo>
                  <a:pt x="9144000" y="0"/>
                </a:lnTo>
              </a:path>
            </a:pathLst>
          </a:custGeom>
          <a:noFill/>
          <a:ln w="9525">
            <a:solidFill>
              <a:srgbClr val="000000"/>
            </a:solidFill>
            <a:prstDash val="solid"/>
            <a:headEnd type="none"/>
            <a:tailEnd type="arrow"/>
          </a:ln>
        </p:spPr>
      </p:sp>
      <p:sp>
        <p:nvSpPr>
          <p:cNvPr id="3" name="Shape 1"/>
          <p:cNvSpPr/>
          <p:nvPr/>
        </p:nvSpPr>
        <p:spPr>
          <a:xfrm>
            <a:off x="2340146" y="2637961"/>
            <a:ext cx="95250" cy="95250"/>
          </a:xfrm>
          <a:custGeom>
            <a:avLst/>
            <a:gdLst/>
            <a:ahLst/>
            <a:cxnLst/>
            <a:rect l="l" t="t" r="r" b="b"/>
            <a:pathLst>
              <a:path w="95250" h="95250">
                <a:moveTo>
                  <a:pt x="47625" y="0"/>
                </a:moveTo>
                <a:cubicBezTo>
                  <a:pt x="21322" y="0"/>
                  <a:pt x="0" y="21322"/>
                  <a:pt x="0" y="47625"/>
                </a:cubicBezTo>
                <a:cubicBezTo>
                  <a:pt x="0" y="73928"/>
                  <a:pt x="21322" y="95250"/>
                  <a:pt x="47625" y="95250"/>
                </a:cubicBezTo>
                <a:cubicBezTo>
                  <a:pt x="73928" y="95250"/>
                  <a:pt x="95250" y="73928"/>
                  <a:pt x="95250" y="47625"/>
                </a:cubicBezTo>
                <a:cubicBezTo>
                  <a:pt x="95250" y="21322"/>
                  <a:pt x="73928" y="0"/>
                  <a:pt x="47625" y="0"/>
                </a:cubicBezTo>
                <a:close/>
              </a:path>
            </a:pathLst>
          </a:custGeom>
          <a:solidFill>
            <a:srgbClr val="191919"/>
          </a:solidFill>
          <a:ln/>
        </p:spPr>
      </p:sp>
      <p:sp>
        <p:nvSpPr>
          <p:cNvPr id="4" name="Text 2"/>
          <p:cNvSpPr/>
          <p:nvPr/>
        </p:nvSpPr>
        <p:spPr>
          <a:xfrm>
            <a:off x="2340146" y="2637961"/>
            <a:ext cx="95250" cy="95250"/>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5" name="Shape 3"/>
          <p:cNvSpPr/>
          <p:nvPr/>
        </p:nvSpPr>
        <p:spPr>
          <a:xfrm>
            <a:off x="4483867" y="2641155"/>
            <a:ext cx="95250" cy="95250"/>
          </a:xfrm>
          <a:custGeom>
            <a:avLst/>
            <a:gdLst/>
            <a:ahLst/>
            <a:cxnLst/>
            <a:rect l="l" t="t" r="r" b="b"/>
            <a:pathLst>
              <a:path w="95250" h="95250">
                <a:moveTo>
                  <a:pt x="47625" y="0"/>
                </a:moveTo>
                <a:cubicBezTo>
                  <a:pt x="21322" y="0"/>
                  <a:pt x="0" y="21322"/>
                  <a:pt x="0" y="47625"/>
                </a:cubicBezTo>
                <a:cubicBezTo>
                  <a:pt x="0" y="73928"/>
                  <a:pt x="21322" y="95250"/>
                  <a:pt x="47625" y="95250"/>
                </a:cubicBezTo>
                <a:cubicBezTo>
                  <a:pt x="73928" y="95250"/>
                  <a:pt x="95250" y="73928"/>
                  <a:pt x="95250" y="47625"/>
                </a:cubicBezTo>
                <a:cubicBezTo>
                  <a:pt x="95250" y="21322"/>
                  <a:pt x="73928" y="0"/>
                  <a:pt x="47625" y="0"/>
                </a:cubicBezTo>
                <a:close/>
              </a:path>
            </a:pathLst>
          </a:custGeom>
          <a:solidFill>
            <a:srgbClr val="191919"/>
          </a:solidFill>
          <a:ln/>
        </p:spPr>
      </p:sp>
      <p:sp>
        <p:nvSpPr>
          <p:cNvPr id="6" name="Text 4"/>
          <p:cNvSpPr/>
          <p:nvPr/>
        </p:nvSpPr>
        <p:spPr>
          <a:xfrm>
            <a:off x="4483867" y="2641155"/>
            <a:ext cx="95250" cy="95250"/>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7" name="Shape 5"/>
          <p:cNvSpPr/>
          <p:nvPr/>
        </p:nvSpPr>
        <p:spPr>
          <a:xfrm>
            <a:off x="6627587" y="2641155"/>
            <a:ext cx="95250" cy="95250"/>
          </a:xfrm>
          <a:custGeom>
            <a:avLst/>
            <a:gdLst/>
            <a:ahLst/>
            <a:cxnLst/>
            <a:rect l="l" t="t" r="r" b="b"/>
            <a:pathLst>
              <a:path w="95250" h="95250">
                <a:moveTo>
                  <a:pt x="47625" y="0"/>
                </a:moveTo>
                <a:cubicBezTo>
                  <a:pt x="21322" y="0"/>
                  <a:pt x="0" y="21322"/>
                  <a:pt x="0" y="47625"/>
                </a:cubicBezTo>
                <a:cubicBezTo>
                  <a:pt x="0" y="73928"/>
                  <a:pt x="21322" y="95250"/>
                  <a:pt x="47625" y="95250"/>
                </a:cubicBezTo>
                <a:cubicBezTo>
                  <a:pt x="73928" y="95250"/>
                  <a:pt x="95250" y="73928"/>
                  <a:pt x="95250" y="47625"/>
                </a:cubicBezTo>
                <a:cubicBezTo>
                  <a:pt x="95250" y="21322"/>
                  <a:pt x="73928" y="0"/>
                  <a:pt x="47625" y="0"/>
                </a:cubicBezTo>
                <a:close/>
              </a:path>
            </a:pathLst>
          </a:custGeom>
          <a:solidFill>
            <a:srgbClr val="191919"/>
          </a:solidFill>
          <a:ln/>
        </p:spPr>
      </p:sp>
      <p:sp>
        <p:nvSpPr>
          <p:cNvPr id="8" name="Text 6"/>
          <p:cNvSpPr/>
          <p:nvPr/>
        </p:nvSpPr>
        <p:spPr>
          <a:xfrm>
            <a:off x="6627587" y="2641155"/>
            <a:ext cx="95250" cy="95250"/>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9" name="Text 7"/>
          <p:cNvSpPr/>
          <p:nvPr/>
        </p:nvSpPr>
        <p:spPr>
          <a:xfrm>
            <a:off x="1546540" y="3000375"/>
            <a:ext cx="1682463" cy="18097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PHASE 1</a:t>
            </a:r>
            <a:endParaRPr lang="en-US" sz="1050" dirty="0"/>
          </a:p>
        </p:txBody>
      </p:sp>
      <p:sp>
        <p:nvSpPr>
          <p:cNvPr id="10" name="Text 8"/>
          <p:cNvSpPr/>
          <p:nvPr/>
        </p:nvSpPr>
        <p:spPr>
          <a:xfrm>
            <a:off x="3690260" y="3000375"/>
            <a:ext cx="1682463" cy="18097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PHASE 1</a:t>
            </a:r>
            <a:endParaRPr lang="en-US" sz="1050" dirty="0"/>
          </a:p>
        </p:txBody>
      </p:sp>
      <p:sp>
        <p:nvSpPr>
          <p:cNvPr id="11" name="Text 9"/>
          <p:cNvSpPr/>
          <p:nvPr/>
        </p:nvSpPr>
        <p:spPr>
          <a:xfrm>
            <a:off x="5833980" y="3000375"/>
            <a:ext cx="1682462" cy="18097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PHASE 1</a:t>
            </a:r>
            <a:endParaRPr lang="en-US" sz="1050" dirty="0"/>
          </a:p>
        </p:txBody>
      </p:sp>
      <p:sp>
        <p:nvSpPr>
          <p:cNvPr id="12" name="Text 10"/>
          <p:cNvSpPr/>
          <p:nvPr/>
        </p:nvSpPr>
        <p:spPr>
          <a:xfrm>
            <a:off x="1546540" y="3402139"/>
            <a:ext cx="1682463" cy="36385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Elaborate on what you</a:t>
            </a:r>
            <a:endParaRPr lang="en-US" sz="1050" dirty="0"/>
          </a:p>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want to discuss.</a:t>
            </a:r>
            <a:endParaRPr lang="en-US" sz="1050" dirty="0"/>
          </a:p>
        </p:txBody>
      </p:sp>
      <p:sp>
        <p:nvSpPr>
          <p:cNvPr id="13" name="Text 11"/>
          <p:cNvSpPr/>
          <p:nvPr/>
        </p:nvSpPr>
        <p:spPr>
          <a:xfrm>
            <a:off x="3690260" y="3402139"/>
            <a:ext cx="1682463" cy="36385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Elaborate on what you</a:t>
            </a:r>
            <a:endParaRPr lang="en-US" sz="1050" dirty="0"/>
          </a:p>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want to discuss.</a:t>
            </a:r>
            <a:endParaRPr lang="en-US" sz="1050" dirty="0"/>
          </a:p>
        </p:txBody>
      </p:sp>
      <p:sp>
        <p:nvSpPr>
          <p:cNvPr id="14" name="Text 12"/>
          <p:cNvSpPr/>
          <p:nvPr/>
        </p:nvSpPr>
        <p:spPr>
          <a:xfrm>
            <a:off x="5833980" y="3402139"/>
            <a:ext cx="1682462" cy="36385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Elaborate on what you</a:t>
            </a:r>
            <a:endParaRPr lang="en-US" sz="1050" dirty="0"/>
          </a:p>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want to discuss.</a:t>
            </a:r>
            <a:endParaRPr lang="en-US" sz="1050" dirty="0"/>
          </a:p>
        </p:txBody>
      </p:sp>
      <p:sp>
        <p:nvSpPr>
          <p:cNvPr id="15" name="Text 13"/>
          <p:cNvSpPr/>
          <p:nvPr/>
        </p:nvSpPr>
        <p:spPr>
          <a:xfrm>
            <a:off x="381000" y="825738"/>
            <a:ext cx="2650320" cy="4241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3150" dirty="0">
                <a:solidFill>
                  <a:srgbClr val="191919"/>
                </a:solidFill>
                <a:latin typeface="Inter" pitchFamily="34" charset="0"/>
                <a:ea typeface="Inter" pitchFamily="34" charset="-122"/>
                <a:cs typeface="Inter" pitchFamily="34" charset="-120"/>
              </a:rPr>
              <a:t>Timeline</a:t>
            </a:r>
            <a:endParaRPr lang="en-US" sz="1050" dirty="0"/>
          </a:p>
        </p:txBody>
      </p:sp>
      <p:sp>
        <p:nvSpPr>
          <p:cNvPr id="16" name="Text 14"/>
          <p:cNvSpPr/>
          <p:nvPr/>
        </p:nvSpPr>
        <p:spPr>
          <a:xfrm>
            <a:off x="381000" y="391477"/>
            <a:ext cx="1049480" cy="12287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COMPANY NAME</a:t>
            </a:r>
            <a:endParaRPr lang="en-US" sz="1050" dirty="0"/>
          </a:p>
        </p:txBody>
      </p:sp>
      <p:sp>
        <p:nvSpPr>
          <p:cNvPr id="17" name="Text 15"/>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377190"/>
            <a:ext cx="8382000" cy="4394835"/>
          </a:xfrm>
          <a:custGeom>
            <a:avLst/>
            <a:gdLst/>
            <a:ahLst/>
            <a:cxnLst/>
            <a:rect l="l" t="t" r="r" b="b"/>
            <a:pathLst>
              <a:path w="8382000" h="4394835">
                <a:moveTo>
                  <a:pt x="0" y="0"/>
                </a:moveTo>
                <a:lnTo>
                  <a:pt x="8382000" y="0"/>
                </a:lnTo>
                <a:lnTo>
                  <a:pt x="8382000" y="4394835"/>
                </a:lnTo>
                <a:lnTo>
                  <a:pt x="0" y="4394835"/>
                </a:lnTo>
                <a:lnTo>
                  <a:pt x="0" y="0"/>
                </a:lnTo>
                <a:close/>
              </a:path>
            </a:pathLst>
          </a:custGeom>
          <a:solidFill>
            <a:srgbClr val="FFFFFF">
              <a:alpha val="0"/>
            </a:srgbClr>
          </a:solidFill>
          <a:ln/>
        </p:spPr>
      </p:sp>
      <p:sp>
        <p:nvSpPr>
          <p:cNvPr id="3" name="Text 1"/>
          <p:cNvSpPr/>
          <p:nvPr/>
        </p:nvSpPr>
        <p:spPr>
          <a:xfrm>
            <a:off x="381000" y="377190"/>
            <a:ext cx="8382000" cy="4394835"/>
          </a:xfrm>
          <a:prstGeom prst="rect">
            <a:avLst/>
          </a:prstGeom>
          <a:noFill/>
          <a:ln/>
        </p:spPr>
        <p:txBody>
          <a:bodyPr wrap="square" rtlCol="0" anchor="t"/>
          <a:lstStyle/>
          <a:p>
            <a:pPr indent="0" marL="0">
              <a:spcBef>
                <a:spcPts val="375"/>
              </a:spcBef>
              <a:buNone/>
            </a:pPr>
            <a:endParaRPr lang="en-US" sz="1050" dirty="0"/>
          </a:p>
        </p:txBody>
      </p:sp>
      <p:pic>
        <p:nvPicPr>
          <p:cNvPr id="4" name="Image 0" descr="preencoded.png">    </p:cNvPr>
          <p:cNvPicPr>
            <a:picLocks noChangeAspect="1"/>
          </p:cNvPicPr>
          <p:nvPr/>
        </p:nvPicPr>
        <p:blipFill>
          <a:blip r:embed="rId1"/>
          <a:stretch>
            <a:fillRect/>
          </a:stretch>
        </p:blipFill>
        <p:spPr>
          <a:xfrm>
            <a:off x="381000" y="377190"/>
            <a:ext cx="8382000" cy="4394835"/>
          </a:xfrm>
          <a:prstGeom prst="rect">
            <a:avLst/>
          </a:prstGeom>
        </p:spPr>
      </p:pic>
      <p:sp>
        <p:nvSpPr>
          <p:cNvPr id="5" name="Text 2"/>
          <p:cNvSpPr/>
          <p:nvPr/>
        </p:nvSpPr>
        <p:spPr>
          <a:xfrm>
            <a:off x="4572000" y="2529074"/>
            <a:ext cx="3689100" cy="11205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5175" dirty="0">
                <a:solidFill>
                  <a:srgbClr val="191919"/>
                </a:solidFill>
                <a:latin typeface="Inter" pitchFamily="34" charset="0"/>
                <a:ea typeface="Inter" pitchFamily="34" charset="-122"/>
                <a:cs typeface="Inter" pitchFamily="34" charset="-120"/>
              </a:rPr>
              <a:t>Our Products</a:t>
            </a:r>
            <a:endParaRPr lang="en-US" sz="1050" dirty="0"/>
          </a:p>
        </p:txBody>
      </p:sp>
      <p:sp>
        <p:nvSpPr>
          <p:cNvPr id="6" name="Text 3"/>
          <p:cNvSpPr/>
          <p:nvPr/>
        </p:nvSpPr>
        <p:spPr>
          <a:xfrm>
            <a:off x="974307" y="3110099"/>
            <a:ext cx="669076" cy="635191"/>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5175" dirty="0">
                <a:solidFill>
                  <a:srgbClr val="191919"/>
                </a:solidFill>
                <a:latin typeface="Inter" pitchFamily="34" charset="0"/>
                <a:ea typeface="Inter" pitchFamily="34" charset="-122"/>
                <a:cs typeface="Inter" pitchFamily="34" charset="-120"/>
              </a:rPr>
              <a:t>2.</a:t>
            </a:r>
            <a:endParaRPr lang="en-US" sz="1050" dirty="0"/>
          </a:p>
        </p:txBody>
      </p:sp>
      <p:sp>
        <p:nvSpPr>
          <p:cNvPr id="7" name="Text 4"/>
          <p:cNvSpPr/>
          <p:nvPr/>
        </p:nvSpPr>
        <p:spPr>
          <a:xfrm>
            <a:off x="4572000" y="3878640"/>
            <a:ext cx="2660400" cy="5295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575" dirty="0">
                <a:solidFill>
                  <a:srgbClr val="191919"/>
                </a:solidFill>
                <a:latin typeface="Inter" pitchFamily="34" charset="0"/>
                <a:ea typeface="Inter" pitchFamily="34" charset="-122"/>
                <a:cs typeface="Inter" pitchFamily="34" charset="-120"/>
              </a:rPr>
              <a:t>Elaborate on what you want to discuss.</a:t>
            </a:r>
            <a:endParaRPr lang="en-US" sz="1050" dirty="0"/>
          </a:p>
        </p:txBody>
      </p:sp>
      <p:sp>
        <p:nvSpPr>
          <p:cNvPr id="8" name="Shape 5"/>
          <p:cNvSpPr/>
          <p:nvPr/>
        </p:nvSpPr>
        <p:spPr>
          <a:xfrm>
            <a:off x="1712616" y="3579107"/>
            <a:ext cx="2526009" cy="0"/>
          </a:xfrm>
          <a:custGeom>
            <a:avLst/>
            <a:gdLst/>
            <a:ahLst/>
            <a:cxnLst/>
            <a:rect l="l" t="t" r="r" b="b"/>
            <a:pathLst>
              <a:path w="2526009" h="0">
                <a:moveTo>
                  <a:pt x="0" y="0"/>
                </a:moveTo>
                <a:lnTo>
                  <a:pt x="2526009" y="0"/>
                </a:lnTo>
              </a:path>
            </a:pathLst>
          </a:custGeom>
          <a:noFill/>
          <a:ln w="19050">
            <a:solidFill>
              <a:srgbClr val="000000"/>
            </a:solidFill>
            <a:prstDash val="solid"/>
            <a:headEnd type="none"/>
            <a:tailEnd type="arrow"/>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images\slide7_img7.jpeg">    </p:cNvPr>
          <p:cNvPicPr>
            <a:picLocks noChangeAspect="1"/>
          </p:cNvPicPr>
          <p:nvPr/>
        </p:nvPicPr>
        <p:blipFill>
          <a:blip r:embed="rId1"/>
          <a:srcRect l="0" r="0" t="37042" b="34078"/>
          <a:stretch/>
        </p:blipFill>
        <p:spPr>
          <a:xfrm>
            <a:off x="0" y="3492985"/>
            <a:ext cx="8778240" cy="1584494"/>
          </a:xfrm>
          <a:prstGeom prst="rect">
            <a:avLst/>
          </a:prstGeom>
        </p:spPr>
      </p:pic>
      <p:sp>
        <p:nvSpPr>
          <p:cNvPr id="3" name="Text 0"/>
          <p:cNvSpPr/>
          <p:nvPr/>
        </p:nvSpPr>
        <p:spPr>
          <a:xfrm>
            <a:off x="950178" y="1569897"/>
            <a:ext cx="1935376" cy="1828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Service One</a:t>
            </a:r>
            <a:endParaRPr lang="en-US" sz="1050" dirty="0"/>
          </a:p>
        </p:txBody>
      </p:sp>
      <p:sp>
        <p:nvSpPr>
          <p:cNvPr id="4" name="Text 1"/>
          <p:cNvSpPr/>
          <p:nvPr/>
        </p:nvSpPr>
        <p:spPr>
          <a:xfrm>
            <a:off x="3577825" y="1569897"/>
            <a:ext cx="1935376" cy="1828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Service Two</a:t>
            </a:r>
            <a:endParaRPr lang="en-US" sz="1050" dirty="0"/>
          </a:p>
        </p:txBody>
      </p:sp>
      <p:sp>
        <p:nvSpPr>
          <p:cNvPr id="5" name="Text 2"/>
          <p:cNvSpPr/>
          <p:nvPr/>
        </p:nvSpPr>
        <p:spPr>
          <a:xfrm>
            <a:off x="3577825" y="2519809"/>
            <a:ext cx="1935376" cy="1828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Service Five</a:t>
            </a:r>
            <a:endParaRPr lang="en-US" sz="1050" dirty="0"/>
          </a:p>
        </p:txBody>
      </p:sp>
      <p:sp>
        <p:nvSpPr>
          <p:cNvPr id="6" name="Text 3"/>
          <p:cNvSpPr/>
          <p:nvPr/>
        </p:nvSpPr>
        <p:spPr>
          <a:xfrm>
            <a:off x="6203763" y="2519809"/>
            <a:ext cx="1935376" cy="1828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Service Six</a:t>
            </a:r>
            <a:endParaRPr lang="en-US" sz="1050" dirty="0"/>
          </a:p>
        </p:txBody>
      </p:sp>
      <p:sp>
        <p:nvSpPr>
          <p:cNvPr id="7" name="Text 4"/>
          <p:cNvSpPr/>
          <p:nvPr/>
        </p:nvSpPr>
        <p:spPr>
          <a:xfrm>
            <a:off x="6203763" y="1569897"/>
            <a:ext cx="1935376" cy="1828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Service Three</a:t>
            </a:r>
            <a:endParaRPr lang="en-US" sz="1050" dirty="0"/>
          </a:p>
        </p:txBody>
      </p:sp>
      <p:sp>
        <p:nvSpPr>
          <p:cNvPr id="8" name="Text 5"/>
          <p:cNvSpPr/>
          <p:nvPr/>
        </p:nvSpPr>
        <p:spPr>
          <a:xfrm>
            <a:off x="950178" y="2519809"/>
            <a:ext cx="1935376" cy="1828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Service Four</a:t>
            </a:r>
            <a:endParaRPr lang="en-US" sz="1050" dirty="0"/>
          </a:p>
        </p:txBody>
      </p:sp>
      <p:sp>
        <p:nvSpPr>
          <p:cNvPr id="9" name="Text 6"/>
          <p:cNvSpPr/>
          <p:nvPr/>
        </p:nvSpPr>
        <p:spPr>
          <a:xfrm>
            <a:off x="950178" y="1820188"/>
            <a:ext cx="1935376" cy="36385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Elaborate on what you</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want to discuss.</a:t>
            </a:r>
            <a:endParaRPr lang="en-US" sz="1050" dirty="0"/>
          </a:p>
        </p:txBody>
      </p:sp>
      <p:sp>
        <p:nvSpPr>
          <p:cNvPr id="10" name="Text 7"/>
          <p:cNvSpPr/>
          <p:nvPr/>
        </p:nvSpPr>
        <p:spPr>
          <a:xfrm>
            <a:off x="3577825" y="1820188"/>
            <a:ext cx="1935376" cy="36385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Elaborate on what you</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want to discuss.</a:t>
            </a:r>
            <a:endParaRPr lang="en-US" sz="1050" dirty="0"/>
          </a:p>
        </p:txBody>
      </p:sp>
      <p:sp>
        <p:nvSpPr>
          <p:cNvPr id="11" name="Text 8"/>
          <p:cNvSpPr/>
          <p:nvPr/>
        </p:nvSpPr>
        <p:spPr>
          <a:xfrm>
            <a:off x="3577825" y="2770100"/>
            <a:ext cx="1990059" cy="36385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Elaborate on what you</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want to discuss.</a:t>
            </a:r>
            <a:endParaRPr lang="en-US" sz="1050" dirty="0"/>
          </a:p>
        </p:txBody>
      </p:sp>
      <p:sp>
        <p:nvSpPr>
          <p:cNvPr id="12" name="Text 9"/>
          <p:cNvSpPr/>
          <p:nvPr/>
        </p:nvSpPr>
        <p:spPr>
          <a:xfrm>
            <a:off x="6203764" y="2770100"/>
            <a:ext cx="1990059" cy="36385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Elaborate on what you</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want to discuss.</a:t>
            </a:r>
            <a:endParaRPr lang="en-US" sz="1050" dirty="0"/>
          </a:p>
        </p:txBody>
      </p:sp>
      <p:sp>
        <p:nvSpPr>
          <p:cNvPr id="13" name="Text 10"/>
          <p:cNvSpPr/>
          <p:nvPr/>
        </p:nvSpPr>
        <p:spPr>
          <a:xfrm>
            <a:off x="6203764" y="1820188"/>
            <a:ext cx="1990059" cy="36385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Elaborate on what you</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want to discuss.</a:t>
            </a:r>
            <a:endParaRPr lang="en-US" sz="1050" dirty="0"/>
          </a:p>
        </p:txBody>
      </p:sp>
      <p:sp>
        <p:nvSpPr>
          <p:cNvPr id="14" name="Text 11"/>
          <p:cNvSpPr/>
          <p:nvPr/>
        </p:nvSpPr>
        <p:spPr>
          <a:xfrm>
            <a:off x="950178" y="2770100"/>
            <a:ext cx="1990059" cy="36385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Elaborate on what you</a:t>
            </a:r>
            <a:endParaRPr lang="en-US" sz="1050" dirty="0"/>
          </a:p>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want to discuss.</a:t>
            </a:r>
            <a:endParaRPr lang="en-US" sz="1050" dirty="0"/>
          </a:p>
        </p:txBody>
      </p:sp>
      <p:sp>
        <p:nvSpPr>
          <p:cNvPr id="15" name="Text 12"/>
          <p:cNvSpPr/>
          <p:nvPr/>
        </p:nvSpPr>
        <p:spPr>
          <a:xfrm>
            <a:off x="381000" y="825738"/>
            <a:ext cx="2650320" cy="4241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3150" dirty="0">
                <a:solidFill>
                  <a:srgbClr val="191919"/>
                </a:solidFill>
                <a:latin typeface="Inter" pitchFamily="34" charset="0"/>
                <a:ea typeface="Inter" pitchFamily="34" charset="-122"/>
                <a:cs typeface="Inter" pitchFamily="34" charset="-120"/>
              </a:rPr>
              <a:t>Our Services</a:t>
            </a:r>
            <a:endParaRPr lang="en-US" sz="1050" dirty="0"/>
          </a:p>
        </p:txBody>
      </p:sp>
      <p:sp>
        <p:nvSpPr>
          <p:cNvPr id="16" name="Text 13"/>
          <p:cNvSpPr/>
          <p:nvPr/>
        </p:nvSpPr>
        <p:spPr>
          <a:xfrm>
            <a:off x="381000" y="391477"/>
            <a:ext cx="1049480" cy="12287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COMPANY NAME</a:t>
            </a:r>
            <a:endParaRPr lang="en-US" sz="1050" dirty="0"/>
          </a:p>
        </p:txBody>
      </p:sp>
      <p:sp>
        <p:nvSpPr>
          <p:cNvPr id="17" name="Text 14"/>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images\slide8_img8.png">    </p:cNvPr>
          <p:cNvPicPr>
            <a:picLocks noChangeAspect="1"/>
          </p:cNvPicPr>
          <p:nvPr/>
        </p:nvPicPr>
        <p:blipFill>
          <a:blip r:embed="rId1"/>
          <a:srcRect l="12383" r="11393" t="0" b="0"/>
          <a:stretch/>
        </p:blipFill>
        <p:spPr>
          <a:xfrm>
            <a:off x="0" y="763825"/>
            <a:ext cx="4389120" cy="3239060"/>
          </a:xfrm>
          <a:prstGeom prst="rect">
            <a:avLst/>
          </a:prstGeom>
        </p:spPr>
      </p:pic>
      <p:sp>
        <p:nvSpPr>
          <p:cNvPr id="3" name="Text 0"/>
          <p:cNvSpPr/>
          <p:nvPr/>
        </p:nvSpPr>
        <p:spPr>
          <a:xfrm>
            <a:off x="381000" y="4426587"/>
            <a:ext cx="2746314" cy="36195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YEAR / 2022</a:t>
            </a:r>
            <a:endParaRPr lang="en-US" sz="1050" dirty="0"/>
          </a:p>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ROLE / WRITE YOUR ROLE</a:t>
            </a:r>
            <a:endParaRPr lang="en-US" sz="1050" dirty="0"/>
          </a:p>
        </p:txBody>
      </p:sp>
      <p:sp>
        <p:nvSpPr>
          <p:cNvPr id="4" name="Text 1"/>
          <p:cNvSpPr/>
          <p:nvPr/>
        </p:nvSpPr>
        <p:spPr>
          <a:xfrm>
            <a:off x="4943202" y="1700583"/>
            <a:ext cx="3452100" cy="7536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BM Plex Mono" pitchFamily="34" charset="0"/>
                <a:ea typeface="IBM Plex Mono" pitchFamily="34" charset="-122"/>
                <a:cs typeface="IBM Plex Mono" pitchFamily="34" charset="-120"/>
              </a:rPr>
              <a:t>Presentations are communication tools that can be used as demonstrations, lectures, speeches, reports, and more. It is mostly presented before an audience.</a:t>
            </a:r>
            <a:endParaRPr lang="en-US" sz="1050" dirty="0"/>
          </a:p>
        </p:txBody>
      </p:sp>
      <p:sp>
        <p:nvSpPr>
          <p:cNvPr id="5" name="Text 2"/>
          <p:cNvSpPr/>
          <p:nvPr/>
        </p:nvSpPr>
        <p:spPr>
          <a:xfrm>
            <a:off x="4943202" y="825738"/>
            <a:ext cx="2650320" cy="4241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3150" dirty="0">
                <a:solidFill>
                  <a:srgbClr val="191919"/>
                </a:solidFill>
                <a:latin typeface="Inter" pitchFamily="34" charset="0"/>
                <a:ea typeface="Inter" pitchFamily="34" charset="-122"/>
                <a:cs typeface="Inter" pitchFamily="34" charset="-120"/>
              </a:rPr>
              <a:t>Our Project</a:t>
            </a:r>
            <a:endParaRPr lang="en-US" sz="1050" dirty="0"/>
          </a:p>
        </p:txBody>
      </p:sp>
      <p:sp>
        <p:nvSpPr>
          <p:cNvPr id="6" name="Text 3"/>
          <p:cNvSpPr/>
          <p:nvPr/>
        </p:nvSpPr>
        <p:spPr>
          <a:xfrm>
            <a:off x="381000" y="391477"/>
            <a:ext cx="1049480" cy="12287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COMPANY NAME</a:t>
            </a:r>
            <a:endParaRPr lang="en-US" sz="1050" dirty="0"/>
          </a:p>
        </p:txBody>
      </p:sp>
      <p:sp>
        <p:nvSpPr>
          <p:cNvPr id="7" name="Text 4"/>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
        <p:nvSpPr>
          <p:cNvPr id="8" name="Text 5"/>
          <p:cNvSpPr/>
          <p:nvPr/>
        </p:nvSpPr>
        <p:spPr>
          <a:xfrm>
            <a:off x="4943202" y="2845304"/>
            <a:ext cx="3819900" cy="13377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Lorem ipsum dolor sit amet, consectetur adipiscing elit. Integer vitae leo sapien. Morbi eget dictum turpis. Class aptent taciti sociosqu ad litora torquent per conubia nostra, per inceptos himenaeos. Aliquam euismod pharetra laoreet. Phasellus et nisl at eros maximus luctus. Maecenas ornare ligula euismod sagittis pretium. Nunc vestibulum dictum nulla, sed aliquet metus ornare eu.</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images\slide9_img9.png">    </p:cNvPr>
          <p:cNvPicPr>
            <a:picLocks noChangeAspect="1"/>
          </p:cNvPicPr>
          <p:nvPr/>
        </p:nvPicPr>
        <p:blipFill>
          <a:blip r:embed="rId1"/>
          <a:stretch>
            <a:fillRect/>
          </a:stretch>
        </p:blipFill>
        <p:spPr>
          <a:xfrm>
            <a:off x="381025" y="1706700"/>
            <a:ext cx="2024050" cy="3066557"/>
          </a:xfrm>
          <a:prstGeom prst="rect">
            <a:avLst/>
          </a:prstGeom>
        </p:spPr>
      </p:pic>
      <p:pic>
        <p:nvPicPr>
          <p:cNvPr id="3" name="Image 1" descr="./images\slide9_img10.png">    </p:cNvPr>
          <p:cNvPicPr>
            <a:picLocks noChangeAspect="1"/>
          </p:cNvPicPr>
          <p:nvPr/>
        </p:nvPicPr>
        <p:blipFill>
          <a:blip r:embed="rId2"/>
          <a:stretch>
            <a:fillRect/>
          </a:stretch>
        </p:blipFill>
        <p:spPr>
          <a:xfrm>
            <a:off x="2500312" y="1706700"/>
            <a:ext cx="2024050" cy="3066577"/>
          </a:xfrm>
          <a:prstGeom prst="rect">
            <a:avLst/>
          </a:prstGeom>
        </p:spPr>
      </p:pic>
      <p:pic>
        <p:nvPicPr>
          <p:cNvPr id="4" name="Image 2" descr="./images\slide9_img11.png">    </p:cNvPr>
          <p:cNvPicPr>
            <a:picLocks noChangeAspect="1"/>
          </p:cNvPicPr>
          <p:nvPr/>
        </p:nvPicPr>
        <p:blipFill>
          <a:blip r:embed="rId3"/>
          <a:stretch>
            <a:fillRect/>
          </a:stretch>
        </p:blipFill>
        <p:spPr>
          <a:xfrm>
            <a:off x="4619638" y="1706075"/>
            <a:ext cx="2024050" cy="3066565"/>
          </a:xfrm>
          <a:prstGeom prst="rect">
            <a:avLst/>
          </a:prstGeom>
        </p:spPr>
      </p:pic>
      <p:pic>
        <p:nvPicPr>
          <p:cNvPr id="5" name="Image 3" descr="./images\slide9_img12.png">    </p:cNvPr>
          <p:cNvPicPr>
            <a:picLocks noChangeAspect="1"/>
          </p:cNvPicPr>
          <p:nvPr/>
        </p:nvPicPr>
        <p:blipFill>
          <a:blip r:embed="rId4"/>
          <a:stretch>
            <a:fillRect/>
          </a:stretch>
        </p:blipFill>
        <p:spPr>
          <a:xfrm>
            <a:off x="6738926" y="1706700"/>
            <a:ext cx="2024025" cy="3066545"/>
          </a:xfrm>
          <a:prstGeom prst="rect">
            <a:avLst/>
          </a:prstGeom>
        </p:spPr>
      </p:pic>
      <p:sp>
        <p:nvSpPr>
          <p:cNvPr id="6" name="Text 0"/>
          <p:cNvSpPr/>
          <p:nvPr/>
        </p:nvSpPr>
        <p:spPr>
          <a:xfrm>
            <a:off x="381000" y="1276172"/>
            <a:ext cx="6527035" cy="1828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BM Plex Mono" pitchFamily="34" charset="0"/>
                <a:ea typeface="IBM Plex Mono" pitchFamily="34" charset="-122"/>
                <a:cs typeface="IBM Plex Mono" pitchFamily="34" charset="-120"/>
              </a:rPr>
              <a:t>What can you say about your projects? Share it here!</a:t>
            </a:r>
            <a:endParaRPr lang="en-US" sz="1050" dirty="0"/>
          </a:p>
        </p:txBody>
      </p:sp>
      <p:sp>
        <p:nvSpPr>
          <p:cNvPr id="7" name="Text 1"/>
          <p:cNvSpPr/>
          <p:nvPr/>
        </p:nvSpPr>
        <p:spPr>
          <a:xfrm>
            <a:off x="381000" y="825738"/>
            <a:ext cx="2650320" cy="4241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3150" dirty="0">
                <a:solidFill>
                  <a:srgbClr val="191919"/>
                </a:solidFill>
                <a:latin typeface="Inter" pitchFamily="34" charset="0"/>
                <a:ea typeface="Inter" pitchFamily="34" charset="-122"/>
                <a:cs typeface="Inter" pitchFamily="34" charset="-120"/>
              </a:rPr>
              <a:t>Image Gallery</a:t>
            </a:r>
            <a:endParaRPr lang="en-US" sz="1050" dirty="0"/>
          </a:p>
        </p:txBody>
      </p:sp>
      <p:sp>
        <p:nvSpPr>
          <p:cNvPr id="8" name="Text 2"/>
          <p:cNvSpPr/>
          <p:nvPr/>
        </p:nvSpPr>
        <p:spPr>
          <a:xfrm>
            <a:off x="381000" y="391477"/>
            <a:ext cx="1049480" cy="12287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COMPANY NAME</a:t>
            </a:r>
            <a:endParaRPr lang="en-US" sz="1050" dirty="0"/>
          </a:p>
        </p:txBody>
      </p:sp>
      <p:sp>
        <p:nvSpPr>
          <p:cNvPr id="9" name="Text 3"/>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1929" y="701214"/>
            <a:ext cx="3741071" cy="3741071"/>
          </a:xfrm>
          <a:custGeom>
            <a:avLst/>
            <a:gdLst/>
            <a:ahLst/>
            <a:cxnLst/>
            <a:rect l="l" t="t" r="r" b="b"/>
            <a:pathLst>
              <a:path w="3741071" h="3741071">
                <a:moveTo>
                  <a:pt x="1870535" y="0"/>
                </a:moveTo>
                <a:cubicBezTo>
                  <a:pt x="837465" y="0"/>
                  <a:pt x="0" y="837465"/>
                  <a:pt x="0" y="1870535"/>
                </a:cubicBezTo>
                <a:cubicBezTo>
                  <a:pt x="0" y="2903606"/>
                  <a:pt x="837465" y="3741071"/>
                  <a:pt x="1870535" y="3741071"/>
                </a:cubicBezTo>
                <a:cubicBezTo>
                  <a:pt x="2903606" y="3741071"/>
                  <a:pt x="3741071" y="2903606"/>
                  <a:pt x="3741071" y="1870535"/>
                </a:cubicBezTo>
                <a:cubicBezTo>
                  <a:pt x="3741071" y="837465"/>
                  <a:pt x="2903606" y="0"/>
                  <a:pt x="1870535" y="0"/>
                </a:cubicBezTo>
                <a:close/>
              </a:path>
            </a:pathLst>
          </a:custGeom>
          <a:solidFill>
            <a:srgbClr val="191919">
              <a:alpha val="24706"/>
            </a:srgbClr>
          </a:solidFill>
          <a:ln/>
        </p:spPr>
      </p:sp>
      <p:sp>
        <p:nvSpPr>
          <p:cNvPr id="3" name="Text 1"/>
          <p:cNvSpPr/>
          <p:nvPr/>
        </p:nvSpPr>
        <p:spPr>
          <a:xfrm>
            <a:off x="5021929" y="701214"/>
            <a:ext cx="3741071" cy="3741071"/>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4" name="Text 2"/>
          <p:cNvSpPr/>
          <p:nvPr/>
        </p:nvSpPr>
        <p:spPr>
          <a:xfrm>
            <a:off x="5372654" y="832736"/>
            <a:ext cx="3039620" cy="3258824"/>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5" name="Shape 3"/>
          <p:cNvSpPr/>
          <p:nvPr/>
        </p:nvSpPr>
        <p:spPr>
          <a:xfrm>
            <a:off x="5489637" y="1636631"/>
            <a:ext cx="2805655" cy="2805655"/>
          </a:xfrm>
          <a:custGeom>
            <a:avLst/>
            <a:gdLst/>
            <a:ahLst/>
            <a:cxnLst/>
            <a:rect l="l" t="t" r="r" b="b"/>
            <a:pathLst>
              <a:path w="2805655" h="2805655">
                <a:moveTo>
                  <a:pt x="1402827" y="0"/>
                </a:moveTo>
                <a:cubicBezTo>
                  <a:pt x="628066" y="0"/>
                  <a:pt x="0" y="628066"/>
                  <a:pt x="0" y="1402827"/>
                </a:cubicBezTo>
                <a:cubicBezTo>
                  <a:pt x="0" y="2177589"/>
                  <a:pt x="628066" y="2805655"/>
                  <a:pt x="1402827" y="2805655"/>
                </a:cubicBezTo>
                <a:cubicBezTo>
                  <a:pt x="2177589" y="2805655"/>
                  <a:pt x="2805655" y="2177589"/>
                  <a:pt x="2805655" y="1402827"/>
                </a:cubicBezTo>
                <a:cubicBezTo>
                  <a:pt x="2805655" y="628066"/>
                  <a:pt x="2177589" y="0"/>
                  <a:pt x="1402827" y="0"/>
                </a:cubicBezTo>
                <a:close/>
              </a:path>
            </a:pathLst>
          </a:custGeom>
          <a:solidFill>
            <a:srgbClr val="191919">
              <a:alpha val="29804"/>
            </a:srgbClr>
          </a:solidFill>
          <a:ln/>
        </p:spPr>
      </p:sp>
      <p:sp>
        <p:nvSpPr>
          <p:cNvPr id="6" name="Text 4"/>
          <p:cNvSpPr/>
          <p:nvPr/>
        </p:nvSpPr>
        <p:spPr>
          <a:xfrm>
            <a:off x="5489637" y="1636631"/>
            <a:ext cx="2805655" cy="2805655"/>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7" name="Text 5"/>
          <p:cNvSpPr/>
          <p:nvPr/>
        </p:nvSpPr>
        <p:spPr>
          <a:xfrm>
            <a:off x="5752667" y="1735267"/>
            <a:ext cx="2279595" cy="2443989"/>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8" name="Shape 6"/>
          <p:cNvSpPr/>
          <p:nvPr/>
        </p:nvSpPr>
        <p:spPr>
          <a:xfrm>
            <a:off x="5957246" y="2566793"/>
            <a:ext cx="1870437" cy="1870437"/>
          </a:xfrm>
          <a:custGeom>
            <a:avLst/>
            <a:gdLst/>
            <a:ahLst/>
            <a:cxnLst/>
            <a:rect l="l" t="t" r="r" b="b"/>
            <a:pathLst>
              <a:path w="1870437" h="1870437">
                <a:moveTo>
                  <a:pt x="935218" y="0"/>
                </a:moveTo>
                <a:cubicBezTo>
                  <a:pt x="418710" y="0"/>
                  <a:pt x="0" y="418710"/>
                  <a:pt x="0" y="935218"/>
                </a:cubicBezTo>
                <a:cubicBezTo>
                  <a:pt x="0" y="1451727"/>
                  <a:pt x="418710" y="1870437"/>
                  <a:pt x="935218" y="1870437"/>
                </a:cubicBezTo>
                <a:cubicBezTo>
                  <a:pt x="1451727" y="1870437"/>
                  <a:pt x="1870437" y="1451727"/>
                  <a:pt x="1870437" y="935218"/>
                </a:cubicBezTo>
                <a:cubicBezTo>
                  <a:pt x="1870437" y="418710"/>
                  <a:pt x="1451727" y="0"/>
                  <a:pt x="935218" y="0"/>
                </a:cubicBezTo>
                <a:close/>
              </a:path>
            </a:pathLst>
          </a:custGeom>
          <a:solidFill>
            <a:srgbClr val="191919">
              <a:alpha val="49804"/>
            </a:srgbClr>
          </a:solidFill>
          <a:ln/>
        </p:spPr>
      </p:sp>
      <p:sp>
        <p:nvSpPr>
          <p:cNvPr id="9" name="Text 7"/>
          <p:cNvSpPr/>
          <p:nvPr/>
        </p:nvSpPr>
        <p:spPr>
          <a:xfrm>
            <a:off x="5957246" y="2566793"/>
            <a:ext cx="1870437" cy="1870437"/>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10" name="Text 8"/>
          <p:cNvSpPr/>
          <p:nvPr/>
        </p:nvSpPr>
        <p:spPr>
          <a:xfrm>
            <a:off x="6132599" y="2632551"/>
            <a:ext cx="1519730" cy="1629326"/>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11" name="Shape 9"/>
          <p:cNvSpPr/>
          <p:nvPr/>
        </p:nvSpPr>
        <p:spPr>
          <a:xfrm>
            <a:off x="6424855" y="3507068"/>
            <a:ext cx="935218" cy="935218"/>
          </a:xfrm>
          <a:custGeom>
            <a:avLst/>
            <a:gdLst/>
            <a:ahLst/>
            <a:cxnLst/>
            <a:rect l="l" t="t" r="r" b="b"/>
            <a:pathLst>
              <a:path w="935218" h="935218">
                <a:moveTo>
                  <a:pt x="467609" y="0"/>
                </a:moveTo>
                <a:cubicBezTo>
                  <a:pt x="209355" y="0"/>
                  <a:pt x="0" y="209355"/>
                  <a:pt x="0" y="467609"/>
                </a:cubicBezTo>
                <a:cubicBezTo>
                  <a:pt x="0" y="725863"/>
                  <a:pt x="209355" y="935218"/>
                  <a:pt x="467609" y="935218"/>
                </a:cubicBezTo>
                <a:cubicBezTo>
                  <a:pt x="725863" y="935218"/>
                  <a:pt x="935218" y="725863"/>
                  <a:pt x="935218" y="467609"/>
                </a:cubicBezTo>
                <a:cubicBezTo>
                  <a:pt x="935218" y="209355"/>
                  <a:pt x="725863" y="0"/>
                  <a:pt x="467609" y="0"/>
                </a:cubicBezTo>
                <a:close/>
              </a:path>
            </a:pathLst>
          </a:custGeom>
          <a:solidFill>
            <a:srgbClr val="191919"/>
          </a:solidFill>
          <a:ln/>
        </p:spPr>
      </p:sp>
      <p:sp>
        <p:nvSpPr>
          <p:cNvPr id="12" name="Text 10"/>
          <p:cNvSpPr/>
          <p:nvPr/>
        </p:nvSpPr>
        <p:spPr>
          <a:xfrm>
            <a:off x="6424855" y="3507068"/>
            <a:ext cx="935218" cy="935218"/>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13" name="Text 11"/>
          <p:cNvSpPr/>
          <p:nvPr/>
        </p:nvSpPr>
        <p:spPr>
          <a:xfrm>
            <a:off x="6512532" y="3539947"/>
            <a:ext cx="759865" cy="814663"/>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14" name="Text 12"/>
          <p:cNvSpPr/>
          <p:nvPr/>
        </p:nvSpPr>
        <p:spPr>
          <a:xfrm>
            <a:off x="6047423" y="1002788"/>
            <a:ext cx="1690083" cy="15860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975" dirty="0">
                <a:solidFill>
                  <a:srgbClr val="191919"/>
                </a:solidFill>
                <a:latin typeface="IBM Plex Mono Medium" pitchFamily="34" charset="0"/>
                <a:ea typeface="IBM Plex Mono Medium" pitchFamily="34" charset="-122"/>
                <a:cs typeface="IBM Plex Mono Medium" pitchFamily="34" charset="-120"/>
              </a:rPr>
              <a:t>Example</a:t>
            </a:r>
            <a:endParaRPr lang="en-US" sz="1050" dirty="0"/>
          </a:p>
        </p:txBody>
      </p:sp>
      <p:sp>
        <p:nvSpPr>
          <p:cNvPr id="15" name="Text 13"/>
          <p:cNvSpPr/>
          <p:nvPr/>
        </p:nvSpPr>
        <p:spPr>
          <a:xfrm>
            <a:off x="1637228" y="1967556"/>
            <a:ext cx="884561" cy="15716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75" dirty="0">
                <a:solidFill>
                  <a:srgbClr val="191919"/>
                </a:solidFill>
                <a:latin typeface="IBM Plex Mono Medium" pitchFamily="34" charset="0"/>
                <a:ea typeface="IBM Plex Mono Medium" pitchFamily="34" charset="-122"/>
                <a:cs typeface="IBM Plex Mono Medium" pitchFamily="34" charset="-120"/>
              </a:rPr>
              <a:t>Example 1</a:t>
            </a:r>
            <a:endParaRPr lang="en-US" sz="1050" dirty="0"/>
          </a:p>
        </p:txBody>
      </p:sp>
      <p:sp>
        <p:nvSpPr>
          <p:cNvPr id="16" name="Text 14"/>
          <p:cNvSpPr/>
          <p:nvPr/>
        </p:nvSpPr>
        <p:spPr>
          <a:xfrm>
            <a:off x="1637228" y="2597190"/>
            <a:ext cx="884561" cy="15716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75" dirty="0">
                <a:solidFill>
                  <a:srgbClr val="191919"/>
                </a:solidFill>
                <a:latin typeface="IBM Plex Mono Medium" pitchFamily="34" charset="0"/>
                <a:ea typeface="IBM Plex Mono Medium" pitchFamily="34" charset="-122"/>
                <a:cs typeface="IBM Plex Mono Medium" pitchFamily="34" charset="-120"/>
              </a:rPr>
              <a:t>Example 2</a:t>
            </a:r>
            <a:endParaRPr lang="en-US" sz="1050" dirty="0"/>
          </a:p>
        </p:txBody>
      </p:sp>
      <p:sp>
        <p:nvSpPr>
          <p:cNvPr id="17" name="Text 15"/>
          <p:cNvSpPr/>
          <p:nvPr/>
        </p:nvSpPr>
        <p:spPr>
          <a:xfrm>
            <a:off x="1637228" y="3227427"/>
            <a:ext cx="884561" cy="15716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75" dirty="0">
                <a:solidFill>
                  <a:srgbClr val="191919"/>
                </a:solidFill>
                <a:latin typeface="IBM Plex Mono Medium" pitchFamily="34" charset="0"/>
                <a:ea typeface="IBM Plex Mono Medium" pitchFamily="34" charset="-122"/>
                <a:cs typeface="IBM Plex Mono Medium" pitchFamily="34" charset="-120"/>
              </a:rPr>
              <a:t>Example 3</a:t>
            </a:r>
            <a:endParaRPr lang="en-US" sz="1050" dirty="0"/>
          </a:p>
        </p:txBody>
      </p:sp>
      <p:sp>
        <p:nvSpPr>
          <p:cNvPr id="18" name="Text 16"/>
          <p:cNvSpPr/>
          <p:nvPr/>
        </p:nvSpPr>
        <p:spPr>
          <a:xfrm>
            <a:off x="1637228" y="3857665"/>
            <a:ext cx="884561" cy="15716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75" dirty="0">
                <a:solidFill>
                  <a:srgbClr val="191919"/>
                </a:solidFill>
                <a:latin typeface="IBM Plex Mono Medium" pitchFamily="34" charset="0"/>
                <a:ea typeface="IBM Plex Mono Medium" pitchFamily="34" charset="-122"/>
                <a:cs typeface="IBM Plex Mono Medium" pitchFamily="34" charset="-120"/>
              </a:rPr>
              <a:t>Example 4</a:t>
            </a:r>
            <a:endParaRPr lang="en-US" sz="1050" dirty="0"/>
          </a:p>
        </p:txBody>
      </p:sp>
      <p:sp>
        <p:nvSpPr>
          <p:cNvPr id="19" name="Text 17"/>
          <p:cNvSpPr/>
          <p:nvPr/>
        </p:nvSpPr>
        <p:spPr>
          <a:xfrm>
            <a:off x="6047423" y="1884581"/>
            <a:ext cx="1690083" cy="15860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975" dirty="0">
                <a:solidFill>
                  <a:srgbClr val="191919"/>
                </a:solidFill>
                <a:latin typeface="IBM Plex Mono Medium" pitchFamily="34" charset="0"/>
                <a:ea typeface="IBM Plex Mono Medium" pitchFamily="34" charset="-122"/>
                <a:cs typeface="IBM Plex Mono Medium" pitchFamily="34" charset="-120"/>
              </a:rPr>
              <a:t>Example</a:t>
            </a:r>
            <a:endParaRPr lang="en-US" sz="1050" dirty="0"/>
          </a:p>
        </p:txBody>
      </p:sp>
      <p:sp>
        <p:nvSpPr>
          <p:cNvPr id="20" name="Text 18"/>
          <p:cNvSpPr/>
          <p:nvPr/>
        </p:nvSpPr>
        <p:spPr>
          <a:xfrm>
            <a:off x="6047423" y="2766770"/>
            <a:ext cx="1690083" cy="15860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975" dirty="0">
                <a:solidFill>
                  <a:srgbClr val="FFFFFF"/>
                </a:solidFill>
                <a:latin typeface="IBM Plex Mono Medium" pitchFamily="34" charset="0"/>
                <a:ea typeface="IBM Plex Mono Medium" pitchFamily="34" charset="-122"/>
                <a:cs typeface="IBM Plex Mono Medium" pitchFamily="34" charset="-120"/>
              </a:rPr>
              <a:t>Example</a:t>
            </a:r>
            <a:endParaRPr lang="en-US" sz="1050" dirty="0"/>
          </a:p>
        </p:txBody>
      </p:sp>
      <p:sp>
        <p:nvSpPr>
          <p:cNvPr id="21" name="Text 19"/>
          <p:cNvSpPr/>
          <p:nvPr/>
        </p:nvSpPr>
        <p:spPr>
          <a:xfrm>
            <a:off x="6047423" y="3721127"/>
            <a:ext cx="1690083" cy="15860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975" dirty="0">
                <a:solidFill>
                  <a:srgbClr val="FFFFFF"/>
                </a:solidFill>
                <a:latin typeface="IBM Plex Mono Medium" pitchFamily="34" charset="0"/>
                <a:ea typeface="IBM Plex Mono Medium" pitchFamily="34" charset="-122"/>
                <a:cs typeface="IBM Plex Mono Medium" pitchFamily="34" charset="-120"/>
              </a:rPr>
              <a:t>Example</a:t>
            </a:r>
            <a:endParaRPr lang="en-US" sz="1050" dirty="0"/>
          </a:p>
        </p:txBody>
      </p:sp>
      <p:sp>
        <p:nvSpPr>
          <p:cNvPr id="22" name="Text 20"/>
          <p:cNvSpPr/>
          <p:nvPr/>
        </p:nvSpPr>
        <p:spPr>
          <a:xfrm>
            <a:off x="5985934" y="1197434"/>
            <a:ext cx="1813060" cy="232793"/>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500" dirty="0">
                <a:solidFill>
                  <a:srgbClr val="191919"/>
                </a:solidFill>
                <a:latin typeface="Inter Light" pitchFamily="34" charset="0"/>
                <a:ea typeface="Inter Light" pitchFamily="34" charset="-122"/>
                <a:cs typeface="Inter Light" pitchFamily="34" charset="-120"/>
              </a:rPr>
              <a:t>$20M</a:t>
            </a:r>
            <a:endParaRPr lang="en-US" sz="1050" dirty="0"/>
          </a:p>
        </p:txBody>
      </p:sp>
      <p:sp>
        <p:nvSpPr>
          <p:cNvPr id="23" name="Text 21"/>
          <p:cNvSpPr/>
          <p:nvPr/>
        </p:nvSpPr>
        <p:spPr>
          <a:xfrm>
            <a:off x="5985934" y="2079228"/>
            <a:ext cx="1813060" cy="232792"/>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500" dirty="0">
                <a:solidFill>
                  <a:srgbClr val="191919"/>
                </a:solidFill>
                <a:latin typeface="Inter Light" pitchFamily="34" charset="0"/>
                <a:ea typeface="Inter Light" pitchFamily="34" charset="-122"/>
                <a:cs typeface="Inter Light" pitchFamily="34" charset="-120"/>
              </a:rPr>
              <a:t>$15M</a:t>
            </a:r>
            <a:endParaRPr lang="en-US" sz="1050" dirty="0"/>
          </a:p>
        </p:txBody>
      </p:sp>
      <p:sp>
        <p:nvSpPr>
          <p:cNvPr id="24" name="Text 22"/>
          <p:cNvSpPr/>
          <p:nvPr/>
        </p:nvSpPr>
        <p:spPr>
          <a:xfrm>
            <a:off x="5985934" y="2961417"/>
            <a:ext cx="1813060" cy="232792"/>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500" dirty="0">
                <a:solidFill>
                  <a:srgbClr val="FFFFFF"/>
                </a:solidFill>
                <a:latin typeface="Inter Light" pitchFamily="34" charset="0"/>
                <a:ea typeface="Inter Light" pitchFamily="34" charset="-122"/>
                <a:cs typeface="Inter Light" pitchFamily="34" charset="-120"/>
              </a:rPr>
              <a:t>$10M</a:t>
            </a:r>
            <a:endParaRPr lang="en-US" sz="1050" dirty="0"/>
          </a:p>
        </p:txBody>
      </p:sp>
      <p:sp>
        <p:nvSpPr>
          <p:cNvPr id="25" name="Text 23"/>
          <p:cNvSpPr/>
          <p:nvPr/>
        </p:nvSpPr>
        <p:spPr>
          <a:xfrm>
            <a:off x="5985934" y="3915774"/>
            <a:ext cx="1813060" cy="232793"/>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500" dirty="0">
                <a:solidFill>
                  <a:srgbClr val="FFFFFF"/>
                </a:solidFill>
                <a:latin typeface="Inter Light" pitchFamily="34" charset="0"/>
                <a:ea typeface="Inter Light" pitchFamily="34" charset="-122"/>
                <a:cs typeface="Inter Light" pitchFamily="34" charset="-120"/>
              </a:rPr>
              <a:t>$5M</a:t>
            </a:r>
            <a:endParaRPr lang="en-US" sz="1050" dirty="0"/>
          </a:p>
        </p:txBody>
      </p:sp>
      <p:sp>
        <p:nvSpPr>
          <p:cNvPr id="26" name="Text 24"/>
          <p:cNvSpPr/>
          <p:nvPr/>
        </p:nvSpPr>
        <p:spPr>
          <a:xfrm>
            <a:off x="2636624" y="1215857"/>
            <a:ext cx="1769100" cy="3639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BM Plex Mono" pitchFamily="34" charset="0"/>
                <a:ea typeface="IBM Plex Mono" pitchFamily="34" charset="-122"/>
                <a:cs typeface="IBM Plex Mono" pitchFamily="34" charset="-120"/>
              </a:rPr>
              <a:t>Elaborate on what you want to discuss.</a:t>
            </a:r>
            <a:endParaRPr lang="en-US" sz="1050" dirty="0"/>
          </a:p>
        </p:txBody>
      </p:sp>
      <p:sp>
        <p:nvSpPr>
          <p:cNvPr id="27" name="Text 25"/>
          <p:cNvSpPr/>
          <p:nvPr/>
        </p:nvSpPr>
        <p:spPr>
          <a:xfrm>
            <a:off x="381000" y="825738"/>
            <a:ext cx="2650320" cy="828992"/>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3150" dirty="0">
                <a:solidFill>
                  <a:srgbClr val="191919"/>
                </a:solidFill>
                <a:latin typeface="Inter" pitchFamily="34" charset="0"/>
                <a:ea typeface="Inter" pitchFamily="34" charset="-122"/>
                <a:cs typeface="Inter" pitchFamily="34" charset="-120"/>
              </a:rPr>
              <a:t>Market Research</a:t>
            </a:r>
            <a:endParaRPr lang="en-US" sz="1050" dirty="0"/>
          </a:p>
        </p:txBody>
      </p:sp>
      <p:sp>
        <p:nvSpPr>
          <p:cNvPr id="28" name="Text 26"/>
          <p:cNvSpPr/>
          <p:nvPr/>
        </p:nvSpPr>
        <p:spPr>
          <a:xfrm>
            <a:off x="381000" y="391477"/>
            <a:ext cx="1049480" cy="12287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COMPANY NAME</a:t>
            </a:r>
            <a:endParaRPr lang="en-US" sz="1050" dirty="0"/>
          </a:p>
        </p:txBody>
      </p:sp>
      <p:sp>
        <p:nvSpPr>
          <p:cNvPr id="29" name="Text 27"/>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
        <p:nvSpPr>
          <p:cNvPr id="30" name="Text 28"/>
          <p:cNvSpPr/>
          <p:nvPr/>
        </p:nvSpPr>
        <p:spPr>
          <a:xfrm>
            <a:off x="2636624" y="1953268"/>
            <a:ext cx="2250900" cy="5586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Lorem ipsum dolor sit amet, consectetur adipiscing elit. Integer vitae leo sapien.</a:t>
            </a:r>
            <a:endParaRPr lang="en-US" sz="1050" dirty="0"/>
          </a:p>
        </p:txBody>
      </p:sp>
      <p:sp>
        <p:nvSpPr>
          <p:cNvPr id="31" name="Text 29"/>
          <p:cNvSpPr/>
          <p:nvPr/>
        </p:nvSpPr>
        <p:spPr>
          <a:xfrm>
            <a:off x="2636624" y="2582903"/>
            <a:ext cx="2250900" cy="5586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Lorem ipsum dolor sit amet, consectetur adipiscing elit. Integer vitae leo sapien.</a:t>
            </a:r>
            <a:endParaRPr lang="en-US" sz="1050" dirty="0"/>
          </a:p>
        </p:txBody>
      </p:sp>
      <p:sp>
        <p:nvSpPr>
          <p:cNvPr id="32" name="Text 30"/>
          <p:cNvSpPr/>
          <p:nvPr/>
        </p:nvSpPr>
        <p:spPr>
          <a:xfrm>
            <a:off x="2636624" y="3213140"/>
            <a:ext cx="2250900" cy="5586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Lorem ipsum dolor sit amet, consectetur adipiscing elit. Integer vitae leo sapien.</a:t>
            </a:r>
            <a:endParaRPr lang="en-US" sz="1050" dirty="0"/>
          </a:p>
        </p:txBody>
      </p:sp>
      <p:sp>
        <p:nvSpPr>
          <p:cNvPr id="33" name="Text 31"/>
          <p:cNvSpPr/>
          <p:nvPr/>
        </p:nvSpPr>
        <p:spPr>
          <a:xfrm>
            <a:off x="2636624" y="3843377"/>
            <a:ext cx="2250900" cy="5586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Lorem ipsum dolor sit amet, consectetur adipiscing elit. Integer vitae leo sapien.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2537" y="2624470"/>
            <a:ext cx="1653037" cy="157163"/>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975" dirty="0">
                <a:solidFill>
                  <a:srgbClr val="191919"/>
                </a:solidFill>
                <a:latin typeface="IBM Plex Mono Medium" pitchFamily="34" charset="0"/>
                <a:ea typeface="IBM Plex Mono Medium" pitchFamily="34" charset="-122"/>
                <a:cs typeface="IBM Plex Mono Medium" pitchFamily="34" charset="-120"/>
              </a:rPr>
              <a:t>MONTHLY</a:t>
            </a:r>
            <a:endParaRPr lang="en-US" sz="1050" dirty="0"/>
          </a:p>
        </p:txBody>
      </p:sp>
      <p:sp>
        <p:nvSpPr>
          <p:cNvPr id="3" name="Text 1"/>
          <p:cNvSpPr/>
          <p:nvPr/>
        </p:nvSpPr>
        <p:spPr>
          <a:xfrm>
            <a:off x="1042537" y="1638632"/>
            <a:ext cx="1653037" cy="81438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4500" dirty="0">
                <a:solidFill>
                  <a:srgbClr val="191919"/>
                </a:solidFill>
                <a:latin typeface="Inter Light" pitchFamily="34" charset="0"/>
                <a:ea typeface="Inter Light" pitchFamily="34" charset="-122"/>
                <a:cs typeface="Inter Light" pitchFamily="34" charset="-120"/>
              </a:rPr>
              <a:t>20$</a:t>
            </a:r>
            <a:endParaRPr lang="en-US" sz="1050" dirty="0"/>
          </a:p>
        </p:txBody>
      </p:sp>
      <p:sp>
        <p:nvSpPr>
          <p:cNvPr id="4" name="Text 2"/>
          <p:cNvSpPr/>
          <p:nvPr/>
        </p:nvSpPr>
        <p:spPr>
          <a:xfrm>
            <a:off x="1042537" y="3029326"/>
            <a:ext cx="1653037" cy="178117"/>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ADD A FEATURE</a:t>
            </a:r>
            <a:endParaRPr lang="en-US" sz="1050" dirty="0"/>
          </a:p>
        </p:txBody>
      </p:sp>
      <p:sp>
        <p:nvSpPr>
          <p:cNvPr id="5" name="Text 3"/>
          <p:cNvSpPr/>
          <p:nvPr/>
        </p:nvSpPr>
        <p:spPr>
          <a:xfrm>
            <a:off x="1042537" y="3287002"/>
            <a:ext cx="1653037" cy="17811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ADD A FEATURE</a:t>
            </a:r>
            <a:endParaRPr lang="en-US" sz="1050" dirty="0"/>
          </a:p>
        </p:txBody>
      </p:sp>
      <p:sp>
        <p:nvSpPr>
          <p:cNvPr id="6" name="Text 4"/>
          <p:cNvSpPr/>
          <p:nvPr/>
        </p:nvSpPr>
        <p:spPr>
          <a:xfrm>
            <a:off x="6448426" y="2624470"/>
            <a:ext cx="1653037" cy="157163"/>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975" dirty="0">
                <a:solidFill>
                  <a:srgbClr val="191919"/>
                </a:solidFill>
                <a:latin typeface="IBM Plex Mono Medium" pitchFamily="34" charset="0"/>
                <a:ea typeface="IBM Plex Mono Medium" pitchFamily="34" charset="-122"/>
                <a:cs typeface="IBM Plex Mono Medium" pitchFamily="34" charset="-120"/>
              </a:rPr>
              <a:t>YEARLY</a:t>
            </a:r>
            <a:endParaRPr lang="en-US" sz="1050" dirty="0"/>
          </a:p>
        </p:txBody>
      </p:sp>
      <p:sp>
        <p:nvSpPr>
          <p:cNvPr id="7" name="Text 5"/>
          <p:cNvSpPr/>
          <p:nvPr/>
        </p:nvSpPr>
        <p:spPr>
          <a:xfrm>
            <a:off x="6448426" y="1638632"/>
            <a:ext cx="1653037" cy="81438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4500" dirty="0">
                <a:solidFill>
                  <a:srgbClr val="191919"/>
                </a:solidFill>
                <a:latin typeface="Inter Light" pitchFamily="34" charset="0"/>
                <a:ea typeface="Inter Light" pitchFamily="34" charset="-122"/>
                <a:cs typeface="Inter Light" pitchFamily="34" charset="-120"/>
              </a:rPr>
              <a:t>300$</a:t>
            </a:r>
            <a:endParaRPr lang="en-US" sz="1050" dirty="0"/>
          </a:p>
        </p:txBody>
      </p:sp>
      <p:sp>
        <p:nvSpPr>
          <p:cNvPr id="8" name="Text 6"/>
          <p:cNvSpPr/>
          <p:nvPr/>
        </p:nvSpPr>
        <p:spPr>
          <a:xfrm>
            <a:off x="6448426" y="3029326"/>
            <a:ext cx="1653037" cy="178117"/>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ADD A FEATURE</a:t>
            </a:r>
            <a:endParaRPr lang="en-US" sz="1050" dirty="0"/>
          </a:p>
        </p:txBody>
      </p:sp>
      <p:sp>
        <p:nvSpPr>
          <p:cNvPr id="9" name="Text 7"/>
          <p:cNvSpPr/>
          <p:nvPr/>
        </p:nvSpPr>
        <p:spPr>
          <a:xfrm>
            <a:off x="6448426" y="3287002"/>
            <a:ext cx="1653037" cy="17811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ADD A FEATURE</a:t>
            </a:r>
            <a:endParaRPr lang="en-US" sz="1050" dirty="0"/>
          </a:p>
        </p:txBody>
      </p:sp>
      <p:sp>
        <p:nvSpPr>
          <p:cNvPr id="10" name="Text 8"/>
          <p:cNvSpPr/>
          <p:nvPr/>
        </p:nvSpPr>
        <p:spPr>
          <a:xfrm>
            <a:off x="6448426" y="3807001"/>
            <a:ext cx="1653037" cy="17811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ADD A FEATURE</a:t>
            </a:r>
            <a:endParaRPr lang="en-US" sz="1050" dirty="0"/>
          </a:p>
        </p:txBody>
      </p:sp>
      <p:sp>
        <p:nvSpPr>
          <p:cNvPr id="11" name="Text 9"/>
          <p:cNvSpPr/>
          <p:nvPr/>
        </p:nvSpPr>
        <p:spPr>
          <a:xfrm>
            <a:off x="6448426" y="4326999"/>
            <a:ext cx="1653037" cy="17811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ADD A FEATURE</a:t>
            </a:r>
            <a:endParaRPr lang="en-US" sz="1050" dirty="0"/>
          </a:p>
        </p:txBody>
      </p:sp>
      <p:sp>
        <p:nvSpPr>
          <p:cNvPr id="12" name="Text 10"/>
          <p:cNvSpPr/>
          <p:nvPr/>
        </p:nvSpPr>
        <p:spPr>
          <a:xfrm>
            <a:off x="6448426" y="3547001"/>
            <a:ext cx="1653037" cy="17811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ADD A FEATURE</a:t>
            </a:r>
            <a:endParaRPr lang="en-US" sz="1050" dirty="0"/>
          </a:p>
        </p:txBody>
      </p:sp>
      <p:sp>
        <p:nvSpPr>
          <p:cNvPr id="13" name="Text 11"/>
          <p:cNvSpPr/>
          <p:nvPr/>
        </p:nvSpPr>
        <p:spPr>
          <a:xfrm>
            <a:off x="6448426" y="4067000"/>
            <a:ext cx="1653037" cy="17811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ADD A FEATURE</a:t>
            </a:r>
            <a:endParaRPr lang="en-US" sz="1050" dirty="0"/>
          </a:p>
        </p:txBody>
      </p:sp>
      <p:sp>
        <p:nvSpPr>
          <p:cNvPr id="14" name="Shape 12"/>
          <p:cNvSpPr/>
          <p:nvPr/>
        </p:nvSpPr>
        <p:spPr>
          <a:xfrm>
            <a:off x="0" y="2515994"/>
            <a:ext cx="9144000" cy="0"/>
          </a:xfrm>
          <a:custGeom>
            <a:avLst/>
            <a:gdLst/>
            <a:ahLst/>
            <a:cxnLst/>
            <a:rect l="l" t="t" r="r" b="b"/>
            <a:pathLst>
              <a:path w="9144000" h="0">
                <a:moveTo>
                  <a:pt x="0" y="0"/>
                </a:moveTo>
                <a:lnTo>
                  <a:pt x="9144000" y="0"/>
                </a:lnTo>
              </a:path>
            </a:pathLst>
          </a:custGeom>
          <a:noFill/>
          <a:ln w="9525">
            <a:solidFill>
              <a:srgbClr val="000000"/>
            </a:solidFill>
            <a:prstDash val="solid"/>
            <a:headEnd type="none"/>
            <a:tailEnd type="arrow"/>
          </a:ln>
        </p:spPr>
      </p:sp>
      <p:sp>
        <p:nvSpPr>
          <p:cNvPr id="15" name="Text 13"/>
          <p:cNvSpPr/>
          <p:nvPr/>
        </p:nvSpPr>
        <p:spPr>
          <a:xfrm>
            <a:off x="3745482" y="2624470"/>
            <a:ext cx="1653037" cy="157163"/>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975" dirty="0">
                <a:solidFill>
                  <a:srgbClr val="191919"/>
                </a:solidFill>
                <a:latin typeface="IBM Plex Mono Medium" pitchFamily="34" charset="0"/>
                <a:ea typeface="IBM Plex Mono Medium" pitchFamily="34" charset="-122"/>
                <a:cs typeface="IBM Plex Mono Medium" pitchFamily="34" charset="-120"/>
              </a:rPr>
              <a:t>MONTHLY</a:t>
            </a:r>
            <a:endParaRPr lang="en-US" sz="1050" dirty="0"/>
          </a:p>
        </p:txBody>
      </p:sp>
      <p:sp>
        <p:nvSpPr>
          <p:cNvPr id="16" name="Text 14"/>
          <p:cNvSpPr/>
          <p:nvPr/>
        </p:nvSpPr>
        <p:spPr>
          <a:xfrm>
            <a:off x="3745482" y="1638632"/>
            <a:ext cx="1653037" cy="81438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4500" dirty="0">
                <a:solidFill>
                  <a:srgbClr val="191919"/>
                </a:solidFill>
                <a:latin typeface="Inter Light" pitchFamily="34" charset="0"/>
                <a:ea typeface="Inter Light" pitchFamily="34" charset="-122"/>
                <a:cs typeface="Inter Light" pitchFamily="34" charset="-120"/>
              </a:rPr>
              <a:t>30$</a:t>
            </a:r>
            <a:endParaRPr lang="en-US" sz="1050" dirty="0"/>
          </a:p>
        </p:txBody>
      </p:sp>
      <p:sp>
        <p:nvSpPr>
          <p:cNvPr id="17" name="Text 15"/>
          <p:cNvSpPr/>
          <p:nvPr/>
        </p:nvSpPr>
        <p:spPr>
          <a:xfrm>
            <a:off x="3745482" y="3029334"/>
            <a:ext cx="1653037" cy="178117"/>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ADD A FEATURE</a:t>
            </a:r>
            <a:endParaRPr lang="en-US" sz="1050" dirty="0"/>
          </a:p>
        </p:txBody>
      </p:sp>
      <p:sp>
        <p:nvSpPr>
          <p:cNvPr id="18" name="Text 16"/>
          <p:cNvSpPr/>
          <p:nvPr/>
        </p:nvSpPr>
        <p:spPr>
          <a:xfrm>
            <a:off x="3745482" y="3287043"/>
            <a:ext cx="1653037" cy="17811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ADD A FEATURE</a:t>
            </a:r>
            <a:endParaRPr lang="en-US" sz="1050" dirty="0"/>
          </a:p>
        </p:txBody>
      </p:sp>
      <p:sp>
        <p:nvSpPr>
          <p:cNvPr id="19" name="Text 17"/>
          <p:cNvSpPr/>
          <p:nvPr/>
        </p:nvSpPr>
        <p:spPr>
          <a:xfrm>
            <a:off x="3745482" y="3807108"/>
            <a:ext cx="1653037" cy="17811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ADD A FEATURE</a:t>
            </a:r>
            <a:endParaRPr lang="en-US" sz="1050" dirty="0"/>
          </a:p>
        </p:txBody>
      </p:sp>
      <p:sp>
        <p:nvSpPr>
          <p:cNvPr id="20" name="Text 18"/>
          <p:cNvSpPr/>
          <p:nvPr/>
        </p:nvSpPr>
        <p:spPr>
          <a:xfrm>
            <a:off x="3745482" y="3547075"/>
            <a:ext cx="1653037" cy="17811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ADD A FEATURE</a:t>
            </a:r>
            <a:endParaRPr lang="en-US" sz="1050" dirty="0"/>
          </a:p>
        </p:txBody>
      </p:sp>
      <p:sp>
        <p:nvSpPr>
          <p:cNvPr id="21" name="Text 19"/>
          <p:cNvSpPr/>
          <p:nvPr/>
        </p:nvSpPr>
        <p:spPr>
          <a:xfrm>
            <a:off x="381000" y="825738"/>
            <a:ext cx="2650320" cy="4241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3150" dirty="0">
                <a:solidFill>
                  <a:srgbClr val="191919"/>
                </a:solidFill>
                <a:latin typeface="Inter" pitchFamily="34" charset="0"/>
                <a:ea typeface="Inter" pitchFamily="34" charset="-122"/>
                <a:cs typeface="Inter" pitchFamily="34" charset="-120"/>
              </a:rPr>
              <a:t>Pricing</a:t>
            </a:r>
            <a:endParaRPr lang="en-US" sz="1050" dirty="0"/>
          </a:p>
        </p:txBody>
      </p:sp>
      <p:sp>
        <p:nvSpPr>
          <p:cNvPr id="22" name="Text 20"/>
          <p:cNvSpPr/>
          <p:nvPr/>
        </p:nvSpPr>
        <p:spPr>
          <a:xfrm>
            <a:off x="381000" y="391477"/>
            <a:ext cx="1049480" cy="12287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COMPANY NAME</a:t>
            </a:r>
            <a:endParaRPr lang="en-US" sz="1050" dirty="0"/>
          </a:p>
        </p:txBody>
      </p:sp>
      <p:sp>
        <p:nvSpPr>
          <p:cNvPr id="23" name="Text 21"/>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
        <p:nvSpPr>
          <p:cNvPr id="24" name="Shape 22"/>
          <p:cNvSpPr/>
          <p:nvPr/>
        </p:nvSpPr>
        <p:spPr>
          <a:xfrm>
            <a:off x="1821431" y="2468369"/>
            <a:ext cx="95250" cy="95250"/>
          </a:xfrm>
          <a:custGeom>
            <a:avLst/>
            <a:gdLst/>
            <a:ahLst/>
            <a:cxnLst/>
            <a:rect l="l" t="t" r="r" b="b"/>
            <a:pathLst>
              <a:path w="95250" h="95250">
                <a:moveTo>
                  <a:pt x="47625" y="0"/>
                </a:moveTo>
                <a:cubicBezTo>
                  <a:pt x="21322" y="0"/>
                  <a:pt x="0" y="21322"/>
                  <a:pt x="0" y="47625"/>
                </a:cubicBezTo>
                <a:cubicBezTo>
                  <a:pt x="0" y="73928"/>
                  <a:pt x="21322" y="95250"/>
                  <a:pt x="47625" y="95250"/>
                </a:cubicBezTo>
                <a:cubicBezTo>
                  <a:pt x="73928" y="95250"/>
                  <a:pt x="95250" y="73928"/>
                  <a:pt x="95250" y="47625"/>
                </a:cubicBezTo>
                <a:cubicBezTo>
                  <a:pt x="95250" y="21322"/>
                  <a:pt x="73928" y="0"/>
                  <a:pt x="47625" y="0"/>
                </a:cubicBezTo>
                <a:close/>
              </a:path>
            </a:pathLst>
          </a:custGeom>
          <a:solidFill>
            <a:srgbClr val="191919"/>
          </a:solidFill>
          <a:ln/>
        </p:spPr>
      </p:sp>
      <p:sp>
        <p:nvSpPr>
          <p:cNvPr id="25" name="Text 23"/>
          <p:cNvSpPr/>
          <p:nvPr/>
        </p:nvSpPr>
        <p:spPr>
          <a:xfrm>
            <a:off x="1821431" y="2468369"/>
            <a:ext cx="95250" cy="95250"/>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26" name="Shape 24"/>
          <p:cNvSpPr/>
          <p:nvPr/>
        </p:nvSpPr>
        <p:spPr>
          <a:xfrm>
            <a:off x="4524375" y="2468369"/>
            <a:ext cx="95250" cy="95250"/>
          </a:xfrm>
          <a:custGeom>
            <a:avLst/>
            <a:gdLst/>
            <a:ahLst/>
            <a:cxnLst/>
            <a:rect l="l" t="t" r="r" b="b"/>
            <a:pathLst>
              <a:path w="95250" h="95250">
                <a:moveTo>
                  <a:pt x="47625" y="0"/>
                </a:moveTo>
                <a:cubicBezTo>
                  <a:pt x="21322" y="0"/>
                  <a:pt x="0" y="21322"/>
                  <a:pt x="0" y="47625"/>
                </a:cubicBezTo>
                <a:cubicBezTo>
                  <a:pt x="0" y="73928"/>
                  <a:pt x="21322" y="95250"/>
                  <a:pt x="47625" y="95250"/>
                </a:cubicBezTo>
                <a:cubicBezTo>
                  <a:pt x="73928" y="95250"/>
                  <a:pt x="95250" y="73928"/>
                  <a:pt x="95250" y="47625"/>
                </a:cubicBezTo>
                <a:cubicBezTo>
                  <a:pt x="95250" y="21322"/>
                  <a:pt x="73928" y="0"/>
                  <a:pt x="47625" y="0"/>
                </a:cubicBezTo>
                <a:close/>
              </a:path>
            </a:pathLst>
          </a:custGeom>
          <a:solidFill>
            <a:srgbClr val="191919"/>
          </a:solidFill>
          <a:ln/>
        </p:spPr>
      </p:sp>
      <p:sp>
        <p:nvSpPr>
          <p:cNvPr id="27" name="Text 25"/>
          <p:cNvSpPr/>
          <p:nvPr/>
        </p:nvSpPr>
        <p:spPr>
          <a:xfrm>
            <a:off x="4524375" y="2468369"/>
            <a:ext cx="95250" cy="95250"/>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28" name="Shape 26"/>
          <p:cNvSpPr/>
          <p:nvPr/>
        </p:nvSpPr>
        <p:spPr>
          <a:xfrm>
            <a:off x="7227319" y="2468369"/>
            <a:ext cx="95250" cy="95250"/>
          </a:xfrm>
          <a:custGeom>
            <a:avLst/>
            <a:gdLst/>
            <a:ahLst/>
            <a:cxnLst/>
            <a:rect l="l" t="t" r="r" b="b"/>
            <a:pathLst>
              <a:path w="95250" h="95250">
                <a:moveTo>
                  <a:pt x="47625" y="0"/>
                </a:moveTo>
                <a:cubicBezTo>
                  <a:pt x="21322" y="0"/>
                  <a:pt x="0" y="21322"/>
                  <a:pt x="0" y="47625"/>
                </a:cubicBezTo>
                <a:cubicBezTo>
                  <a:pt x="0" y="73928"/>
                  <a:pt x="21322" y="95250"/>
                  <a:pt x="47625" y="95250"/>
                </a:cubicBezTo>
                <a:cubicBezTo>
                  <a:pt x="73928" y="95250"/>
                  <a:pt x="95250" y="73928"/>
                  <a:pt x="95250" y="47625"/>
                </a:cubicBezTo>
                <a:cubicBezTo>
                  <a:pt x="95250" y="21322"/>
                  <a:pt x="73928" y="0"/>
                  <a:pt x="47625" y="0"/>
                </a:cubicBezTo>
                <a:close/>
              </a:path>
            </a:pathLst>
          </a:custGeom>
          <a:solidFill>
            <a:srgbClr val="191919"/>
          </a:solidFill>
          <a:ln/>
        </p:spPr>
      </p:sp>
      <p:sp>
        <p:nvSpPr>
          <p:cNvPr id="29" name="Text 27"/>
          <p:cNvSpPr/>
          <p:nvPr/>
        </p:nvSpPr>
        <p:spPr>
          <a:xfrm>
            <a:off x="7227319" y="2468369"/>
            <a:ext cx="95250" cy="95250"/>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images\slide12_img13.jpeg">    </p:cNvPr>
          <p:cNvPicPr>
            <a:picLocks noChangeAspect="1"/>
          </p:cNvPicPr>
          <p:nvPr/>
        </p:nvPicPr>
        <p:blipFill>
          <a:blip r:embed="rId1"/>
          <a:srcRect l="0" r="0" t="8110" b="7462"/>
          <a:stretch/>
        </p:blipFill>
        <p:spPr>
          <a:xfrm>
            <a:off x="0" y="0"/>
            <a:ext cx="8778240" cy="4937760"/>
          </a:xfrm>
          <a:prstGeom prst="rect">
            <a:avLst/>
          </a:prstGeom>
        </p:spPr>
      </p:pic>
      <p:sp>
        <p:nvSpPr>
          <p:cNvPr id="3" name="Text 0"/>
          <p:cNvSpPr/>
          <p:nvPr/>
        </p:nvSpPr>
        <p:spPr>
          <a:xfrm>
            <a:off x="6528771" y="4708208"/>
            <a:ext cx="2234229" cy="279082"/>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1050" dirty="0">
                <a:solidFill>
                  <a:srgbClr val="191919"/>
                </a:solidFill>
                <a:latin typeface="IBM Plex Mono" pitchFamily="34" charset="0"/>
                <a:ea typeface="IBM Plex Mono" pitchFamily="34" charset="-122"/>
                <a:cs typeface="IBM Plex Mono" pitchFamily="34" charset="-120"/>
              </a:rPr>
              <a:t>A PICTURE IS WORTH A THOUSAND WORDS</a:t>
            </a:r>
            <a:endParaRPr lang="en-US" sz="1050" dirty="0"/>
          </a:p>
        </p:txBody>
      </p:sp>
      <p:sp>
        <p:nvSpPr>
          <p:cNvPr id="4" name="Shape 1"/>
          <p:cNvSpPr/>
          <p:nvPr/>
        </p:nvSpPr>
        <p:spPr>
          <a:xfrm>
            <a:off x="0" y="4523196"/>
            <a:ext cx="9144000" cy="0"/>
          </a:xfrm>
          <a:custGeom>
            <a:avLst/>
            <a:gdLst/>
            <a:ahLst/>
            <a:cxnLst/>
            <a:rect l="l" t="t" r="r" b="b"/>
            <a:pathLst>
              <a:path w="9144000" h="0">
                <a:moveTo>
                  <a:pt x="0" y="0"/>
                </a:moveTo>
                <a:lnTo>
                  <a:pt x="9144000" y="0"/>
                </a:lnTo>
              </a:path>
            </a:pathLst>
          </a:custGeom>
          <a:noFill/>
          <a:ln w="9525">
            <a:solidFill>
              <a:srgbClr val="000000"/>
            </a:solidFill>
            <a:prstDash val="solid"/>
            <a:headEnd type="none"/>
            <a:tailEnd type="arrow"/>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377190"/>
            <a:ext cx="8382000" cy="4394835"/>
          </a:xfrm>
          <a:custGeom>
            <a:avLst/>
            <a:gdLst/>
            <a:ahLst/>
            <a:cxnLst/>
            <a:rect l="l" t="t" r="r" b="b"/>
            <a:pathLst>
              <a:path w="8382000" h="4394835">
                <a:moveTo>
                  <a:pt x="0" y="0"/>
                </a:moveTo>
                <a:lnTo>
                  <a:pt x="8382000" y="0"/>
                </a:lnTo>
                <a:lnTo>
                  <a:pt x="8382000" y="4394835"/>
                </a:lnTo>
                <a:lnTo>
                  <a:pt x="0" y="4394835"/>
                </a:lnTo>
                <a:lnTo>
                  <a:pt x="0" y="0"/>
                </a:lnTo>
                <a:close/>
              </a:path>
            </a:pathLst>
          </a:custGeom>
          <a:solidFill>
            <a:srgbClr val="FFFFFF">
              <a:alpha val="0"/>
            </a:srgbClr>
          </a:solidFill>
          <a:ln/>
        </p:spPr>
      </p:sp>
      <p:sp>
        <p:nvSpPr>
          <p:cNvPr id="3" name="Text 1"/>
          <p:cNvSpPr/>
          <p:nvPr/>
        </p:nvSpPr>
        <p:spPr>
          <a:xfrm>
            <a:off x="381000" y="377190"/>
            <a:ext cx="8382000" cy="4394835"/>
          </a:xfrm>
          <a:prstGeom prst="rect">
            <a:avLst/>
          </a:prstGeom>
          <a:noFill/>
          <a:ln/>
        </p:spPr>
        <p:txBody>
          <a:bodyPr wrap="square" rtlCol="0" anchor="t"/>
          <a:lstStyle/>
          <a:p>
            <a:pPr indent="0" marL="0">
              <a:spcBef>
                <a:spcPts val="375"/>
              </a:spcBef>
              <a:buNone/>
            </a:pPr>
            <a:endParaRPr lang="en-US" sz="1050" dirty="0"/>
          </a:p>
        </p:txBody>
      </p:sp>
      <p:pic>
        <p:nvPicPr>
          <p:cNvPr id="4" name="Image 0" descr="preencoded.png">    </p:cNvPr>
          <p:cNvPicPr>
            <a:picLocks noChangeAspect="1"/>
          </p:cNvPicPr>
          <p:nvPr/>
        </p:nvPicPr>
        <p:blipFill>
          <a:blip r:embed="rId1"/>
          <a:stretch>
            <a:fillRect/>
          </a:stretch>
        </p:blipFill>
        <p:spPr>
          <a:xfrm>
            <a:off x="381000" y="377190"/>
            <a:ext cx="8382000" cy="4394835"/>
          </a:xfrm>
          <a:prstGeom prst="rect">
            <a:avLst/>
          </a:prstGeom>
        </p:spPr>
      </p:pic>
      <p:sp>
        <p:nvSpPr>
          <p:cNvPr id="5" name="Text 2"/>
          <p:cNvSpPr/>
          <p:nvPr/>
        </p:nvSpPr>
        <p:spPr>
          <a:xfrm>
            <a:off x="4572000" y="3110099"/>
            <a:ext cx="3689100" cy="5604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5175" dirty="0">
                <a:solidFill>
                  <a:srgbClr val="191919"/>
                </a:solidFill>
                <a:latin typeface="Inter" pitchFamily="34" charset="0"/>
                <a:ea typeface="Inter" pitchFamily="34" charset="-122"/>
                <a:cs typeface="Inter" pitchFamily="34" charset="-120"/>
              </a:rPr>
              <a:t>About Us</a:t>
            </a:r>
            <a:endParaRPr lang="en-US" sz="1050" dirty="0"/>
          </a:p>
        </p:txBody>
      </p:sp>
      <p:sp>
        <p:nvSpPr>
          <p:cNvPr id="6" name="Text 3"/>
          <p:cNvSpPr/>
          <p:nvPr/>
        </p:nvSpPr>
        <p:spPr>
          <a:xfrm>
            <a:off x="974307" y="3110099"/>
            <a:ext cx="669076" cy="635191"/>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5175" dirty="0">
                <a:solidFill>
                  <a:srgbClr val="191919"/>
                </a:solidFill>
                <a:latin typeface="Inter" pitchFamily="34" charset="0"/>
                <a:ea typeface="Inter" pitchFamily="34" charset="-122"/>
                <a:cs typeface="Inter" pitchFamily="34" charset="-120"/>
              </a:rPr>
              <a:t>3.</a:t>
            </a:r>
            <a:endParaRPr lang="en-US" sz="1050" dirty="0"/>
          </a:p>
        </p:txBody>
      </p:sp>
      <p:sp>
        <p:nvSpPr>
          <p:cNvPr id="7" name="Text 4"/>
          <p:cNvSpPr/>
          <p:nvPr/>
        </p:nvSpPr>
        <p:spPr>
          <a:xfrm>
            <a:off x="4572000" y="3878640"/>
            <a:ext cx="2660400" cy="5295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575" dirty="0">
                <a:solidFill>
                  <a:srgbClr val="191919"/>
                </a:solidFill>
                <a:latin typeface="Inter" pitchFamily="34" charset="0"/>
                <a:ea typeface="Inter" pitchFamily="34" charset="-122"/>
                <a:cs typeface="Inter" pitchFamily="34" charset="-120"/>
              </a:rPr>
              <a:t>Elaborate on what you want to discuss.</a:t>
            </a:r>
            <a:endParaRPr lang="en-US" sz="1050" dirty="0"/>
          </a:p>
        </p:txBody>
      </p:sp>
      <p:sp>
        <p:nvSpPr>
          <p:cNvPr id="8" name="Shape 5"/>
          <p:cNvSpPr/>
          <p:nvPr/>
        </p:nvSpPr>
        <p:spPr>
          <a:xfrm>
            <a:off x="1712616" y="3579107"/>
            <a:ext cx="2526009" cy="0"/>
          </a:xfrm>
          <a:custGeom>
            <a:avLst/>
            <a:gdLst/>
            <a:ahLst/>
            <a:cxnLst/>
            <a:rect l="l" t="t" r="r" b="b"/>
            <a:pathLst>
              <a:path w="2526009" h="0">
                <a:moveTo>
                  <a:pt x="0" y="0"/>
                </a:moveTo>
                <a:lnTo>
                  <a:pt x="2526009" y="0"/>
                </a:lnTo>
              </a:path>
            </a:pathLst>
          </a:custGeom>
          <a:noFill/>
          <a:ln w="19050">
            <a:solidFill>
              <a:srgbClr val="000000"/>
            </a:solidFill>
            <a:prstDash val="solid"/>
            <a:headEnd type="none"/>
            <a:tailEnd type="arrow"/>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images\slide14_img15.jpeg">    </p:cNvPr>
          <p:cNvPicPr>
            <a:picLocks noChangeAspect="1"/>
          </p:cNvPicPr>
          <p:nvPr/>
        </p:nvPicPr>
        <p:blipFill>
          <a:blip r:embed="rId1"/>
          <a:srcRect l="0" r="0" t="10643" b="9790"/>
          <a:stretch/>
        </p:blipFill>
        <p:spPr>
          <a:xfrm>
            <a:off x="381000" y="1497567"/>
            <a:ext cx="4595429" cy="2436033"/>
          </a:xfrm>
          <a:prstGeom prst="rect">
            <a:avLst/>
          </a:prstGeom>
        </p:spPr>
      </p:pic>
      <p:sp>
        <p:nvSpPr>
          <p:cNvPr id="3" name="Text 0"/>
          <p:cNvSpPr/>
          <p:nvPr/>
        </p:nvSpPr>
        <p:spPr>
          <a:xfrm>
            <a:off x="5573618" y="1473755"/>
            <a:ext cx="3189300" cy="9483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BM Plex Mono" pitchFamily="34" charset="0"/>
                <a:ea typeface="IBM Plex Mono" pitchFamily="34" charset="-122"/>
                <a:cs typeface="IBM Plex Mono" pitchFamily="34" charset="-120"/>
              </a:rPr>
              <a:t>Presentations are communication tools that can be used as demonstrations, lectures, speeches, reports, and more. It is mostly presented before an audience.</a:t>
            </a:r>
            <a:endParaRPr lang="en-US" sz="1050" dirty="0"/>
          </a:p>
        </p:txBody>
      </p:sp>
      <p:sp>
        <p:nvSpPr>
          <p:cNvPr id="4" name="Text 1"/>
          <p:cNvSpPr/>
          <p:nvPr/>
        </p:nvSpPr>
        <p:spPr>
          <a:xfrm>
            <a:off x="381000" y="825738"/>
            <a:ext cx="2650320" cy="4241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3150" dirty="0">
                <a:solidFill>
                  <a:srgbClr val="191919"/>
                </a:solidFill>
                <a:latin typeface="Inter" pitchFamily="34" charset="0"/>
                <a:ea typeface="Inter" pitchFamily="34" charset="-122"/>
                <a:cs typeface="Inter" pitchFamily="34" charset="-120"/>
              </a:rPr>
              <a:t>Our History</a:t>
            </a:r>
            <a:endParaRPr lang="en-US" sz="1050" dirty="0"/>
          </a:p>
        </p:txBody>
      </p:sp>
      <p:sp>
        <p:nvSpPr>
          <p:cNvPr id="5" name="Text 2"/>
          <p:cNvSpPr/>
          <p:nvPr/>
        </p:nvSpPr>
        <p:spPr>
          <a:xfrm>
            <a:off x="381000" y="391477"/>
            <a:ext cx="1049480" cy="12287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COMPANY NAME</a:t>
            </a:r>
            <a:endParaRPr lang="en-US" sz="1050" dirty="0"/>
          </a:p>
        </p:txBody>
      </p:sp>
      <p:sp>
        <p:nvSpPr>
          <p:cNvPr id="6" name="Text 3"/>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
        <p:nvSpPr>
          <p:cNvPr id="7" name="Text 4"/>
          <p:cNvSpPr/>
          <p:nvPr/>
        </p:nvSpPr>
        <p:spPr>
          <a:xfrm>
            <a:off x="5573618" y="2614120"/>
            <a:ext cx="3189300" cy="11430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Lorem ipsum dolor sit amet, consectetur adipiscing elit. Integer vitae leo sapien. Morbi eget dictum turpis. Class aptent taciti sociosqu ad litora torquent per conubia nostra, per inceptos himenaeos. Aliquam euismod pharetra laoreet. Phasellus et nisl at eros maximus luctus.</a:t>
            </a:r>
            <a:endParaRPr lang="en-US" sz="1050" dirty="0"/>
          </a:p>
        </p:txBody>
      </p:sp>
      <p:sp>
        <p:nvSpPr>
          <p:cNvPr id="8" name="Text 5"/>
          <p:cNvSpPr/>
          <p:nvPr/>
        </p:nvSpPr>
        <p:spPr>
          <a:xfrm>
            <a:off x="381000" y="4216395"/>
            <a:ext cx="1325100" cy="1692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SemiBold" pitchFamily="34" charset="0"/>
                <a:ea typeface="Inter SemiBold" pitchFamily="34" charset="-122"/>
                <a:cs typeface="Inter SemiBold" pitchFamily="34" charset="-120"/>
              </a:rPr>
              <a:t>INFO ONE</a:t>
            </a:r>
            <a:endParaRPr lang="en-US" sz="1050" dirty="0"/>
          </a:p>
        </p:txBody>
      </p:sp>
      <p:sp>
        <p:nvSpPr>
          <p:cNvPr id="9" name="Text 6"/>
          <p:cNvSpPr/>
          <p:nvPr/>
        </p:nvSpPr>
        <p:spPr>
          <a:xfrm>
            <a:off x="2111873" y="4216395"/>
            <a:ext cx="1325100" cy="1692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SemiBold" pitchFamily="34" charset="0"/>
                <a:ea typeface="Inter SemiBold" pitchFamily="34" charset="-122"/>
                <a:cs typeface="Inter SemiBold" pitchFamily="34" charset="-120"/>
              </a:rPr>
              <a:t>INFO TWO</a:t>
            </a:r>
            <a:endParaRPr lang="en-US" sz="1050" dirty="0"/>
          </a:p>
        </p:txBody>
      </p:sp>
      <p:sp>
        <p:nvSpPr>
          <p:cNvPr id="10" name="Text 7"/>
          <p:cNvSpPr/>
          <p:nvPr/>
        </p:nvSpPr>
        <p:spPr>
          <a:xfrm>
            <a:off x="5573618" y="4216395"/>
            <a:ext cx="1325100" cy="1692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SemiBold" pitchFamily="34" charset="0"/>
                <a:ea typeface="Inter SemiBold" pitchFamily="34" charset="-122"/>
                <a:cs typeface="Inter SemiBold" pitchFamily="34" charset="-120"/>
              </a:rPr>
              <a:t>INFO FOUR</a:t>
            </a:r>
            <a:endParaRPr lang="en-US" sz="1050" dirty="0"/>
          </a:p>
        </p:txBody>
      </p:sp>
      <p:sp>
        <p:nvSpPr>
          <p:cNvPr id="11" name="Text 8"/>
          <p:cNvSpPr/>
          <p:nvPr/>
        </p:nvSpPr>
        <p:spPr>
          <a:xfrm>
            <a:off x="3842745" y="4216395"/>
            <a:ext cx="1325100" cy="1692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SemiBold" pitchFamily="34" charset="0"/>
                <a:ea typeface="Inter SemiBold" pitchFamily="34" charset="-122"/>
                <a:cs typeface="Inter SemiBold" pitchFamily="34" charset="-120"/>
              </a:rPr>
              <a:t>INFO THREE</a:t>
            </a:r>
            <a:endParaRPr lang="en-US" sz="1050" dirty="0"/>
          </a:p>
        </p:txBody>
      </p:sp>
      <p:sp>
        <p:nvSpPr>
          <p:cNvPr id="12" name="Text 9"/>
          <p:cNvSpPr/>
          <p:nvPr/>
        </p:nvSpPr>
        <p:spPr>
          <a:xfrm>
            <a:off x="7304490" y="4216395"/>
            <a:ext cx="1325100" cy="1692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SemiBold" pitchFamily="34" charset="0"/>
                <a:ea typeface="Inter SemiBold" pitchFamily="34" charset="-122"/>
                <a:cs typeface="Inter SemiBold" pitchFamily="34" charset="-120"/>
              </a:rPr>
              <a:t>INFO FIVE</a:t>
            </a:r>
            <a:endParaRPr lang="en-US" sz="1050" dirty="0"/>
          </a:p>
        </p:txBody>
      </p:sp>
      <p:sp>
        <p:nvSpPr>
          <p:cNvPr id="13" name="Text 10"/>
          <p:cNvSpPr/>
          <p:nvPr/>
        </p:nvSpPr>
        <p:spPr>
          <a:xfrm>
            <a:off x="381000" y="4408170"/>
            <a:ext cx="1325100" cy="5586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Elaborate on what you want to discuss.</a:t>
            </a:r>
            <a:endParaRPr lang="en-US" sz="1050" dirty="0"/>
          </a:p>
        </p:txBody>
      </p:sp>
      <p:sp>
        <p:nvSpPr>
          <p:cNvPr id="14" name="Text 11"/>
          <p:cNvSpPr/>
          <p:nvPr/>
        </p:nvSpPr>
        <p:spPr>
          <a:xfrm>
            <a:off x="2111873" y="4408170"/>
            <a:ext cx="1325100" cy="5586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Elaborate on what you want to discuss.</a:t>
            </a:r>
            <a:endParaRPr lang="en-US" sz="1050" dirty="0"/>
          </a:p>
        </p:txBody>
      </p:sp>
      <p:sp>
        <p:nvSpPr>
          <p:cNvPr id="15" name="Text 12"/>
          <p:cNvSpPr/>
          <p:nvPr/>
        </p:nvSpPr>
        <p:spPr>
          <a:xfrm>
            <a:off x="5573618" y="4408170"/>
            <a:ext cx="1325100" cy="5586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Elaborate on what you want to discuss.</a:t>
            </a:r>
            <a:endParaRPr lang="en-US" sz="1050" dirty="0"/>
          </a:p>
        </p:txBody>
      </p:sp>
      <p:sp>
        <p:nvSpPr>
          <p:cNvPr id="16" name="Text 13"/>
          <p:cNvSpPr/>
          <p:nvPr/>
        </p:nvSpPr>
        <p:spPr>
          <a:xfrm>
            <a:off x="3842745" y="4408170"/>
            <a:ext cx="1325100" cy="5586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Elaborate on what you want to discuss.</a:t>
            </a:r>
            <a:endParaRPr lang="en-US" sz="1050" dirty="0"/>
          </a:p>
        </p:txBody>
      </p:sp>
      <p:sp>
        <p:nvSpPr>
          <p:cNvPr id="17" name="Text 14"/>
          <p:cNvSpPr/>
          <p:nvPr/>
        </p:nvSpPr>
        <p:spPr>
          <a:xfrm>
            <a:off x="7304490" y="4408170"/>
            <a:ext cx="1325100" cy="5586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Elaborate on what you want to discuss.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images\slide15_img16.png">    </p:cNvPr>
          <p:cNvPicPr>
            <a:picLocks noChangeAspect="1"/>
          </p:cNvPicPr>
          <p:nvPr/>
        </p:nvPicPr>
        <p:blipFill>
          <a:blip r:embed="rId1"/>
          <a:stretch>
            <a:fillRect/>
          </a:stretch>
        </p:blipFill>
        <p:spPr>
          <a:xfrm>
            <a:off x="2806253" y="391476"/>
            <a:ext cx="1365875" cy="1365875"/>
          </a:xfrm>
          <a:prstGeom prst="rect">
            <a:avLst/>
          </a:prstGeom>
        </p:spPr>
      </p:pic>
      <p:pic>
        <p:nvPicPr>
          <p:cNvPr id="3" name="Image 1" descr="./images\slide15_img17.png">    </p:cNvPr>
          <p:cNvPicPr>
            <a:picLocks noChangeAspect="1"/>
          </p:cNvPicPr>
          <p:nvPr/>
        </p:nvPicPr>
        <p:blipFill>
          <a:blip r:embed="rId2"/>
          <a:stretch>
            <a:fillRect/>
          </a:stretch>
        </p:blipFill>
        <p:spPr>
          <a:xfrm>
            <a:off x="4576938" y="377201"/>
            <a:ext cx="1365900" cy="1365900"/>
          </a:xfrm>
          <a:prstGeom prst="rect">
            <a:avLst/>
          </a:prstGeom>
        </p:spPr>
      </p:pic>
      <p:pic>
        <p:nvPicPr>
          <p:cNvPr id="4" name="Image 2" descr="./images\slide15_img18.png">    </p:cNvPr>
          <p:cNvPicPr>
            <a:picLocks noChangeAspect="1"/>
          </p:cNvPicPr>
          <p:nvPr/>
        </p:nvPicPr>
        <p:blipFill>
          <a:blip r:embed="rId3"/>
          <a:stretch>
            <a:fillRect/>
          </a:stretch>
        </p:blipFill>
        <p:spPr>
          <a:xfrm>
            <a:off x="6347650" y="377200"/>
            <a:ext cx="1365875" cy="1365875"/>
          </a:xfrm>
          <a:prstGeom prst="rect">
            <a:avLst/>
          </a:prstGeom>
        </p:spPr>
      </p:pic>
      <p:pic>
        <p:nvPicPr>
          <p:cNvPr id="5" name="Image 3" descr="./images\slide15_img19.png">    </p:cNvPr>
          <p:cNvPicPr>
            <a:picLocks noChangeAspect="1"/>
          </p:cNvPicPr>
          <p:nvPr/>
        </p:nvPicPr>
        <p:blipFill>
          <a:blip r:embed="rId4"/>
          <a:stretch>
            <a:fillRect/>
          </a:stretch>
        </p:blipFill>
        <p:spPr>
          <a:xfrm>
            <a:off x="2806250" y="2788400"/>
            <a:ext cx="1365875" cy="1365875"/>
          </a:xfrm>
          <a:prstGeom prst="rect">
            <a:avLst/>
          </a:prstGeom>
        </p:spPr>
      </p:pic>
      <p:pic>
        <p:nvPicPr>
          <p:cNvPr id="6" name="Image 4" descr="./images\slide15_img20.png">    </p:cNvPr>
          <p:cNvPicPr>
            <a:picLocks noChangeAspect="1"/>
          </p:cNvPicPr>
          <p:nvPr/>
        </p:nvPicPr>
        <p:blipFill>
          <a:blip r:embed="rId5"/>
          <a:stretch>
            <a:fillRect/>
          </a:stretch>
        </p:blipFill>
        <p:spPr>
          <a:xfrm>
            <a:off x="4573372" y="2788378"/>
            <a:ext cx="1365900" cy="1365900"/>
          </a:xfrm>
          <a:prstGeom prst="rect">
            <a:avLst/>
          </a:prstGeom>
        </p:spPr>
      </p:pic>
      <p:pic>
        <p:nvPicPr>
          <p:cNvPr id="7" name="Image 5" descr="./images\slide15_img21.png">    </p:cNvPr>
          <p:cNvPicPr>
            <a:picLocks noChangeAspect="1"/>
          </p:cNvPicPr>
          <p:nvPr/>
        </p:nvPicPr>
        <p:blipFill>
          <a:blip r:embed="rId6"/>
          <a:stretch>
            <a:fillRect/>
          </a:stretch>
        </p:blipFill>
        <p:spPr>
          <a:xfrm>
            <a:off x="6347653" y="2788403"/>
            <a:ext cx="1365875" cy="1365875"/>
          </a:xfrm>
          <a:prstGeom prst="rect">
            <a:avLst/>
          </a:prstGeom>
        </p:spPr>
      </p:pic>
      <p:sp>
        <p:nvSpPr>
          <p:cNvPr id="8" name="Text 0"/>
          <p:cNvSpPr/>
          <p:nvPr/>
        </p:nvSpPr>
        <p:spPr>
          <a:xfrm>
            <a:off x="2879865" y="1975897"/>
            <a:ext cx="1214864" cy="18097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Name Surname</a:t>
            </a:r>
            <a:endParaRPr lang="en-US" sz="1050" dirty="0"/>
          </a:p>
        </p:txBody>
      </p:sp>
      <p:sp>
        <p:nvSpPr>
          <p:cNvPr id="9" name="Text 1"/>
          <p:cNvSpPr/>
          <p:nvPr/>
        </p:nvSpPr>
        <p:spPr>
          <a:xfrm>
            <a:off x="2879865" y="4375778"/>
            <a:ext cx="1214864" cy="18097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Name Surname</a:t>
            </a:r>
            <a:endParaRPr lang="en-US" sz="1050" dirty="0"/>
          </a:p>
        </p:txBody>
      </p:sp>
      <p:sp>
        <p:nvSpPr>
          <p:cNvPr id="10" name="Text 2"/>
          <p:cNvSpPr/>
          <p:nvPr/>
        </p:nvSpPr>
        <p:spPr>
          <a:xfrm>
            <a:off x="4652452" y="1975897"/>
            <a:ext cx="1214864" cy="18097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Name Surname</a:t>
            </a:r>
            <a:endParaRPr lang="en-US" sz="1050" dirty="0"/>
          </a:p>
        </p:txBody>
      </p:sp>
      <p:sp>
        <p:nvSpPr>
          <p:cNvPr id="11" name="Text 3"/>
          <p:cNvSpPr/>
          <p:nvPr/>
        </p:nvSpPr>
        <p:spPr>
          <a:xfrm>
            <a:off x="4652452" y="4375778"/>
            <a:ext cx="1214864" cy="18097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Name Surname</a:t>
            </a:r>
            <a:endParaRPr lang="en-US" sz="1050" dirty="0"/>
          </a:p>
        </p:txBody>
      </p:sp>
      <p:sp>
        <p:nvSpPr>
          <p:cNvPr id="12" name="Text 4"/>
          <p:cNvSpPr/>
          <p:nvPr/>
        </p:nvSpPr>
        <p:spPr>
          <a:xfrm>
            <a:off x="6423147" y="1975897"/>
            <a:ext cx="1214863" cy="18097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Name Surname</a:t>
            </a:r>
            <a:endParaRPr lang="en-US" sz="1050" dirty="0"/>
          </a:p>
        </p:txBody>
      </p:sp>
      <p:sp>
        <p:nvSpPr>
          <p:cNvPr id="13" name="Text 5"/>
          <p:cNvSpPr/>
          <p:nvPr/>
        </p:nvSpPr>
        <p:spPr>
          <a:xfrm>
            <a:off x="6423147" y="4375778"/>
            <a:ext cx="1214863" cy="18097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Name Surname</a:t>
            </a:r>
            <a:endParaRPr lang="en-US" sz="1050" dirty="0"/>
          </a:p>
        </p:txBody>
      </p:sp>
      <p:sp>
        <p:nvSpPr>
          <p:cNvPr id="14" name="Text 6"/>
          <p:cNvSpPr/>
          <p:nvPr/>
        </p:nvSpPr>
        <p:spPr>
          <a:xfrm>
            <a:off x="2879865" y="2194027"/>
            <a:ext cx="1214864" cy="178117"/>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Title or Position</a:t>
            </a:r>
            <a:endParaRPr lang="en-US" sz="1050" dirty="0"/>
          </a:p>
        </p:txBody>
      </p:sp>
      <p:sp>
        <p:nvSpPr>
          <p:cNvPr id="15" name="Text 7"/>
          <p:cNvSpPr/>
          <p:nvPr/>
        </p:nvSpPr>
        <p:spPr>
          <a:xfrm>
            <a:off x="2879865" y="4593908"/>
            <a:ext cx="1214864" cy="17811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Title or Position</a:t>
            </a:r>
            <a:endParaRPr lang="en-US" sz="1050" dirty="0"/>
          </a:p>
        </p:txBody>
      </p:sp>
      <p:sp>
        <p:nvSpPr>
          <p:cNvPr id="16" name="Text 8"/>
          <p:cNvSpPr/>
          <p:nvPr/>
        </p:nvSpPr>
        <p:spPr>
          <a:xfrm>
            <a:off x="4652452" y="2194027"/>
            <a:ext cx="1214864" cy="178117"/>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Title or Position</a:t>
            </a:r>
            <a:endParaRPr lang="en-US" sz="1050" dirty="0"/>
          </a:p>
        </p:txBody>
      </p:sp>
      <p:sp>
        <p:nvSpPr>
          <p:cNvPr id="17" name="Text 9"/>
          <p:cNvSpPr/>
          <p:nvPr/>
        </p:nvSpPr>
        <p:spPr>
          <a:xfrm>
            <a:off x="4652452" y="4593908"/>
            <a:ext cx="1214864" cy="17811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Title or Position</a:t>
            </a:r>
            <a:endParaRPr lang="en-US" sz="1050" dirty="0"/>
          </a:p>
        </p:txBody>
      </p:sp>
      <p:sp>
        <p:nvSpPr>
          <p:cNvPr id="18" name="Text 10"/>
          <p:cNvSpPr/>
          <p:nvPr/>
        </p:nvSpPr>
        <p:spPr>
          <a:xfrm>
            <a:off x="6423147" y="2194027"/>
            <a:ext cx="1214863" cy="178117"/>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Title or Position</a:t>
            </a:r>
            <a:endParaRPr lang="en-US" sz="1050" dirty="0"/>
          </a:p>
        </p:txBody>
      </p:sp>
      <p:sp>
        <p:nvSpPr>
          <p:cNvPr id="19" name="Text 11"/>
          <p:cNvSpPr/>
          <p:nvPr/>
        </p:nvSpPr>
        <p:spPr>
          <a:xfrm>
            <a:off x="6423147" y="4593908"/>
            <a:ext cx="1214863" cy="17811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Title or Position</a:t>
            </a:r>
            <a:endParaRPr lang="en-US" sz="1050" dirty="0"/>
          </a:p>
        </p:txBody>
      </p:sp>
      <p:sp>
        <p:nvSpPr>
          <p:cNvPr id="20" name="Text 12"/>
          <p:cNvSpPr/>
          <p:nvPr/>
        </p:nvSpPr>
        <p:spPr>
          <a:xfrm>
            <a:off x="381000" y="1870885"/>
            <a:ext cx="1769100" cy="3639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BM Plex Mono" pitchFamily="34" charset="0"/>
                <a:ea typeface="IBM Plex Mono" pitchFamily="34" charset="-122"/>
                <a:cs typeface="IBM Plex Mono" pitchFamily="34" charset="-120"/>
              </a:rPr>
              <a:t>Elaborate on what you want to discuss.</a:t>
            </a:r>
            <a:endParaRPr lang="en-US" sz="1050" dirty="0"/>
          </a:p>
        </p:txBody>
      </p:sp>
      <p:sp>
        <p:nvSpPr>
          <p:cNvPr id="21" name="Text 13"/>
          <p:cNvSpPr/>
          <p:nvPr/>
        </p:nvSpPr>
        <p:spPr>
          <a:xfrm>
            <a:off x="381000" y="825738"/>
            <a:ext cx="2650320" cy="828992"/>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3150" dirty="0">
                <a:solidFill>
                  <a:srgbClr val="191919"/>
                </a:solidFill>
                <a:latin typeface="Inter" pitchFamily="34" charset="0"/>
                <a:ea typeface="Inter" pitchFamily="34" charset="-122"/>
                <a:cs typeface="Inter" pitchFamily="34" charset="-120"/>
              </a:rPr>
              <a:t>Team</a:t>
            </a:r>
            <a:endParaRPr lang="en-US" sz="1050" dirty="0"/>
          </a:p>
          <a:p>
            <a:pPr algn="l" indent="0" marL="0">
              <a:lnSpc>
                <a:spcPct val="80000"/>
              </a:lnSpc>
              <a:spcBef>
                <a:spcPts val="375"/>
              </a:spcBef>
              <a:buNone/>
            </a:pPr>
            <a:r>
              <a:rPr lang="en-US" sz="3150" dirty="0">
                <a:solidFill>
                  <a:srgbClr val="191919"/>
                </a:solidFill>
                <a:latin typeface="Inter" pitchFamily="34" charset="0"/>
                <a:ea typeface="Inter" pitchFamily="34" charset="-122"/>
                <a:cs typeface="Inter" pitchFamily="34" charset="-120"/>
              </a:rPr>
              <a:t>Members</a:t>
            </a:r>
            <a:endParaRPr lang="en-US" sz="1050" dirty="0"/>
          </a:p>
        </p:txBody>
      </p:sp>
      <p:sp>
        <p:nvSpPr>
          <p:cNvPr id="22" name="Text 14"/>
          <p:cNvSpPr/>
          <p:nvPr/>
        </p:nvSpPr>
        <p:spPr>
          <a:xfrm>
            <a:off x="381000" y="391477"/>
            <a:ext cx="1049480" cy="12287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COMPANY NAME</a:t>
            </a:r>
            <a:endParaRPr lang="en-US" sz="1050" dirty="0"/>
          </a:p>
        </p:txBody>
      </p:sp>
      <p:sp>
        <p:nvSpPr>
          <p:cNvPr id="23" name="Text 15"/>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images\slide16_img22.jpeg">    </p:cNvPr>
          <p:cNvPicPr>
            <a:picLocks noChangeAspect="1"/>
          </p:cNvPicPr>
          <p:nvPr/>
        </p:nvPicPr>
        <p:blipFill>
          <a:blip r:embed="rId1"/>
          <a:srcRect l="21902" r="20150" t="0" b="0"/>
          <a:stretch/>
        </p:blipFill>
        <p:spPr>
          <a:xfrm>
            <a:off x="381000" y="763825"/>
            <a:ext cx="3649988" cy="4204488"/>
          </a:xfrm>
          <a:prstGeom prst="rect">
            <a:avLst/>
          </a:prstGeom>
        </p:spPr>
      </p:pic>
      <p:sp>
        <p:nvSpPr>
          <p:cNvPr id="3" name="Text 0"/>
          <p:cNvSpPr/>
          <p:nvPr/>
        </p:nvSpPr>
        <p:spPr>
          <a:xfrm>
            <a:off x="4654247" y="1443238"/>
            <a:ext cx="2322680" cy="24765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575" dirty="0">
                <a:solidFill>
                  <a:srgbClr val="191919"/>
                </a:solidFill>
                <a:latin typeface="IBM Plex Mono Medium" pitchFamily="34" charset="0"/>
                <a:ea typeface="IBM Plex Mono Medium" pitchFamily="34" charset="-122"/>
                <a:cs typeface="IBM Plex Mono Medium" pitchFamily="34" charset="-120"/>
              </a:rPr>
              <a:t>Name Surname</a:t>
            </a:r>
            <a:endParaRPr lang="en-US" sz="1050" dirty="0"/>
          </a:p>
        </p:txBody>
      </p:sp>
      <p:sp>
        <p:nvSpPr>
          <p:cNvPr id="4" name="Text 1"/>
          <p:cNvSpPr/>
          <p:nvPr/>
        </p:nvSpPr>
        <p:spPr>
          <a:xfrm>
            <a:off x="4654247" y="825738"/>
            <a:ext cx="4108754" cy="4241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3150" dirty="0">
                <a:solidFill>
                  <a:srgbClr val="191919"/>
                </a:solidFill>
                <a:latin typeface="Inter" pitchFamily="34" charset="0"/>
                <a:ea typeface="Inter" pitchFamily="34" charset="-122"/>
                <a:cs typeface="Inter" pitchFamily="34" charset="-120"/>
              </a:rPr>
              <a:t>Our Founder</a:t>
            </a:r>
            <a:endParaRPr lang="en-US" sz="1050" dirty="0"/>
          </a:p>
        </p:txBody>
      </p:sp>
      <p:sp>
        <p:nvSpPr>
          <p:cNvPr id="5" name="Text 2"/>
          <p:cNvSpPr/>
          <p:nvPr/>
        </p:nvSpPr>
        <p:spPr>
          <a:xfrm>
            <a:off x="4654247" y="1867100"/>
            <a:ext cx="3242100" cy="9483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BM Plex Mono" pitchFamily="34" charset="0"/>
                <a:ea typeface="IBM Plex Mono" pitchFamily="34" charset="-122"/>
                <a:cs typeface="IBM Plex Mono" pitchFamily="34" charset="-120"/>
              </a:rPr>
              <a:t>Presentations are communication tools that can be used as demonstrations, lectures, speeches, reports, and more. It is mostly presented before an audience.</a:t>
            </a:r>
            <a:endParaRPr lang="en-US" sz="1050" dirty="0"/>
          </a:p>
        </p:txBody>
      </p:sp>
      <p:sp>
        <p:nvSpPr>
          <p:cNvPr id="6" name="Text 3"/>
          <p:cNvSpPr/>
          <p:nvPr/>
        </p:nvSpPr>
        <p:spPr>
          <a:xfrm>
            <a:off x="4654247" y="3021530"/>
            <a:ext cx="4108800" cy="17271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Lorem ipsum dolor sit amet, consectetur adipiscing elit. Integer vitae leo sapien. Morbi eget dictum turpis. Class aptent taciti sociosqu ad litora torquent per conubia nostra, per inceptos himenaeos. Aliquam euismod pharetra laoreet. Phasellus et nisl at eros maximus luctus. Maecenas ornare ligula euismod sagittis pretium. Nunc vestibulum dictum nulla, sed aliquet metus ornare eu. Class aptent taciti sociosqu ad litora torquent per conubia nostra, per inceptos himenaeos. Phasellus vel nunc et sem commodo blandit fermentum id ex.</a:t>
            </a:r>
            <a:endParaRPr lang="en-US" sz="1050" dirty="0"/>
          </a:p>
        </p:txBody>
      </p:sp>
      <p:sp>
        <p:nvSpPr>
          <p:cNvPr id="7" name="Text 4"/>
          <p:cNvSpPr/>
          <p:nvPr/>
        </p:nvSpPr>
        <p:spPr>
          <a:xfrm>
            <a:off x="381000" y="391477"/>
            <a:ext cx="1049480" cy="12287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COMPANY NAME</a:t>
            </a:r>
            <a:endParaRPr lang="en-US" sz="1050" dirty="0"/>
          </a:p>
        </p:txBody>
      </p:sp>
      <p:sp>
        <p:nvSpPr>
          <p:cNvPr id="8" name="Text 5"/>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images\slide17_img23.png">    </p:cNvPr>
          <p:cNvPicPr>
            <a:picLocks noChangeAspect="1"/>
          </p:cNvPicPr>
          <p:nvPr/>
        </p:nvPicPr>
        <p:blipFill>
          <a:blip r:embed="rId1"/>
          <a:stretch>
            <a:fillRect/>
          </a:stretch>
        </p:blipFill>
        <p:spPr>
          <a:xfrm>
            <a:off x="380998" y="1514747"/>
            <a:ext cx="1333025" cy="1333025"/>
          </a:xfrm>
          <a:prstGeom prst="rect">
            <a:avLst/>
          </a:prstGeom>
        </p:spPr>
      </p:pic>
      <p:pic>
        <p:nvPicPr>
          <p:cNvPr id="3" name="Image 1" descr="./images\slide17_img24.png">    </p:cNvPr>
          <p:cNvPicPr>
            <a:picLocks noChangeAspect="1"/>
          </p:cNvPicPr>
          <p:nvPr/>
        </p:nvPicPr>
        <p:blipFill>
          <a:blip r:embed="rId2"/>
          <a:stretch>
            <a:fillRect/>
          </a:stretch>
        </p:blipFill>
        <p:spPr>
          <a:xfrm>
            <a:off x="4631098" y="1514748"/>
            <a:ext cx="1333025" cy="1333025"/>
          </a:xfrm>
          <a:prstGeom prst="rect">
            <a:avLst/>
          </a:prstGeom>
        </p:spPr>
      </p:pic>
      <p:pic>
        <p:nvPicPr>
          <p:cNvPr id="4" name="Image 2" descr="./images\slide17_img25.png">    </p:cNvPr>
          <p:cNvPicPr>
            <a:picLocks noChangeAspect="1"/>
          </p:cNvPicPr>
          <p:nvPr/>
        </p:nvPicPr>
        <p:blipFill>
          <a:blip r:embed="rId3"/>
          <a:stretch>
            <a:fillRect/>
          </a:stretch>
        </p:blipFill>
        <p:spPr>
          <a:xfrm>
            <a:off x="380987" y="3294592"/>
            <a:ext cx="1333050" cy="1336095"/>
          </a:xfrm>
          <a:prstGeom prst="rect">
            <a:avLst/>
          </a:prstGeom>
        </p:spPr>
      </p:pic>
      <p:pic>
        <p:nvPicPr>
          <p:cNvPr id="5" name="Image 3" descr="./images\slide17_img26.png">    </p:cNvPr>
          <p:cNvPicPr>
            <a:picLocks noChangeAspect="1"/>
          </p:cNvPicPr>
          <p:nvPr/>
        </p:nvPicPr>
        <p:blipFill>
          <a:blip r:embed="rId4"/>
          <a:stretch>
            <a:fillRect/>
          </a:stretch>
        </p:blipFill>
        <p:spPr>
          <a:xfrm>
            <a:off x="4631085" y="3296125"/>
            <a:ext cx="1333050" cy="1336101"/>
          </a:xfrm>
          <a:prstGeom prst="rect">
            <a:avLst/>
          </a:prstGeom>
        </p:spPr>
      </p:pic>
      <p:sp>
        <p:nvSpPr>
          <p:cNvPr id="6" name="Text 0"/>
          <p:cNvSpPr/>
          <p:nvPr/>
        </p:nvSpPr>
        <p:spPr>
          <a:xfrm>
            <a:off x="381000" y="785097"/>
            <a:ext cx="2650320" cy="42418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3150" dirty="0">
                <a:solidFill>
                  <a:srgbClr val="191919"/>
                </a:solidFill>
                <a:latin typeface="Inter" pitchFamily="34" charset="0"/>
                <a:ea typeface="Inter" pitchFamily="34" charset="-122"/>
                <a:cs typeface="Inter" pitchFamily="34" charset="-120"/>
              </a:rPr>
              <a:t>Testimonials</a:t>
            </a:r>
            <a:endParaRPr lang="en-US" sz="1050" dirty="0"/>
          </a:p>
        </p:txBody>
      </p:sp>
      <p:sp>
        <p:nvSpPr>
          <p:cNvPr id="7" name="Text 1"/>
          <p:cNvSpPr/>
          <p:nvPr/>
        </p:nvSpPr>
        <p:spPr>
          <a:xfrm>
            <a:off x="381000" y="391477"/>
            <a:ext cx="1049480" cy="122873"/>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COMPANY NAME</a:t>
            </a:r>
            <a:endParaRPr lang="en-US" sz="1050" dirty="0"/>
          </a:p>
        </p:txBody>
      </p:sp>
      <p:sp>
        <p:nvSpPr>
          <p:cNvPr id="8" name="Text 2"/>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
        <p:nvSpPr>
          <p:cNvPr id="9" name="Text 3"/>
          <p:cNvSpPr/>
          <p:nvPr/>
        </p:nvSpPr>
        <p:spPr>
          <a:xfrm>
            <a:off x="1832209" y="1514745"/>
            <a:ext cx="1214864" cy="18097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Name Surname</a:t>
            </a:r>
            <a:endParaRPr lang="en-US" sz="1050" dirty="0"/>
          </a:p>
        </p:txBody>
      </p:sp>
      <p:sp>
        <p:nvSpPr>
          <p:cNvPr id="10" name="Text 4"/>
          <p:cNvSpPr/>
          <p:nvPr/>
        </p:nvSpPr>
        <p:spPr>
          <a:xfrm>
            <a:off x="1832209" y="3296119"/>
            <a:ext cx="1214864" cy="18097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Name Surname</a:t>
            </a:r>
            <a:endParaRPr lang="en-US" sz="1050" dirty="0"/>
          </a:p>
        </p:txBody>
      </p:sp>
      <p:sp>
        <p:nvSpPr>
          <p:cNvPr id="11" name="Text 5"/>
          <p:cNvSpPr/>
          <p:nvPr/>
        </p:nvSpPr>
        <p:spPr>
          <a:xfrm>
            <a:off x="6072188" y="3296119"/>
            <a:ext cx="1214864" cy="18097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Name Surname</a:t>
            </a:r>
            <a:endParaRPr lang="en-US" sz="1050" dirty="0"/>
          </a:p>
        </p:txBody>
      </p:sp>
      <p:sp>
        <p:nvSpPr>
          <p:cNvPr id="12" name="Text 6"/>
          <p:cNvSpPr/>
          <p:nvPr/>
        </p:nvSpPr>
        <p:spPr>
          <a:xfrm>
            <a:off x="6072188" y="1514745"/>
            <a:ext cx="1214864" cy="180975"/>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BM Plex Mono Medium" pitchFamily="34" charset="0"/>
                <a:ea typeface="IBM Plex Mono Medium" pitchFamily="34" charset="-122"/>
                <a:cs typeface="IBM Plex Mono Medium" pitchFamily="34" charset="-120"/>
              </a:rPr>
              <a:t>Name Surname</a:t>
            </a:r>
            <a:endParaRPr lang="en-US" sz="1050" dirty="0"/>
          </a:p>
        </p:txBody>
      </p:sp>
      <p:sp>
        <p:nvSpPr>
          <p:cNvPr id="13" name="Text 7"/>
          <p:cNvSpPr/>
          <p:nvPr/>
        </p:nvSpPr>
        <p:spPr>
          <a:xfrm>
            <a:off x="1832209" y="1707772"/>
            <a:ext cx="1214864" cy="178117"/>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Title or Position</a:t>
            </a:r>
            <a:endParaRPr lang="en-US" sz="1050" dirty="0"/>
          </a:p>
        </p:txBody>
      </p:sp>
      <p:sp>
        <p:nvSpPr>
          <p:cNvPr id="14" name="Text 8"/>
          <p:cNvSpPr/>
          <p:nvPr/>
        </p:nvSpPr>
        <p:spPr>
          <a:xfrm>
            <a:off x="1832209" y="3489146"/>
            <a:ext cx="1214864" cy="178118"/>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Title or Position</a:t>
            </a:r>
            <a:endParaRPr lang="en-US" sz="1050" dirty="0"/>
          </a:p>
        </p:txBody>
      </p:sp>
      <p:sp>
        <p:nvSpPr>
          <p:cNvPr id="15" name="Text 9"/>
          <p:cNvSpPr/>
          <p:nvPr/>
        </p:nvSpPr>
        <p:spPr>
          <a:xfrm>
            <a:off x="6072188" y="3489146"/>
            <a:ext cx="1214864" cy="178118"/>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Title or Position</a:t>
            </a:r>
            <a:endParaRPr lang="en-US" sz="1050" dirty="0"/>
          </a:p>
        </p:txBody>
      </p:sp>
      <p:sp>
        <p:nvSpPr>
          <p:cNvPr id="16" name="Text 10"/>
          <p:cNvSpPr/>
          <p:nvPr/>
        </p:nvSpPr>
        <p:spPr>
          <a:xfrm>
            <a:off x="6072188" y="1707772"/>
            <a:ext cx="1214864" cy="178117"/>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Title or Position</a:t>
            </a:r>
            <a:endParaRPr lang="en-US" sz="1050" dirty="0"/>
          </a:p>
        </p:txBody>
      </p:sp>
      <p:sp>
        <p:nvSpPr>
          <p:cNvPr id="17" name="Text 11"/>
          <p:cNvSpPr/>
          <p:nvPr/>
        </p:nvSpPr>
        <p:spPr>
          <a:xfrm>
            <a:off x="1832209" y="2016092"/>
            <a:ext cx="2690700" cy="9483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Lorem ipsum dolor sit amet, consectetur adipiscing elit. Integer vitae leo sapien. Morbi eget dictum turpis. Class aptent taciti sociosqu ad litora torquent per conubia nostra, per inceptos himenaeos.</a:t>
            </a:r>
            <a:endParaRPr lang="en-US" sz="1050" dirty="0"/>
          </a:p>
        </p:txBody>
      </p:sp>
      <p:sp>
        <p:nvSpPr>
          <p:cNvPr id="18" name="Text 12"/>
          <p:cNvSpPr/>
          <p:nvPr/>
        </p:nvSpPr>
        <p:spPr>
          <a:xfrm>
            <a:off x="1832209" y="3797466"/>
            <a:ext cx="2690700" cy="9483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Lorem ipsum dolor sit amet, consectetur adipiscing elit. Integer vitae leo sapien. Morbi eget dictum turpis. Class aptent taciti sociosqu ad litora torquent per conubia nostra, per inceptos himenaeos.</a:t>
            </a:r>
            <a:endParaRPr lang="en-US" sz="1050" dirty="0"/>
          </a:p>
        </p:txBody>
      </p:sp>
      <p:sp>
        <p:nvSpPr>
          <p:cNvPr id="19" name="Text 13"/>
          <p:cNvSpPr/>
          <p:nvPr/>
        </p:nvSpPr>
        <p:spPr>
          <a:xfrm>
            <a:off x="6072189" y="3797466"/>
            <a:ext cx="2690700" cy="9483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Lorem ipsum dolor sit amet, consectetur adipiscing elit. Integer vitae leo sapien. Morbi eget dictum turpis. Class aptent taciti sociosqu ad litora torquent per conubia nostra, per inceptos himenaeos.</a:t>
            </a:r>
            <a:endParaRPr lang="en-US" sz="1050" dirty="0"/>
          </a:p>
        </p:txBody>
      </p:sp>
      <p:sp>
        <p:nvSpPr>
          <p:cNvPr id="20" name="Text 14"/>
          <p:cNvSpPr/>
          <p:nvPr/>
        </p:nvSpPr>
        <p:spPr>
          <a:xfrm>
            <a:off x="6072189" y="2016092"/>
            <a:ext cx="2690700" cy="948300"/>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050" dirty="0">
                <a:solidFill>
                  <a:srgbClr val="191919"/>
                </a:solidFill>
                <a:latin typeface="Inter" pitchFamily="34" charset="0"/>
                <a:ea typeface="Inter" pitchFamily="34" charset="-122"/>
                <a:cs typeface="Inter" pitchFamily="34" charset="-120"/>
              </a:rPr>
              <a:t>Lorem ipsum dolor sit amet, consectetur adipiscing elit. Integer vitae leo sapien. Morbi eget dictum turpis. Class aptent taciti sociosqu ad litora torquent per conubia nostra, per inceptos himenaeos.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377190"/>
            <a:ext cx="8382000" cy="4086274"/>
          </a:xfrm>
          <a:custGeom>
            <a:avLst/>
            <a:gdLst/>
            <a:ahLst/>
            <a:cxnLst/>
            <a:rect l="l" t="t" r="r" b="b"/>
            <a:pathLst>
              <a:path w="8382000" h="4086274">
                <a:moveTo>
                  <a:pt x="0" y="0"/>
                </a:moveTo>
                <a:lnTo>
                  <a:pt x="8382000" y="0"/>
                </a:lnTo>
                <a:lnTo>
                  <a:pt x="8382000" y="4086274"/>
                </a:lnTo>
                <a:lnTo>
                  <a:pt x="0" y="4086274"/>
                </a:lnTo>
                <a:lnTo>
                  <a:pt x="0" y="0"/>
                </a:lnTo>
                <a:close/>
              </a:path>
            </a:pathLst>
          </a:custGeom>
          <a:solidFill>
            <a:srgbClr val="FFFFFF">
              <a:alpha val="0"/>
            </a:srgbClr>
          </a:solidFill>
          <a:ln/>
        </p:spPr>
      </p:sp>
      <p:sp>
        <p:nvSpPr>
          <p:cNvPr id="3" name="Text 1"/>
          <p:cNvSpPr/>
          <p:nvPr/>
        </p:nvSpPr>
        <p:spPr>
          <a:xfrm>
            <a:off x="381000" y="377190"/>
            <a:ext cx="8382000" cy="4086274"/>
          </a:xfrm>
          <a:prstGeom prst="rect">
            <a:avLst/>
          </a:prstGeom>
          <a:noFill/>
          <a:ln/>
        </p:spPr>
        <p:txBody>
          <a:bodyPr wrap="square" rtlCol="0" anchor="t"/>
          <a:lstStyle/>
          <a:p>
            <a:pPr indent="0" marL="0">
              <a:spcBef>
                <a:spcPts val="375"/>
              </a:spcBef>
              <a:buNone/>
            </a:pPr>
            <a:endParaRPr lang="en-US" sz="1050" dirty="0"/>
          </a:p>
        </p:txBody>
      </p:sp>
      <p:pic>
        <p:nvPicPr>
          <p:cNvPr id="4" name="Image 0" descr="preencoded.png">    </p:cNvPr>
          <p:cNvPicPr>
            <a:picLocks noChangeAspect="1"/>
          </p:cNvPicPr>
          <p:nvPr/>
        </p:nvPicPr>
        <p:blipFill>
          <a:blip r:embed="rId1"/>
          <a:stretch>
            <a:fillRect/>
          </a:stretch>
        </p:blipFill>
        <p:spPr>
          <a:xfrm>
            <a:off x="381000" y="377190"/>
            <a:ext cx="8382000" cy="4086274"/>
          </a:xfrm>
          <a:prstGeom prst="rect">
            <a:avLst/>
          </a:prstGeom>
        </p:spPr>
      </p:pic>
      <p:sp>
        <p:nvSpPr>
          <p:cNvPr id="5" name="Text 2"/>
          <p:cNvSpPr/>
          <p:nvPr/>
        </p:nvSpPr>
        <p:spPr>
          <a:xfrm>
            <a:off x="1130850" y="1251150"/>
            <a:ext cx="6882300" cy="2401200"/>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5175" dirty="0">
                <a:solidFill>
                  <a:srgbClr val="191919"/>
                </a:solidFill>
                <a:latin typeface="Inter ExtraLight" pitchFamily="34" charset="0"/>
                <a:ea typeface="Inter ExtraLight" pitchFamily="34" charset="-122"/>
                <a:cs typeface="Inter ExtraLight" pitchFamily="34" charset="-120"/>
              </a:rPr>
              <a:t>“Write an original statement or inspiring quote”</a:t>
            </a:r>
            <a:endParaRPr lang="en-US" sz="1050" dirty="0"/>
          </a:p>
        </p:txBody>
      </p:sp>
      <p:sp>
        <p:nvSpPr>
          <p:cNvPr id="6" name="Text 3"/>
          <p:cNvSpPr/>
          <p:nvPr/>
        </p:nvSpPr>
        <p:spPr>
          <a:xfrm>
            <a:off x="2360618" y="4614863"/>
            <a:ext cx="6402382" cy="15716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75" dirty="0">
                <a:solidFill>
                  <a:srgbClr val="191919"/>
                </a:solidFill>
                <a:latin typeface="IBM Plex Mono Medium" pitchFamily="34" charset="0"/>
                <a:ea typeface="IBM Plex Mono Medium" pitchFamily="34" charset="-122"/>
                <a:cs typeface="IBM Plex Mono Medium" pitchFamily="34" charset="-120"/>
              </a:rPr>
              <a:t>— Include a credit, citation, or supporting message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198328"/>
          </a:xfrm>
          <a:custGeom>
            <a:avLst/>
            <a:gdLst/>
            <a:ahLst/>
            <a:cxnLst/>
            <a:rect l="l" t="t" r="r" b="b"/>
            <a:pathLst>
              <a:path w="9144000" h="3198328">
                <a:moveTo>
                  <a:pt x="0" y="0"/>
                </a:moveTo>
                <a:lnTo>
                  <a:pt x="9144000" y="0"/>
                </a:lnTo>
                <a:lnTo>
                  <a:pt x="9144000" y="3198328"/>
                </a:lnTo>
                <a:lnTo>
                  <a:pt x="0" y="3198328"/>
                </a:lnTo>
                <a:lnTo>
                  <a:pt x="0" y="0"/>
                </a:lnTo>
                <a:close/>
              </a:path>
            </a:pathLst>
          </a:custGeom>
          <a:solidFill>
            <a:srgbClr val="FFFFFF">
              <a:alpha val="0"/>
            </a:srgbClr>
          </a:solidFill>
          <a:ln/>
        </p:spPr>
      </p:sp>
      <p:sp>
        <p:nvSpPr>
          <p:cNvPr id="3" name="Text 1"/>
          <p:cNvSpPr/>
          <p:nvPr/>
        </p:nvSpPr>
        <p:spPr>
          <a:xfrm>
            <a:off x="0" y="0"/>
            <a:ext cx="9144000" cy="3198328"/>
          </a:xfrm>
          <a:prstGeom prst="rect">
            <a:avLst/>
          </a:prstGeom>
          <a:noFill/>
          <a:ln/>
        </p:spPr>
        <p:txBody>
          <a:bodyPr wrap="square" rtlCol="0" anchor="t"/>
          <a:lstStyle/>
          <a:p>
            <a:pPr indent="0" marL="0">
              <a:spcBef>
                <a:spcPts val="375"/>
              </a:spcBef>
              <a:buNone/>
            </a:pPr>
            <a:endParaRPr lang="en-US" sz="1050" dirty="0"/>
          </a:p>
        </p:txBody>
      </p:sp>
      <p:pic>
        <p:nvPicPr>
          <p:cNvPr id="4" name="Image 0" descr="preencoded.png">    </p:cNvPr>
          <p:cNvPicPr>
            <a:picLocks noChangeAspect="1"/>
          </p:cNvPicPr>
          <p:nvPr/>
        </p:nvPicPr>
        <p:blipFill>
          <a:blip r:embed="rId1"/>
          <a:stretch>
            <a:fillRect/>
          </a:stretch>
        </p:blipFill>
        <p:spPr>
          <a:xfrm>
            <a:off x="0" y="0"/>
            <a:ext cx="9144000" cy="3198328"/>
          </a:xfrm>
          <a:prstGeom prst="rect">
            <a:avLst/>
          </a:prstGeom>
        </p:spPr>
      </p:pic>
      <p:sp>
        <p:nvSpPr>
          <p:cNvPr id="5" name="Shape 2"/>
          <p:cNvSpPr/>
          <p:nvPr/>
        </p:nvSpPr>
        <p:spPr>
          <a:xfrm>
            <a:off x="2733707" y="3572082"/>
            <a:ext cx="121027" cy="180975"/>
          </a:xfrm>
          <a:custGeom>
            <a:avLst/>
            <a:gdLst/>
            <a:ahLst/>
            <a:cxnLst/>
            <a:rect l="l" t="t" r="r" b="b"/>
            <a:pathLst>
              <a:path w="121027" h="180975">
                <a:moveTo>
                  <a:pt x="0" y="0"/>
                </a:moveTo>
                <a:lnTo>
                  <a:pt x="121027" y="0"/>
                </a:lnTo>
                <a:lnTo>
                  <a:pt x="121027" y="180975"/>
                </a:lnTo>
                <a:lnTo>
                  <a:pt x="0" y="180975"/>
                </a:lnTo>
                <a:lnTo>
                  <a:pt x="0" y="0"/>
                </a:lnTo>
                <a:close/>
              </a:path>
            </a:pathLst>
          </a:custGeom>
          <a:solidFill>
            <a:srgbClr val="FFFFFF">
              <a:alpha val="0"/>
            </a:srgbClr>
          </a:solidFill>
          <a:ln/>
        </p:spPr>
      </p:sp>
      <p:sp>
        <p:nvSpPr>
          <p:cNvPr id="6" name="Text 3"/>
          <p:cNvSpPr/>
          <p:nvPr/>
        </p:nvSpPr>
        <p:spPr>
          <a:xfrm>
            <a:off x="2733707" y="3572082"/>
            <a:ext cx="121027" cy="180975"/>
          </a:xfrm>
          <a:prstGeom prst="rect">
            <a:avLst/>
          </a:prstGeom>
          <a:noFill/>
          <a:ln/>
        </p:spPr>
        <p:txBody>
          <a:bodyPr wrap="square" rtlCol="0" anchor="t"/>
          <a:lstStyle/>
          <a:p>
            <a:pPr indent="0" marL="0">
              <a:spcBef>
                <a:spcPts val="375"/>
              </a:spcBef>
              <a:buNone/>
            </a:pPr>
            <a:endParaRPr lang="en-US" sz="1050" dirty="0"/>
          </a:p>
        </p:txBody>
      </p:sp>
      <p:pic>
        <p:nvPicPr>
          <p:cNvPr id="7" name="Image 1" descr="preencoded.png">    </p:cNvPr>
          <p:cNvPicPr>
            <a:picLocks noChangeAspect="1"/>
          </p:cNvPicPr>
          <p:nvPr/>
        </p:nvPicPr>
        <p:blipFill>
          <a:blip r:embed="rId2"/>
          <a:stretch>
            <a:fillRect/>
          </a:stretch>
        </p:blipFill>
        <p:spPr>
          <a:xfrm>
            <a:off x="2733707" y="3572082"/>
            <a:ext cx="121027" cy="180975"/>
          </a:xfrm>
          <a:prstGeom prst="rect">
            <a:avLst/>
          </a:prstGeom>
        </p:spPr>
      </p:pic>
      <p:sp>
        <p:nvSpPr>
          <p:cNvPr id="8" name="Shape 4"/>
          <p:cNvSpPr/>
          <p:nvPr/>
        </p:nvSpPr>
        <p:spPr>
          <a:xfrm>
            <a:off x="2719108" y="4080614"/>
            <a:ext cx="180975" cy="180975"/>
          </a:xfrm>
          <a:custGeom>
            <a:avLst/>
            <a:gdLst/>
            <a:ahLst/>
            <a:cxnLst/>
            <a:rect l="l" t="t" r="r" b="b"/>
            <a:pathLst>
              <a:path w="180975" h="180975">
                <a:moveTo>
                  <a:pt x="0" y="0"/>
                </a:moveTo>
                <a:lnTo>
                  <a:pt x="180975" y="0"/>
                </a:lnTo>
                <a:lnTo>
                  <a:pt x="180975" y="180975"/>
                </a:lnTo>
                <a:lnTo>
                  <a:pt x="0" y="180975"/>
                </a:lnTo>
                <a:lnTo>
                  <a:pt x="0" y="0"/>
                </a:lnTo>
                <a:close/>
              </a:path>
            </a:pathLst>
          </a:custGeom>
          <a:solidFill>
            <a:srgbClr val="FFFFFF">
              <a:alpha val="0"/>
            </a:srgbClr>
          </a:solidFill>
          <a:ln/>
        </p:spPr>
      </p:sp>
      <p:sp>
        <p:nvSpPr>
          <p:cNvPr id="9" name="Text 5"/>
          <p:cNvSpPr/>
          <p:nvPr/>
        </p:nvSpPr>
        <p:spPr>
          <a:xfrm>
            <a:off x="2719108" y="4080614"/>
            <a:ext cx="180975" cy="180975"/>
          </a:xfrm>
          <a:prstGeom prst="rect">
            <a:avLst/>
          </a:prstGeom>
          <a:noFill/>
          <a:ln/>
        </p:spPr>
        <p:txBody>
          <a:bodyPr wrap="square" rtlCol="0" anchor="t"/>
          <a:lstStyle/>
          <a:p>
            <a:pPr indent="0" marL="0">
              <a:spcBef>
                <a:spcPts val="375"/>
              </a:spcBef>
              <a:buNone/>
            </a:pPr>
            <a:endParaRPr lang="en-US" sz="1050" dirty="0"/>
          </a:p>
        </p:txBody>
      </p:sp>
      <p:pic>
        <p:nvPicPr>
          <p:cNvPr id="10" name="Image 2" descr="preencoded.png">    </p:cNvPr>
          <p:cNvPicPr>
            <a:picLocks noChangeAspect="1"/>
          </p:cNvPicPr>
          <p:nvPr/>
        </p:nvPicPr>
        <p:blipFill>
          <a:blip r:embed="rId3"/>
          <a:stretch>
            <a:fillRect/>
          </a:stretch>
        </p:blipFill>
        <p:spPr>
          <a:xfrm>
            <a:off x="2719108" y="4080614"/>
            <a:ext cx="180975" cy="180975"/>
          </a:xfrm>
          <a:prstGeom prst="rect">
            <a:avLst/>
          </a:prstGeom>
        </p:spPr>
      </p:pic>
      <p:sp>
        <p:nvSpPr>
          <p:cNvPr id="11" name="Shape 6"/>
          <p:cNvSpPr/>
          <p:nvPr/>
        </p:nvSpPr>
        <p:spPr>
          <a:xfrm>
            <a:off x="2719108" y="4617997"/>
            <a:ext cx="180975" cy="128986"/>
          </a:xfrm>
          <a:custGeom>
            <a:avLst/>
            <a:gdLst/>
            <a:ahLst/>
            <a:cxnLst/>
            <a:rect l="l" t="t" r="r" b="b"/>
            <a:pathLst>
              <a:path w="180975" h="128986">
                <a:moveTo>
                  <a:pt x="0" y="0"/>
                </a:moveTo>
                <a:lnTo>
                  <a:pt x="180975" y="0"/>
                </a:lnTo>
                <a:lnTo>
                  <a:pt x="180975" y="128986"/>
                </a:lnTo>
                <a:lnTo>
                  <a:pt x="0" y="128986"/>
                </a:lnTo>
                <a:lnTo>
                  <a:pt x="0" y="0"/>
                </a:lnTo>
                <a:close/>
              </a:path>
            </a:pathLst>
          </a:custGeom>
          <a:solidFill>
            <a:srgbClr val="FFFFFF">
              <a:alpha val="0"/>
            </a:srgbClr>
          </a:solidFill>
          <a:ln/>
        </p:spPr>
      </p:sp>
      <p:sp>
        <p:nvSpPr>
          <p:cNvPr id="12" name="Text 7"/>
          <p:cNvSpPr/>
          <p:nvPr/>
        </p:nvSpPr>
        <p:spPr>
          <a:xfrm>
            <a:off x="2719108" y="4617997"/>
            <a:ext cx="180975" cy="128986"/>
          </a:xfrm>
          <a:prstGeom prst="rect">
            <a:avLst/>
          </a:prstGeom>
          <a:noFill/>
          <a:ln/>
        </p:spPr>
        <p:txBody>
          <a:bodyPr wrap="square" rtlCol="0" anchor="t"/>
          <a:lstStyle/>
          <a:p>
            <a:pPr indent="0" marL="0">
              <a:spcBef>
                <a:spcPts val="375"/>
              </a:spcBef>
              <a:buNone/>
            </a:pPr>
            <a:endParaRPr lang="en-US" sz="1050" dirty="0"/>
          </a:p>
        </p:txBody>
      </p:sp>
      <p:pic>
        <p:nvPicPr>
          <p:cNvPr id="13" name="Image 3" descr="preencoded.png">    </p:cNvPr>
          <p:cNvPicPr>
            <a:picLocks noChangeAspect="1"/>
          </p:cNvPicPr>
          <p:nvPr/>
        </p:nvPicPr>
        <p:blipFill>
          <a:blip r:embed="rId4"/>
          <a:stretch>
            <a:fillRect/>
          </a:stretch>
        </p:blipFill>
        <p:spPr>
          <a:xfrm>
            <a:off x="2719108" y="4617997"/>
            <a:ext cx="180975" cy="128986"/>
          </a:xfrm>
          <a:prstGeom prst="rect">
            <a:avLst/>
          </a:prstGeom>
        </p:spPr>
      </p:pic>
      <p:sp>
        <p:nvSpPr>
          <p:cNvPr id="14" name="Shape 8"/>
          <p:cNvSpPr/>
          <p:nvPr/>
        </p:nvSpPr>
        <p:spPr>
          <a:xfrm>
            <a:off x="6436250" y="3572082"/>
            <a:ext cx="180975" cy="180975"/>
          </a:xfrm>
          <a:custGeom>
            <a:avLst/>
            <a:gdLst/>
            <a:ahLst/>
            <a:cxnLst/>
            <a:rect l="l" t="t" r="r" b="b"/>
            <a:pathLst>
              <a:path w="180975" h="180975">
                <a:moveTo>
                  <a:pt x="0" y="0"/>
                </a:moveTo>
                <a:lnTo>
                  <a:pt x="180975" y="0"/>
                </a:lnTo>
                <a:lnTo>
                  <a:pt x="180975" y="180975"/>
                </a:lnTo>
                <a:lnTo>
                  <a:pt x="0" y="180975"/>
                </a:lnTo>
                <a:lnTo>
                  <a:pt x="0" y="0"/>
                </a:lnTo>
                <a:close/>
              </a:path>
            </a:pathLst>
          </a:custGeom>
          <a:solidFill>
            <a:srgbClr val="FFFFFF">
              <a:alpha val="0"/>
            </a:srgbClr>
          </a:solidFill>
          <a:ln/>
        </p:spPr>
      </p:sp>
      <p:sp>
        <p:nvSpPr>
          <p:cNvPr id="15" name="Text 9"/>
          <p:cNvSpPr/>
          <p:nvPr/>
        </p:nvSpPr>
        <p:spPr>
          <a:xfrm>
            <a:off x="6436250" y="3572082"/>
            <a:ext cx="180975" cy="180975"/>
          </a:xfrm>
          <a:prstGeom prst="rect">
            <a:avLst/>
          </a:prstGeom>
          <a:noFill/>
          <a:ln/>
        </p:spPr>
        <p:txBody>
          <a:bodyPr wrap="square" rtlCol="0" anchor="t"/>
          <a:lstStyle/>
          <a:p>
            <a:pPr indent="0" marL="0">
              <a:spcBef>
                <a:spcPts val="375"/>
              </a:spcBef>
              <a:buNone/>
            </a:pPr>
            <a:endParaRPr lang="en-US" sz="1050" dirty="0"/>
          </a:p>
        </p:txBody>
      </p:sp>
      <p:pic>
        <p:nvPicPr>
          <p:cNvPr id="16" name="Image 4" descr="preencoded.png">    </p:cNvPr>
          <p:cNvPicPr>
            <a:picLocks noChangeAspect="1"/>
          </p:cNvPicPr>
          <p:nvPr/>
        </p:nvPicPr>
        <p:blipFill>
          <a:blip r:embed="rId5"/>
          <a:stretch>
            <a:fillRect/>
          </a:stretch>
        </p:blipFill>
        <p:spPr>
          <a:xfrm>
            <a:off x="6436250" y="3572082"/>
            <a:ext cx="180975" cy="180975"/>
          </a:xfrm>
          <a:prstGeom prst="rect">
            <a:avLst/>
          </a:prstGeom>
        </p:spPr>
      </p:pic>
      <p:sp>
        <p:nvSpPr>
          <p:cNvPr id="17" name="Shape 10"/>
          <p:cNvSpPr/>
          <p:nvPr/>
        </p:nvSpPr>
        <p:spPr>
          <a:xfrm>
            <a:off x="6436250" y="4080614"/>
            <a:ext cx="182301" cy="180975"/>
          </a:xfrm>
          <a:custGeom>
            <a:avLst/>
            <a:gdLst/>
            <a:ahLst/>
            <a:cxnLst/>
            <a:rect l="l" t="t" r="r" b="b"/>
            <a:pathLst>
              <a:path w="182301" h="180975">
                <a:moveTo>
                  <a:pt x="0" y="0"/>
                </a:moveTo>
                <a:lnTo>
                  <a:pt x="182300" y="0"/>
                </a:lnTo>
                <a:lnTo>
                  <a:pt x="182300" y="180975"/>
                </a:lnTo>
                <a:lnTo>
                  <a:pt x="0" y="180975"/>
                </a:lnTo>
                <a:lnTo>
                  <a:pt x="0" y="0"/>
                </a:lnTo>
                <a:close/>
              </a:path>
            </a:pathLst>
          </a:custGeom>
          <a:solidFill>
            <a:srgbClr val="FFFFFF">
              <a:alpha val="0"/>
            </a:srgbClr>
          </a:solidFill>
          <a:ln/>
        </p:spPr>
      </p:sp>
      <p:sp>
        <p:nvSpPr>
          <p:cNvPr id="18" name="Text 11"/>
          <p:cNvSpPr/>
          <p:nvPr/>
        </p:nvSpPr>
        <p:spPr>
          <a:xfrm>
            <a:off x="6436250" y="4080614"/>
            <a:ext cx="182301" cy="180975"/>
          </a:xfrm>
          <a:prstGeom prst="rect">
            <a:avLst/>
          </a:prstGeom>
          <a:noFill/>
          <a:ln/>
        </p:spPr>
        <p:txBody>
          <a:bodyPr wrap="square" rtlCol="0" anchor="t"/>
          <a:lstStyle/>
          <a:p>
            <a:pPr indent="0" marL="0">
              <a:spcBef>
                <a:spcPts val="375"/>
              </a:spcBef>
              <a:buNone/>
            </a:pPr>
            <a:endParaRPr lang="en-US" sz="1050" dirty="0"/>
          </a:p>
        </p:txBody>
      </p:sp>
      <p:pic>
        <p:nvPicPr>
          <p:cNvPr id="19" name="Image 5" descr="preencoded.png">    </p:cNvPr>
          <p:cNvPicPr>
            <a:picLocks noChangeAspect="1"/>
          </p:cNvPicPr>
          <p:nvPr/>
        </p:nvPicPr>
        <p:blipFill>
          <a:blip r:embed="rId6"/>
          <a:stretch>
            <a:fillRect/>
          </a:stretch>
        </p:blipFill>
        <p:spPr>
          <a:xfrm>
            <a:off x="6436250" y="4080614"/>
            <a:ext cx="182301" cy="180975"/>
          </a:xfrm>
          <a:prstGeom prst="rect">
            <a:avLst/>
          </a:prstGeom>
        </p:spPr>
      </p:pic>
      <p:sp>
        <p:nvSpPr>
          <p:cNvPr id="20" name="Text 12"/>
          <p:cNvSpPr/>
          <p:nvPr/>
        </p:nvSpPr>
        <p:spPr>
          <a:xfrm>
            <a:off x="3042854" y="3548270"/>
            <a:ext cx="2900729" cy="202882"/>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nter" pitchFamily="34" charset="0"/>
                <a:ea typeface="Inter" pitchFamily="34" charset="-122"/>
                <a:cs typeface="Inter" pitchFamily="34" charset="-120"/>
              </a:rPr>
              <a:t>123 Anywhere St., Any City,ST 12345</a:t>
            </a:r>
            <a:endParaRPr lang="en-US" sz="1050" dirty="0"/>
          </a:p>
        </p:txBody>
      </p:sp>
      <p:sp>
        <p:nvSpPr>
          <p:cNvPr id="21" name="Text 13"/>
          <p:cNvSpPr/>
          <p:nvPr/>
        </p:nvSpPr>
        <p:spPr>
          <a:xfrm>
            <a:off x="3042854" y="4058706"/>
            <a:ext cx="2446477" cy="202882"/>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nter" pitchFamily="34" charset="0"/>
                <a:ea typeface="Inter" pitchFamily="34" charset="-122"/>
                <a:cs typeface="Inter" pitchFamily="34" charset="-120"/>
              </a:rPr>
              <a:t>123-456-7890</a:t>
            </a:r>
            <a:endParaRPr lang="en-US" sz="1050" dirty="0"/>
          </a:p>
        </p:txBody>
      </p:sp>
      <p:sp>
        <p:nvSpPr>
          <p:cNvPr id="22" name="Text 14"/>
          <p:cNvSpPr/>
          <p:nvPr/>
        </p:nvSpPr>
        <p:spPr>
          <a:xfrm>
            <a:off x="3042854" y="4569143"/>
            <a:ext cx="2446477" cy="202882"/>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nter" pitchFamily="34" charset="0"/>
                <a:ea typeface="Inter" pitchFamily="34" charset="-122"/>
                <a:cs typeface="Inter" pitchFamily="34" charset="-120"/>
              </a:rPr>
              <a:t>hello@reallygreatsite.com</a:t>
            </a:r>
            <a:endParaRPr lang="en-US" sz="1050" dirty="0"/>
          </a:p>
        </p:txBody>
      </p:sp>
      <p:sp>
        <p:nvSpPr>
          <p:cNvPr id="23" name="Text 15"/>
          <p:cNvSpPr/>
          <p:nvPr/>
        </p:nvSpPr>
        <p:spPr>
          <a:xfrm>
            <a:off x="6782648" y="3548270"/>
            <a:ext cx="1980352" cy="202882"/>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nter" pitchFamily="34" charset="0"/>
                <a:ea typeface="Inter" pitchFamily="34" charset="-122"/>
                <a:cs typeface="Inter" pitchFamily="34" charset="-120"/>
              </a:rPr>
              <a:t>reallygreatsite.com</a:t>
            </a:r>
            <a:endParaRPr lang="en-US" sz="1050" dirty="0"/>
          </a:p>
        </p:txBody>
      </p:sp>
      <p:sp>
        <p:nvSpPr>
          <p:cNvPr id="24" name="Text 16"/>
          <p:cNvSpPr/>
          <p:nvPr/>
        </p:nvSpPr>
        <p:spPr>
          <a:xfrm>
            <a:off x="6782648" y="4058706"/>
            <a:ext cx="1435446" cy="202882"/>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1200" dirty="0">
                <a:solidFill>
                  <a:srgbClr val="191919"/>
                </a:solidFill>
                <a:latin typeface="Inter" pitchFamily="34" charset="0"/>
                <a:ea typeface="Inter" pitchFamily="34" charset="-122"/>
                <a:cs typeface="Inter" pitchFamily="34" charset="-120"/>
              </a:rPr>
              <a:t>@reallygreatsite</a:t>
            </a:r>
            <a:endParaRPr lang="en-US" sz="1050" dirty="0"/>
          </a:p>
        </p:txBody>
      </p:sp>
      <p:sp>
        <p:nvSpPr>
          <p:cNvPr id="25" name="Text 17"/>
          <p:cNvSpPr/>
          <p:nvPr/>
        </p:nvSpPr>
        <p:spPr>
          <a:xfrm>
            <a:off x="381000" y="413949"/>
            <a:ext cx="6881663" cy="635191"/>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5175" dirty="0">
                <a:solidFill>
                  <a:srgbClr val="191919"/>
                </a:solidFill>
                <a:latin typeface="Inter" pitchFamily="34" charset="0"/>
                <a:ea typeface="Inter" pitchFamily="34" charset="-122"/>
                <a:cs typeface="Inter" pitchFamily="34" charset="-120"/>
              </a:rPr>
              <a:t>Contact Us</a:t>
            </a:r>
            <a:endParaRPr lang="en-US" sz="1050" dirty="0"/>
          </a:p>
        </p:txBody>
      </p:sp>
      <p:sp>
        <p:nvSpPr>
          <p:cNvPr id="26" name="Text 18"/>
          <p:cNvSpPr/>
          <p:nvPr/>
        </p:nvSpPr>
        <p:spPr>
          <a:xfrm>
            <a:off x="7713520" y="391477"/>
            <a:ext cx="1049480" cy="122873"/>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July 2024</a:t>
            </a:r>
            <a:endParaRPr lang="en-US" sz="1050" dirty="0"/>
          </a:p>
        </p:txBody>
      </p:sp>
      <p:sp>
        <p:nvSpPr>
          <p:cNvPr id="27" name="Text 19"/>
          <p:cNvSpPr/>
          <p:nvPr/>
        </p:nvSpPr>
        <p:spPr>
          <a:xfrm>
            <a:off x="381000" y="2766755"/>
            <a:ext cx="1049480" cy="122872"/>
          </a:xfrm>
          <a:prstGeom prst="rect">
            <a:avLst/>
          </a:prstGeom>
          <a:noFill/>
          <a:ln/>
        </p:spPr>
        <p:txBody>
          <a:bodyPr wrap="square" lIns="95250" tIns="95250" rIns="95250" bIns="95250" rtlCol="0" anchor="t">
            <a:spAutoFit/>
          </a:bodyPr>
          <a:lstStyle/>
          <a:p>
            <a:pPr algn="l" indent="0" marL="0">
              <a:lnSpc>
                <a:spcPct val="80000"/>
              </a:lnSpc>
              <a:spcBef>
                <a:spcPts val="375"/>
              </a:spcBef>
              <a:buNone/>
            </a:pPr>
            <a:r>
              <a:rPr lang="en-US" sz="900" dirty="0">
                <a:solidFill>
                  <a:srgbClr val="191919"/>
                </a:solidFill>
                <a:latin typeface="IBM Plex Mono" pitchFamily="34" charset="0"/>
                <a:ea typeface="IBM Plex Mono" pitchFamily="34" charset="-122"/>
                <a:cs typeface="IBM Plex Mono" pitchFamily="34" charset="-120"/>
              </a:rPr>
              <a:t>COMPANY NAME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solidFill>
            <a:srgbClr val="FFFFFF">
              <a:alpha val="0"/>
            </a:srgbClr>
          </a:solidFill>
          <a:ln/>
        </p:spPr>
      </p:sp>
      <p:sp>
        <p:nvSpPr>
          <p:cNvPr id="3" name="Text 1"/>
          <p:cNvSpPr/>
          <p:nvPr/>
        </p:nvSpPr>
        <p:spPr>
          <a:xfrm>
            <a:off x="0" y="0"/>
            <a:ext cx="9144000" cy="5143500"/>
          </a:xfrm>
          <a:prstGeom prst="rect">
            <a:avLst/>
          </a:prstGeom>
          <a:noFill/>
          <a:ln/>
        </p:spPr>
        <p:txBody>
          <a:bodyPr wrap="square" rtlCol="0" anchor="t"/>
          <a:lstStyle/>
          <a:p>
            <a:pPr indent="0" marL="0">
              <a:spcBef>
                <a:spcPts val="375"/>
              </a:spcBef>
              <a:buNone/>
            </a:pPr>
            <a:endParaRPr lang="en-US" sz="1050" dirty="0"/>
          </a:p>
        </p:txBody>
      </p:sp>
      <p:pic>
        <p:nvPicPr>
          <p:cNvPr id="4"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5" name="Shape 2"/>
          <p:cNvSpPr/>
          <p:nvPr/>
        </p:nvSpPr>
        <p:spPr>
          <a:xfrm>
            <a:off x="387109" y="1142948"/>
            <a:ext cx="2548821" cy="3700161"/>
          </a:xfrm>
          <a:custGeom>
            <a:avLst/>
            <a:gdLst/>
            <a:ahLst/>
            <a:cxnLst/>
            <a:rect l="l" t="t" r="r" b="b"/>
            <a:pathLst>
              <a:path w="2548821" h="3700161">
                <a:moveTo>
                  <a:pt x="69196" y="0"/>
                </a:moveTo>
                <a:lnTo>
                  <a:pt x="2479623" y="0"/>
                </a:lnTo>
                <a:cubicBezTo>
                  <a:pt x="2497975" y="0"/>
                  <a:pt x="2515576" y="7290"/>
                  <a:pt x="2528553" y="20268"/>
                </a:cubicBezTo>
                <a:cubicBezTo>
                  <a:pt x="2541529" y="33244"/>
                  <a:pt x="2548821" y="50844"/>
                  <a:pt x="2548821" y="69196"/>
                </a:cubicBezTo>
                <a:lnTo>
                  <a:pt x="2548821" y="3630964"/>
                </a:lnTo>
                <a:cubicBezTo>
                  <a:pt x="2548821" y="3669180"/>
                  <a:pt x="2517840" y="3700161"/>
                  <a:pt x="2479623" y="3700161"/>
                </a:cubicBezTo>
                <a:lnTo>
                  <a:pt x="69196" y="3700161"/>
                </a:lnTo>
                <a:cubicBezTo>
                  <a:pt x="30981" y="3700161"/>
                  <a:pt x="0" y="3669180"/>
                  <a:pt x="0" y="3630964"/>
                </a:cubicBezTo>
                <a:lnTo>
                  <a:pt x="0" y="69196"/>
                </a:lnTo>
                <a:cubicBezTo>
                  <a:pt x="0" y="30981"/>
                  <a:pt x="30981" y="0"/>
                  <a:pt x="69196" y="0"/>
                </a:cubicBezTo>
                <a:close/>
              </a:path>
            </a:pathLst>
          </a:custGeom>
          <a:solidFill>
            <a:srgbClr val="F0F0F0"/>
          </a:solidFill>
          <a:ln/>
        </p:spPr>
      </p:sp>
      <p:sp>
        <p:nvSpPr>
          <p:cNvPr id="6" name="Text 3"/>
          <p:cNvSpPr/>
          <p:nvPr/>
        </p:nvSpPr>
        <p:spPr>
          <a:xfrm>
            <a:off x="387109" y="1142948"/>
            <a:ext cx="2548821" cy="3700161"/>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7" name="Text 4"/>
          <p:cNvSpPr/>
          <p:nvPr/>
        </p:nvSpPr>
        <p:spPr>
          <a:xfrm>
            <a:off x="387109" y="1106783"/>
            <a:ext cx="2548821" cy="3736326"/>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8" name="Shape 5"/>
          <p:cNvSpPr/>
          <p:nvPr/>
        </p:nvSpPr>
        <p:spPr>
          <a:xfrm>
            <a:off x="3054992" y="1142948"/>
            <a:ext cx="5756490" cy="3700161"/>
          </a:xfrm>
          <a:custGeom>
            <a:avLst/>
            <a:gdLst/>
            <a:ahLst/>
            <a:cxnLst/>
            <a:rect l="l" t="t" r="r" b="b"/>
            <a:pathLst>
              <a:path w="5756490" h="3700161">
                <a:moveTo>
                  <a:pt x="30639" y="0"/>
                </a:moveTo>
                <a:lnTo>
                  <a:pt x="5725850" y="0"/>
                </a:lnTo>
                <a:cubicBezTo>
                  <a:pt x="5733976" y="0"/>
                  <a:pt x="5741769" y="3227"/>
                  <a:pt x="5747515" y="8974"/>
                </a:cubicBezTo>
                <a:cubicBezTo>
                  <a:pt x="5753262" y="14720"/>
                  <a:pt x="5756489" y="22514"/>
                  <a:pt x="5756489" y="30639"/>
                </a:cubicBezTo>
                <a:lnTo>
                  <a:pt x="5756489" y="3669522"/>
                </a:lnTo>
                <a:cubicBezTo>
                  <a:pt x="5756489" y="3677647"/>
                  <a:pt x="5753262" y="3685440"/>
                  <a:pt x="5747515" y="3691187"/>
                </a:cubicBezTo>
                <a:cubicBezTo>
                  <a:pt x="5741769" y="3696933"/>
                  <a:pt x="5733976" y="3700161"/>
                  <a:pt x="5725850" y="3700161"/>
                </a:cubicBezTo>
                <a:lnTo>
                  <a:pt x="30639" y="3700161"/>
                </a:lnTo>
                <a:cubicBezTo>
                  <a:pt x="22514" y="3700161"/>
                  <a:pt x="14720" y="3696933"/>
                  <a:pt x="8974" y="3691187"/>
                </a:cubicBezTo>
                <a:cubicBezTo>
                  <a:pt x="3227" y="3685440"/>
                  <a:pt x="0" y="3677647"/>
                  <a:pt x="0" y="3669522"/>
                </a:cubicBezTo>
                <a:lnTo>
                  <a:pt x="0" y="30639"/>
                </a:lnTo>
                <a:cubicBezTo>
                  <a:pt x="0" y="22514"/>
                  <a:pt x="3227" y="14720"/>
                  <a:pt x="8974" y="8974"/>
                </a:cubicBezTo>
                <a:cubicBezTo>
                  <a:pt x="14720" y="3227"/>
                  <a:pt x="22514" y="0"/>
                  <a:pt x="30639" y="0"/>
                </a:cubicBezTo>
                <a:close/>
              </a:path>
            </a:pathLst>
          </a:custGeom>
          <a:solidFill>
            <a:srgbClr val="F0F0F0"/>
          </a:solidFill>
          <a:ln/>
        </p:spPr>
      </p:sp>
      <p:sp>
        <p:nvSpPr>
          <p:cNvPr id="9" name="Text 6"/>
          <p:cNvSpPr/>
          <p:nvPr/>
        </p:nvSpPr>
        <p:spPr>
          <a:xfrm>
            <a:off x="3054992" y="1142948"/>
            <a:ext cx="5756490" cy="3700161"/>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10" name="Text 7"/>
          <p:cNvSpPr/>
          <p:nvPr/>
        </p:nvSpPr>
        <p:spPr>
          <a:xfrm>
            <a:off x="3054992" y="1106783"/>
            <a:ext cx="5756490" cy="3736326"/>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11" name="Shape 8"/>
          <p:cNvSpPr/>
          <p:nvPr/>
        </p:nvSpPr>
        <p:spPr>
          <a:xfrm>
            <a:off x="569502" y="1283307"/>
            <a:ext cx="2184034" cy="323619"/>
          </a:xfrm>
          <a:custGeom>
            <a:avLst/>
            <a:gdLst/>
            <a:ahLst/>
            <a:cxnLst/>
            <a:rect l="l" t="t" r="r" b="b"/>
            <a:pathLst>
              <a:path w="2184034" h="323619">
                <a:moveTo>
                  <a:pt x="60566" y="0"/>
                </a:moveTo>
                <a:lnTo>
                  <a:pt x="2123465" y="0"/>
                </a:lnTo>
                <a:cubicBezTo>
                  <a:pt x="2139528" y="0"/>
                  <a:pt x="2154934" y="6381"/>
                  <a:pt x="2166292" y="17739"/>
                </a:cubicBezTo>
                <a:cubicBezTo>
                  <a:pt x="2177650" y="29097"/>
                  <a:pt x="2184031" y="44503"/>
                  <a:pt x="2184031" y="60566"/>
                </a:cubicBezTo>
                <a:lnTo>
                  <a:pt x="2184031" y="263053"/>
                </a:lnTo>
                <a:cubicBezTo>
                  <a:pt x="2184031" y="279116"/>
                  <a:pt x="2177650" y="294521"/>
                  <a:pt x="2166292" y="305880"/>
                </a:cubicBezTo>
                <a:cubicBezTo>
                  <a:pt x="2154934" y="317236"/>
                  <a:pt x="2139528" y="323619"/>
                  <a:pt x="2123465" y="323619"/>
                </a:cubicBezTo>
                <a:lnTo>
                  <a:pt x="60566" y="323619"/>
                </a:lnTo>
                <a:cubicBezTo>
                  <a:pt x="44503" y="323619"/>
                  <a:pt x="29097" y="317236"/>
                  <a:pt x="17739" y="305880"/>
                </a:cubicBezTo>
                <a:cubicBezTo>
                  <a:pt x="6381" y="294521"/>
                  <a:pt x="0" y="279116"/>
                  <a:pt x="0" y="263053"/>
                </a:cubicBezTo>
                <a:lnTo>
                  <a:pt x="0" y="60566"/>
                </a:lnTo>
                <a:cubicBezTo>
                  <a:pt x="0" y="44503"/>
                  <a:pt x="6381" y="29097"/>
                  <a:pt x="17739" y="17739"/>
                </a:cubicBezTo>
                <a:cubicBezTo>
                  <a:pt x="29097" y="6381"/>
                  <a:pt x="44503" y="0"/>
                  <a:pt x="60566" y="0"/>
                </a:cubicBezTo>
                <a:close/>
              </a:path>
            </a:pathLst>
          </a:custGeom>
          <a:solidFill>
            <a:srgbClr val="FFFFFF">
              <a:alpha val="0"/>
            </a:srgbClr>
          </a:solidFill>
          <a:ln w="19050">
            <a:solidFill>
              <a:srgbClr val="0F1A38"/>
            </a:solidFill>
            <a:prstDash val="solid"/>
          </a:ln>
        </p:spPr>
      </p:sp>
      <p:sp>
        <p:nvSpPr>
          <p:cNvPr id="12" name="Text 9"/>
          <p:cNvSpPr/>
          <p:nvPr/>
        </p:nvSpPr>
        <p:spPr>
          <a:xfrm>
            <a:off x="569502" y="1283307"/>
            <a:ext cx="2184034" cy="323619"/>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13" name="Text 10"/>
          <p:cNvSpPr/>
          <p:nvPr/>
        </p:nvSpPr>
        <p:spPr>
          <a:xfrm>
            <a:off x="569502" y="1247142"/>
            <a:ext cx="2184034" cy="359784"/>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14" name="Shape 11"/>
          <p:cNvSpPr/>
          <p:nvPr/>
        </p:nvSpPr>
        <p:spPr>
          <a:xfrm>
            <a:off x="4841220" y="1283307"/>
            <a:ext cx="2184034" cy="323619"/>
          </a:xfrm>
          <a:custGeom>
            <a:avLst/>
            <a:gdLst/>
            <a:ahLst/>
            <a:cxnLst/>
            <a:rect l="l" t="t" r="r" b="b"/>
            <a:pathLst>
              <a:path w="2184034" h="323619">
                <a:moveTo>
                  <a:pt x="60566" y="0"/>
                </a:moveTo>
                <a:lnTo>
                  <a:pt x="2123465" y="0"/>
                </a:lnTo>
                <a:cubicBezTo>
                  <a:pt x="2139528" y="0"/>
                  <a:pt x="2154934" y="6381"/>
                  <a:pt x="2166292" y="17739"/>
                </a:cubicBezTo>
                <a:cubicBezTo>
                  <a:pt x="2177650" y="29097"/>
                  <a:pt x="2184031" y="44503"/>
                  <a:pt x="2184031" y="60566"/>
                </a:cubicBezTo>
                <a:lnTo>
                  <a:pt x="2184031" y="263053"/>
                </a:lnTo>
                <a:cubicBezTo>
                  <a:pt x="2184031" y="279116"/>
                  <a:pt x="2177650" y="294521"/>
                  <a:pt x="2166292" y="305880"/>
                </a:cubicBezTo>
                <a:cubicBezTo>
                  <a:pt x="2154934" y="317236"/>
                  <a:pt x="2139528" y="323619"/>
                  <a:pt x="2123465" y="323619"/>
                </a:cubicBezTo>
                <a:lnTo>
                  <a:pt x="60566" y="323619"/>
                </a:lnTo>
                <a:cubicBezTo>
                  <a:pt x="44503" y="323619"/>
                  <a:pt x="29097" y="317236"/>
                  <a:pt x="17739" y="305880"/>
                </a:cubicBezTo>
                <a:cubicBezTo>
                  <a:pt x="6381" y="294521"/>
                  <a:pt x="0" y="279116"/>
                  <a:pt x="0" y="263053"/>
                </a:cubicBezTo>
                <a:lnTo>
                  <a:pt x="0" y="60566"/>
                </a:lnTo>
                <a:cubicBezTo>
                  <a:pt x="0" y="44503"/>
                  <a:pt x="6381" y="29097"/>
                  <a:pt x="17739" y="17739"/>
                </a:cubicBezTo>
                <a:cubicBezTo>
                  <a:pt x="29097" y="6381"/>
                  <a:pt x="44503" y="0"/>
                  <a:pt x="60566" y="0"/>
                </a:cubicBezTo>
                <a:close/>
              </a:path>
            </a:pathLst>
          </a:custGeom>
          <a:solidFill>
            <a:srgbClr val="FFFFFF">
              <a:alpha val="0"/>
            </a:srgbClr>
          </a:solidFill>
          <a:ln w="19050">
            <a:solidFill>
              <a:srgbClr val="0F1A38"/>
            </a:solidFill>
            <a:prstDash val="solid"/>
          </a:ln>
        </p:spPr>
      </p:sp>
      <p:sp>
        <p:nvSpPr>
          <p:cNvPr id="15" name="Text 12"/>
          <p:cNvSpPr/>
          <p:nvPr/>
        </p:nvSpPr>
        <p:spPr>
          <a:xfrm>
            <a:off x="4841220" y="1283307"/>
            <a:ext cx="2184034" cy="323619"/>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16" name="Text 13"/>
          <p:cNvSpPr/>
          <p:nvPr/>
        </p:nvSpPr>
        <p:spPr>
          <a:xfrm>
            <a:off x="4841220" y="1247142"/>
            <a:ext cx="2184034" cy="359784"/>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17" name="Shape 14"/>
          <p:cNvSpPr/>
          <p:nvPr/>
        </p:nvSpPr>
        <p:spPr>
          <a:xfrm>
            <a:off x="569502" y="3600506"/>
            <a:ext cx="2184034" cy="323619"/>
          </a:xfrm>
          <a:custGeom>
            <a:avLst/>
            <a:gdLst/>
            <a:ahLst/>
            <a:cxnLst/>
            <a:rect l="l" t="t" r="r" b="b"/>
            <a:pathLst>
              <a:path w="2184034" h="323619">
                <a:moveTo>
                  <a:pt x="60566" y="0"/>
                </a:moveTo>
                <a:lnTo>
                  <a:pt x="2123465" y="0"/>
                </a:lnTo>
                <a:cubicBezTo>
                  <a:pt x="2139528" y="0"/>
                  <a:pt x="2154934" y="6381"/>
                  <a:pt x="2166292" y="17739"/>
                </a:cubicBezTo>
                <a:cubicBezTo>
                  <a:pt x="2177650" y="29097"/>
                  <a:pt x="2184031" y="44503"/>
                  <a:pt x="2184031" y="60566"/>
                </a:cubicBezTo>
                <a:lnTo>
                  <a:pt x="2184031" y="263053"/>
                </a:lnTo>
                <a:cubicBezTo>
                  <a:pt x="2184031" y="279116"/>
                  <a:pt x="2177650" y="294521"/>
                  <a:pt x="2166292" y="305880"/>
                </a:cubicBezTo>
                <a:cubicBezTo>
                  <a:pt x="2154934" y="317236"/>
                  <a:pt x="2139528" y="323619"/>
                  <a:pt x="2123465" y="323619"/>
                </a:cubicBezTo>
                <a:lnTo>
                  <a:pt x="60566" y="323619"/>
                </a:lnTo>
                <a:cubicBezTo>
                  <a:pt x="44503" y="323619"/>
                  <a:pt x="29097" y="317236"/>
                  <a:pt x="17739" y="305880"/>
                </a:cubicBezTo>
                <a:cubicBezTo>
                  <a:pt x="6381" y="294521"/>
                  <a:pt x="0" y="279116"/>
                  <a:pt x="0" y="263053"/>
                </a:cubicBezTo>
                <a:lnTo>
                  <a:pt x="0" y="60566"/>
                </a:lnTo>
                <a:cubicBezTo>
                  <a:pt x="0" y="44503"/>
                  <a:pt x="6381" y="29097"/>
                  <a:pt x="17739" y="17739"/>
                </a:cubicBezTo>
                <a:cubicBezTo>
                  <a:pt x="29097" y="6381"/>
                  <a:pt x="44503" y="0"/>
                  <a:pt x="60566" y="0"/>
                </a:cubicBezTo>
                <a:close/>
              </a:path>
            </a:pathLst>
          </a:custGeom>
          <a:solidFill>
            <a:srgbClr val="FFFFFF">
              <a:alpha val="0"/>
            </a:srgbClr>
          </a:solidFill>
          <a:ln w="19050">
            <a:solidFill>
              <a:srgbClr val="0F1A38"/>
            </a:solidFill>
            <a:prstDash val="solid"/>
          </a:ln>
        </p:spPr>
      </p:sp>
      <p:sp>
        <p:nvSpPr>
          <p:cNvPr id="18" name="Text 15"/>
          <p:cNvSpPr/>
          <p:nvPr/>
        </p:nvSpPr>
        <p:spPr>
          <a:xfrm>
            <a:off x="569502" y="3600506"/>
            <a:ext cx="2184034" cy="323619"/>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19" name="Text 16"/>
          <p:cNvSpPr/>
          <p:nvPr/>
        </p:nvSpPr>
        <p:spPr>
          <a:xfrm>
            <a:off x="569502" y="3564341"/>
            <a:ext cx="2184034" cy="359784"/>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20" name="Text 17"/>
          <p:cNvSpPr/>
          <p:nvPr/>
        </p:nvSpPr>
        <p:spPr>
          <a:xfrm>
            <a:off x="616198" y="1730823"/>
            <a:ext cx="2090643" cy="251841"/>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900" dirty="0">
                <a:solidFill>
                  <a:srgbClr val="000000"/>
                </a:solidFill>
                <a:latin typeface="Arial" pitchFamily="34" charset="0"/>
                <a:ea typeface="Arial" pitchFamily="34" charset="-122"/>
                <a:cs typeface="Arial" pitchFamily="34" charset="-120"/>
              </a:rPr>
              <a:t>This presentation template</a:t>
            </a:r>
            <a:endParaRPr lang="en-US" sz="1050" dirty="0"/>
          </a:p>
          <a:p>
            <a:pPr algn="ctr" indent="0" marL="0">
              <a:lnSpc>
                <a:spcPct val="80000"/>
              </a:lnSpc>
              <a:spcBef>
                <a:spcPts val="375"/>
              </a:spcBef>
              <a:buNone/>
            </a:pPr>
            <a:r>
              <a:rPr lang="en-US" sz="900" dirty="0">
                <a:solidFill>
                  <a:srgbClr val="000000"/>
                </a:solidFill>
                <a:latin typeface="Arial" pitchFamily="34" charset="0"/>
                <a:ea typeface="Arial" pitchFamily="34" charset="-122"/>
                <a:cs typeface="Arial" pitchFamily="34" charset="-120"/>
              </a:rPr>
              <a:t>uses the following free fonts:</a:t>
            </a:r>
            <a:endParaRPr lang="en-US" sz="1050" dirty="0"/>
          </a:p>
        </p:txBody>
      </p:sp>
      <p:sp>
        <p:nvSpPr>
          <p:cNvPr id="21" name="Text 18"/>
          <p:cNvSpPr/>
          <p:nvPr/>
        </p:nvSpPr>
        <p:spPr>
          <a:xfrm>
            <a:off x="587727" y="3275641"/>
            <a:ext cx="2184034" cy="124841"/>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900" dirty="0">
                <a:solidFill>
                  <a:srgbClr val="000000"/>
                </a:solidFill>
                <a:latin typeface="Arial" pitchFamily="34" charset="0"/>
                <a:ea typeface="Arial" pitchFamily="34" charset="-122"/>
                <a:cs typeface="Arial" pitchFamily="34" charset="-120"/>
              </a:rPr>
              <a:t>You can find these fonts online too.</a:t>
            </a:r>
            <a:endParaRPr lang="en-US" sz="1050" dirty="0"/>
          </a:p>
        </p:txBody>
      </p:sp>
      <p:sp>
        <p:nvSpPr>
          <p:cNvPr id="22" name="Text 19"/>
          <p:cNvSpPr/>
          <p:nvPr/>
        </p:nvSpPr>
        <p:spPr>
          <a:xfrm>
            <a:off x="873885" y="2105438"/>
            <a:ext cx="1575300" cy="1169700"/>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675" dirty="0">
                <a:solidFill>
                  <a:srgbClr val="000000"/>
                </a:solidFill>
                <a:latin typeface="Arial" pitchFamily="34" charset="0"/>
                <a:ea typeface="Arial" pitchFamily="34" charset="-122"/>
                <a:cs typeface="Arial" pitchFamily="34" charset="-120"/>
              </a:rPr>
              <a:t>TITLES:</a:t>
            </a:r>
            <a:endParaRPr lang="en-US" sz="1050" dirty="0"/>
          </a:p>
          <a:p>
            <a:pPr algn="ctr" indent="0" marL="0">
              <a:lnSpc>
                <a:spcPct val="80000"/>
              </a:lnSpc>
              <a:spcBef>
                <a:spcPts val="375"/>
              </a:spcBef>
              <a:buNone/>
            </a:pPr>
            <a:r>
              <a:rPr lang="en-US" sz="1050" dirty="0">
                <a:solidFill>
                  <a:srgbClr val="000000"/>
                </a:solidFill>
                <a:latin typeface="Arial" pitchFamily="34" charset="0"/>
                <a:ea typeface="Arial" pitchFamily="34" charset="-122"/>
                <a:cs typeface="Arial" pitchFamily="34" charset="-120"/>
              </a:rPr>
              <a:t>INTER</a:t>
            </a:r>
            <a:endParaRPr lang="en-US" sz="1050" dirty="0"/>
          </a:p>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a:p>
            <a:pPr algn="ctr" indent="0" marL="0">
              <a:lnSpc>
                <a:spcPct val="80000"/>
              </a:lnSpc>
              <a:spcBef>
                <a:spcPts val="375"/>
              </a:spcBef>
              <a:buNone/>
            </a:pPr>
            <a:r>
              <a:rPr lang="en-US" sz="675" dirty="0">
                <a:solidFill>
                  <a:srgbClr val="000000"/>
                </a:solidFill>
                <a:latin typeface="Arial" pitchFamily="34" charset="0"/>
                <a:ea typeface="Arial" pitchFamily="34" charset="-122"/>
                <a:cs typeface="Arial" pitchFamily="34" charset="-120"/>
              </a:rPr>
              <a:t>HEADERS:</a:t>
            </a:r>
            <a:endParaRPr lang="en-US" sz="1050" dirty="0"/>
          </a:p>
          <a:p>
            <a:pPr algn="ctr" indent="0" marL="0">
              <a:lnSpc>
                <a:spcPct val="80000"/>
              </a:lnSpc>
              <a:spcBef>
                <a:spcPts val="375"/>
              </a:spcBef>
              <a:buNone/>
            </a:pPr>
            <a:r>
              <a:rPr lang="en-US" sz="1050" dirty="0">
                <a:solidFill>
                  <a:srgbClr val="000000"/>
                </a:solidFill>
                <a:latin typeface="Arial" pitchFamily="34" charset="0"/>
                <a:ea typeface="Arial" pitchFamily="34" charset="-122"/>
                <a:cs typeface="Arial" pitchFamily="34" charset="-120"/>
              </a:rPr>
              <a:t>IBM PLEX MONO</a:t>
            </a:r>
            <a:endParaRPr lang="en-US" sz="1050" dirty="0"/>
          </a:p>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a:p>
            <a:pPr algn="ctr" indent="0" marL="0">
              <a:lnSpc>
                <a:spcPct val="80000"/>
              </a:lnSpc>
              <a:spcBef>
                <a:spcPts val="375"/>
              </a:spcBef>
              <a:buNone/>
            </a:pPr>
            <a:r>
              <a:rPr lang="en-US" sz="675" dirty="0">
                <a:solidFill>
                  <a:srgbClr val="000000"/>
                </a:solidFill>
                <a:latin typeface="Arial" pitchFamily="34" charset="0"/>
                <a:ea typeface="Arial" pitchFamily="34" charset="-122"/>
                <a:cs typeface="Arial" pitchFamily="34" charset="-120"/>
              </a:rPr>
              <a:t>BODY COPY:</a:t>
            </a:r>
            <a:endParaRPr lang="en-US" sz="1050" dirty="0"/>
          </a:p>
          <a:p>
            <a:pPr algn="ctr" indent="0" marL="0">
              <a:lnSpc>
                <a:spcPct val="80000"/>
              </a:lnSpc>
              <a:spcBef>
                <a:spcPts val="375"/>
              </a:spcBef>
              <a:buNone/>
            </a:pPr>
            <a:r>
              <a:rPr lang="en-US" sz="1050" dirty="0">
                <a:solidFill>
                  <a:srgbClr val="000000"/>
                </a:solidFill>
                <a:latin typeface="Arial" pitchFamily="34" charset="0"/>
                <a:ea typeface="Arial" pitchFamily="34" charset="-122"/>
                <a:cs typeface="Arial" pitchFamily="34" charset="-120"/>
              </a:rPr>
              <a:t>INTER</a:t>
            </a:r>
            <a:endParaRPr lang="en-US" sz="1050" dirty="0"/>
          </a:p>
        </p:txBody>
      </p:sp>
      <p:sp>
        <p:nvSpPr>
          <p:cNvPr id="23" name="Shape 20"/>
          <p:cNvSpPr/>
          <p:nvPr/>
        </p:nvSpPr>
        <p:spPr>
          <a:xfrm>
            <a:off x="947386" y="4072206"/>
            <a:ext cx="1005606" cy="1005606"/>
          </a:xfrm>
          <a:custGeom>
            <a:avLst/>
            <a:gdLst/>
            <a:ahLst/>
            <a:cxnLst/>
            <a:rect l="l" t="t" r="r" b="b"/>
            <a:pathLst>
              <a:path w="1005606" h="1005606">
                <a:moveTo>
                  <a:pt x="502803" y="0"/>
                </a:moveTo>
                <a:lnTo>
                  <a:pt x="502803" y="0"/>
                </a:lnTo>
                <a:cubicBezTo>
                  <a:pt x="780494" y="0"/>
                  <a:pt x="1005606" y="225112"/>
                  <a:pt x="1005606" y="502803"/>
                </a:cubicBezTo>
                <a:lnTo>
                  <a:pt x="1005606" y="502803"/>
                </a:lnTo>
                <a:cubicBezTo>
                  <a:pt x="1005606" y="780494"/>
                  <a:pt x="780494" y="1005606"/>
                  <a:pt x="502803" y="1005606"/>
                </a:cubicBezTo>
                <a:lnTo>
                  <a:pt x="502803" y="1005606"/>
                </a:lnTo>
                <a:cubicBezTo>
                  <a:pt x="225112" y="1005606"/>
                  <a:pt x="0" y="780494"/>
                  <a:pt x="0" y="502803"/>
                </a:cubicBezTo>
                <a:lnTo>
                  <a:pt x="0" y="502803"/>
                </a:lnTo>
                <a:cubicBezTo>
                  <a:pt x="0" y="225112"/>
                  <a:pt x="225112" y="0"/>
                  <a:pt x="502803" y="0"/>
                </a:cubicBezTo>
                <a:close/>
              </a:path>
            </a:pathLst>
          </a:custGeom>
          <a:solidFill>
            <a:srgbClr val="FFFFFF"/>
          </a:solidFill>
          <a:ln/>
        </p:spPr>
      </p:sp>
      <p:sp>
        <p:nvSpPr>
          <p:cNvPr id="24" name="Text 21"/>
          <p:cNvSpPr/>
          <p:nvPr/>
        </p:nvSpPr>
        <p:spPr>
          <a:xfrm>
            <a:off x="947386" y="4072206"/>
            <a:ext cx="1005606" cy="1005606"/>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25" name="Text 22"/>
          <p:cNvSpPr/>
          <p:nvPr/>
        </p:nvSpPr>
        <p:spPr>
          <a:xfrm>
            <a:off x="947386" y="4048637"/>
            <a:ext cx="1005606" cy="102917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26" name="Text 23"/>
          <p:cNvSpPr/>
          <p:nvPr/>
        </p:nvSpPr>
        <p:spPr>
          <a:xfrm>
            <a:off x="830594" y="4495111"/>
            <a:ext cx="610687" cy="91424"/>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675" dirty="0">
                <a:solidFill>
                  <a:srgbClr val="000000"/>
                </a:solidFill>
                <a:latin typeface="Arial" pitchFamily="34" charset="0"/>
                <a:ea typeface="Arial" pitchFamily="34" charset="-122"/>
                <a:cs typeface="Arial" pitchFamily="34" charset="-120"/>
              </a:rPr>
              <a:t>#FFFFFF</a:t>
            </a:r>
            <a:endParaRPr lang="en-US" sz="1050" dirty="0"/>
          </a:p>
        </p:txBody>
      </p:sp>
      <p:sp>
        <p:nvSpPr>
          <p:cNvPr id="27" name="Shape 24"/>
          <p:cNvSpPr/>
          <p:nvPr/>
        </p:nvSpPr>
        <p:spPr>
          <a:xfrm>
            <a:off x="1472968" y="4072206"/>
            <a:ext cx="1005606" cy="1005606"/>
          </a:xfrm>
          <a:custGeom>
            <a:avLst/>
            <a:gdLst/>
            <a:ahLst/>
            <a:cxnLst/>
            <a:rect l="l" t="t" r="r" b="b"/>
            <a:pathLst>
              <a:path w="1005606" h="1005606">
                <a:moveTo>
                  <a:pt x="502803" y="0"/>
                </a:moveTo>
                <a:lnTo>
                  <a:pt x="502803" y="0"/>
                </a:lnTo>
                <a:cubicBezTo>
                  <a:pt x="780494" y="0"/>
                  <a:pt x="1005606" y="225112"/>
                  <a:pt x="1005606" y="502803"/>
                </a:cubicBezTo>
                <a:lnTo>
                  <a:pt x="1005606" y="502803"/>
                </a:lnTo>
                <a:cubicBezTo>
                  <a:pt x="1005606" y="780494"/>
                  <a:pt x="780494" y="1005606"/>
                  <a:pt x="502803" y="1005606"/>
                </a:cubicBezTo>
                <a:lnTo>
                  <a:pt x="502803" y="1005606"/>
                </a:lnTo>
                <a:cubicBezTo>
                  <a:pt x="225112" y="1005606"/>
                  <a:pt x="0" y="780494"/>
                  <a:pt x="0" y="502803"/>
                </a:cubicBezTo>
                <a:lnTo>
                  <a:pt x="0" y="502803"/>
                </a:lnTo>
                <a:cubicBezTo>
                  <a:pt x="0" y="225112"/>
                  <a:pt x="225112" y="0"/>
                  <a:pt x="502803" y="0"/>
                </a:cubicBezTo>
                <a:close/>
              </a:path>
            </a:pathLst>
          </a:custGeom>
          <a:solidFill>
            <a:srgbClr val="191919"/>
          </a:solidFill>
          <a:ln/>
        </p:spPr>
      </p:sp>
      <p:sp>
        <p:nvSpPr>
          <p:cNvPr id="28" name="Text 25"/>
          <p:cNvSpPr/>
          <p:nvPr/>
        </p:nvSpPr>
        <p:spPr>
          <a:xfrm>
            <a:off x="1472968" y="4072206"/>
            <a:ext cx="1005606" cy="1005606"/>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29" name="Text 26"/>
          <p:cNvSpPr/>
          <p:nvPr/>
        </p:nvSpPr>
        <p:spPr>
          <a:xfrm>
            <a:off x="1472968" y="4048637"/>
            <a:ext cx="1005606" cy="102917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30" name="Text 27"/>
          <p:cNvSpPr/>
          <p:nvPr/>
        </p:nvSpPr>
        <p:spPr>
          <a:xfrm>
            <a:off x="1356176" y="4495111"/>
            <a:ext cx="610687" cy="91424"/>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675" dirty="0">
                <a:solidFill>
                  <a:srgbClr val="000000"/>
                </a:solidFill>
                <a:latin typeface="Arial" pitchFamily="34" charset="0"/>
                <a:ea typeface="Arial" pitchFamily="34" charset="-122"/>
                <a:cs typeface="Arial" pitchFamily="34" charset="-120"/>
              </a:rPr>
              <a:t>#83FE94</a:t>
            </a:r>
            <a:endParaRPr lang="en-US" sz="1050" dirty="0"/>
          </a:p>
        </p:txBody>
      </p:sp>
      <p:sp>
        <p:nvSpPr>
          <p:cNvPr id="31" name="Shape 28"/>
          <p:cNvSpPr/>
          <p:nvPr/>
        </p:nvSpPr>
        <p:spPr>
          <a:xfrm>
            <a:off x="1998550" y="4072206"/>
            <a:ext cx="1005606" cy="1005606"/>
          </a:xfrm>
          <a:custGeom>
            <a:avLst/>
            <a:gdLst/>
            <a:ahLst/>
            <a:cxnLst/>
            <a:rect l="l" t="t" r="r" b="b"/>
            <a:pathLst>
              <a:path w="1005606" h="1005606">
                <a:moveTo>
                  <a:pt x="502803" y="0"/>
                </a:moveTo>
                <a:lnTo>
                  <a:pt x="502803" y="0"/>
                </a:lnTo>
                <a:cubicBezTo>
                  <a:pt x="780494" y="0"/>
                  <a:pt x="1005606" y="225112"/>
                  <a:pt x="1005606" y="502803"/>
                </a:cubicBezTo>
                <a:lnTo>
                  <a:pt x="1005606" y="502803"/>
                </a:lnTo>
                <a:cubicBezTo>
                  <a:pt x="1005606" y="780494"/>
                  <a:pt x="780494" y="1005606"/>
                  <a:pt x="502803" y="1005606"/>
                </a:cubicBezTo>
                <a:lnTo>
                  <a:pt x="502803" y="1005606"/>
                </a:lnTo>
                <a:cubicBezTo>
                  <a:pt x="225112" y="1005606"/>
                  <a:pt x="0" y="780494"/>
                  <a:pt x="0" y="502803"/>
                </a:cubicBezTo>
                <a:lnTo>
                  <a:pt x="0" y="502803"/>
                </a:lnTo>
                <a:cubicBezTo>
                  <a:pt x="0" y="225112"/>
                  <a:pt x="225112" y="0"/>
                  <a:pt x="502803" y="0"/>
                </a:cubicBezTo>
                <a:close/>
              </a:path>
            </a:pathLst>
          </a:custGeom>
          <a:solidFill>
            <a:srgbClr val="000000"/>
          </a:solidFill>
          <a:ln/>
        </p:spPr>
      </p:sp>
      <p:sp>
        <p:nvSpPr>
          <p:cNvPr id="32" name="Text 29"/>
          <p:cNvSpPr/>
          <p:nvPr/>
        </p:nvSpPr>
        <p:spPr>
          <a:xfrm>
            <a:off x="1998550" y="4072206"/>
            <a:ext cx="1005606" cy="1005606"/>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33" name="Text 30"/>
          <p:cNvSpPr/>
          <p:nvPr/>
        </p:nvSpPr>
        <p:spPr>
          <a:xfrm>
            <a:off x="1998550" y="4048637"/>
            <a:ext cx="1005606" cy="1029175"/>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34" name="Text 31"/>
          <p:cNvSpPr/>
          <p:nvPr/>
        </p:nvSpPr>
        <p:spPr>
          <a:xfrm>
            <a:off x="1881758" y="4495111"/>
            <a:ext cx="610687" cy="91424"/>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675" dirty="0">
                <a:solidFill>
                  <a:srgbClr val="000000"/>
                </a:solidFill>
                <a:latin typeface="Arial" pitchFamily="34" charset="0"/>
                <a:ea typeface="Arial" pitchFamily="34" charset="-122"/>
                <a:cs typeface="Arial" pitchFamily="34" charset="-120"/>
              </a:rPr>
              <a:t>#191919</a:t>
            </a:r>
            <a:endParaRPr lang="en-US" sz="1050" dirty="0"/>
          </a:p>
        </p:txBody>
      </p:sp>
      <p:sp>
        <p:nvSpPr>
          <p:cNvPr id="35" name="Text 32"/>
          <p:cNvSpPr/>
          <p:nvPr/>
        </p:nvSpPr>
        <p:spPr>
          <a:xfrm>
            <a:off x="2105002" y="849261"/>
            <a:ext cx="4933995" cy="157163"/>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975" dirty="0">
                <a:solidFill>
                  <a:srgbClr val="191919"/>
                </a:solidFill>
                <a:latin typeface="IBM Plex Mono Medium" pitchFamily="34" charset="0"/>
                <a:ea typeface="IBM Plex Mono Medium" pitchFamily="34" charset="-122"/>
                <a:cs typeface="IBM Plex Mono Medium" pitchFamily="34" charset="-120"/>
              </a:rPr>
              <a:t>Use these design resources in your Canva Presentation.</a:t>
            </a:r>
            <a:endParaRPr lang="en-US" sz="1050" dirty="0"/>
          </a:p>
        </p:txBody>
      </p:sp>
      <p:sp>
        <p:nvSpPr>
          <p:cNvPr id="36" name="Text 33"/>
          <p:cNvSpPr/>
          <p:nvPr/>
        </p:nvSpPr>
        <p:spPr>
          <a:xfrm>
            <a:off x="5853103" y="4957918"/>
            <a:ext cx="2958379" cy="83510"/>
          </a:xfrm>
          <a:prstGeom prst="rect">
            <a:avLst/>
          </a:prstGeom>
          <a:noFill/>
          <a:ln/>
        </p:spPr>
        <p:txBody>
          <a:bodyPr wrap="square" lIns="95250" tIns="95250" rIns="95250" bIns="95250" rtlCol="0" anchor="t">
            <a:spAutoFit/>
          </a:bodyPr>
          <a:lstStyle/>
          <a:p>
            <a:pPr algn="r" indent="0" marL="0">
              <a:lnSpc>
                <a:spcPct val="80000"/>
              </a:lnSpc>
              <a:spcBef>
                <a:spcPts val="375"/>
              </a:spcBef>
              <a:buNone/>
            </a:pPr>
            <a:r>
              <a:rPr lang="en-US" sz="600" dirty="0">
                <a:solidFill>
                  <a:srgbClr val="000000"/>
                </a:solidFill>
                <a:latin typeface="Arial" pitchFamily="34" charset="0"/>
                <a:ea typeface="Arial" pitchFamily="34" charset="-122"/>
                <a:cs typeface="Arial" pitchFamily="34" charset="-120"/>
              </a:rPr>
              <a:t>DON'T FORGET TO DELETE THIS PAGE BEFORE PRESENTING.</a:t>
            </a:r>
            <a:endParaRPr lang="en-US" sz="1050" dirty="0"/>
          </a:p>
        </p:txBody>
      </p:sp>
      <p:sp>
        <p:nvSpPr>
          <p:cNvPr id="37" name="Text 34"/>
          <p:cNvSpPr/>
          <p:nvPr/>
        </p:nvSpPr>
        <p:spPr>
          <a:xfrm>
            <a:off x="1284400" y="356455"/>
            <a:ext cx="6575200" cy="48164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3975" dirty="0">
                <a:solidFill>
                  <a:srgbClr val="191919"/>
                </a:solidFill>
                <a:latin typeface="Inter" pitchFamily="34" charset="0"/>
                <a:ea typeface="Inter" pitchFamily="34" charset="-122"/>
                <a:cs typeface="Inter" pitchFamily="34" charset="-120"/>
              </a:rPr>
              <a:t>Resource Page</a:t>
            </a:r>
            <a:endParaRPr lang="en-US" sz="1050" dirty="0"/>
          </a:p>
        </p:txBody>
      </p:sp>
      <p:sp>
        <p:nvSpPr>
          <p:cNvPr id="38" name="Text 35"/>
          <p:cNvSpPr/>
          <p:nvPr/>
        </p:nvSpPr>
        <p:spPr>
          <a:xfrm>
            <a:off x="873885" y="1346692"/>
            <a:ext cx="1575268" cy="19208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200" dirty="0">
                <a:solidFill>
                  <a:srgbClr val="0F1A38"/>
                </a:solidFill>
                <a:latin typeface="Arial" pitchFamily="34" charset="0"/>
                <a:ea typeface="Arial" pitchFamily="34" charset="-122"/>
                <a:cs typeface="Arial" pitchFamily="34" charset="-120"/>
              </a:rPr>
              <a:t>Fonts</a:t>
            </a:r>
            <a:endParaRPr lang="en-US" sz="1050" dirty="0"/>
          </a:p>
        </p:txBody>
      </p:sp>
      <p:sp>
        <p:nvSpPr>
          <p:cNvPr id="39" name="Text 36"/>
          <p:cNvSpPr/>
          <p:nvPr/>
        </p:nvSpPr>
        <p:spPr>
          <a:xfrm>
            <a:off x="5145603" y="1346692"/>
            <a:ext cx="1575268" cy="19208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200" dirty="0">
                <a:solidFill>
                  <a:srgbClr val="0F1A38"/>
                </a:solidFill>
                <a:latin typeface="Arial" pitchFamily="34" charset="0"/>
                <a:ea typeface="Arial" pitchFamily="34" charset="-122"/>
                <a:cs typeface="Arial" pitchFamily="34" charset="-120"/>
              </a:rPr>
              <a:t>Design Elements</a:t>
            </a:r>
            <a:endParaRPr lang="en-US" sz="1050" dirty="0"/>
          </a:p>
        </p:txBody>
      </p:sp>
      <p:sp>
        <p:nvSpPr>
          <p:cNvPr id="40" name="Text 37"/>
          <p:cNvSpPr/>
          <p:nvPr/>
        </p:nvSpPr>
        <p:spPr>
          <a:xfrm>
            <a:off x="873885" y="3648261"/>
            <a:ext cx="1575268" cy="19208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200" dirty="0">
                <a:solidFill>
                  <a:srgbClr val="0F1A38"/>
                </a:solidFill>
                <a:latin typeface="Arial" pitchFamily="34" charset="0"/>
                <a:ea typeface="Arial" pitchFamily="34" charset="-122"/>
                <a:cs typeface="Arial" pitchFamily="34" charset="-120"/>
              </a:rPr>
              <a:t>Colors</a:t>
            </a:r>
            <a:endParaRPr lang="en-US" sz="1050" dirty="0"/>
          </a:p>
        </p:txBody>
      </p:sp>
      <p:sp>
        <p:nvSpPr>
          <p:cNvPr id="41" name="Shape 38"/>
          <p:cNvSpPr/>
          <p:nvPr/>
        </p:nvSpPr>
        <p:spPr>
          <a:xfrm>
            <a:off x="4009365" y="1730823"/>
            <a:ext cx="349464" cy="300539"/>
          </a:xfrm>
          <a:custGeom>
            <a:avLst/>
            <a:gdLst/>
            <a:ahLst/>
            <a:cxnLst/>
            <a:rect l="l" t="t" r="r" b="b"/>
            <a:pathLst>
              <a:path w="349464" h="300539">
                <a:moveTo>
                  <a:pt x="0" y="0"/>
                </a:moveTo>
                <a:lnTo>
                  <a:pt x="349464" y="0"/>
                </a:lnTo>
                <a:lnTo>
                  <a:pt x="349464" y="300539"/>
                </a:lnTo>
                <a:lnTo>
                  <a:pt x="0" y="300539"/>
                </a:lnTo>
                <a:lnTo>
                  <a:pt x="0" y="0"/>
                </a:lnTo>
                <a:close/>
              </a:path>
            </a:pathLst>
          </a:custGeom>
          <a:solidFill>
            <a:srgbClr val="FFFFFF">
              <a:alpha val="0"/>
            </a:srgbClr>
          </a:solidFill>
          <a:ln/>
        </p:spPr>
      </p:sp>
      <p:sp>
        <p:nvSpPr>
          <p:cNvPr id="42" name="Text 39"/>
          <p:cNvSpPr/>
          <p:nvPr/>
        </p:nvSpPr>
        <p:spPr>
          <a:xfrm>
            <a:off x="4009365" y="1730823"/>
            <a:ext cx="349464" cy="300539"/>
          </a:xfrm>
          <a:prstGeom prst="rect">
            <a:avLst/>
          </a:prstGeom>
          <a:noFill/>
          <a:ln/>
        </p:spPr>
        <p:txBody>
          <a:bodyPr wrap="square" rtlCol="0" anchor="t"/>
          <a:lstStyle/>
          <a:p>
            <a:pPr indent="0" marL="0">
              <a:spcBef>
                <a:spcPts val="375"/>
              </a:spcBef>
              <a:buNone/>
            </a:pPr>
            <a:endParaRPr lang="en-US" sz="1050" dirty="0"/>
          </a:p>
        </p:txBody>
      </p:sp>
      <p:pic>
        <p:nvPicPr>
          <p:cNvPr id="43" name="Image 1" descr="preencoded.png">    </p:cNvPr>
          <p:cNvPicPr>
            <a:picLocks noChangeAspect="1"/>
          </p:cNvPicPr>
          <p:nvPr/>
        </p:nvPicPr>
        <p:blipFill>
          <a:blip r:embed="rId2"/>
          <a:stretch>
            <a:fillRect/>
          </a:stretch>
        </p:blipFill>
        <p:spPr>
          <a:xfrm>
            <a:off x="4009365" y="1730823"/>
            <a:ext cx="349464" cy="300539"/>
          </a:xfrm>
          <a:prstGeom prst="rect">
            <a:avLst/>
          </a:prstGeom>
        </p:spPr>
      </p:pic>
      <p:sp>
        <p:nvSpPr>
          <p:cNvPr id="44" name="Shape 40"/>
          <p:cNvSpPr/>
          <p:nvPr/>
        </p:nvSpPr>
        <p:spPr>
          <a:xfrm>
            <a:off x="7575756" y="1730823"/>
            <a:ext cx="248379" cy="343237"/>
          </a:xfrm>
          <a:custGeom>
            <a:avLst/>
            <a:gdLst/>
            <a:ahLst/>
            <a:cxnLst/>
            <a:rect l="l" t="t" r="r" b="b"/>
            <a:pathLst>
              <a:path w="248379" h="343237">
                <a:moveTo>
                  <a:pt x="0" y="0"/>
                </a:moveTo>
                <a:lnTo>
                  <a:pt x="248378" y="0"/>
                </a:lnTo>
                <a:lnTo>
                  <a:pt x="248378" y="343237"/>
                </a:lnTo>
                <a:lnTo>
                  <a:pt x="0" y="343237"/>
                </a:lnTo>
                <a:lnTo>
                  <a:pt x="0" y="0"/>
                </a:lnTo>
                <a:close/>
              </a:path>
            </a:pathLst>
          </a:custGeom>
          <a:solidFill>
            <a:srgbClr val="FFFFFF">
              <a:alpha val="0"/>
            </a:srgbClr>
          </a:solidFill>
          <a:ln/>
        </p:spPr>
      </p:sp>
      <p:sp>
        <p:nvSpPr>
          <p:cNvPr id="45" name="Text 41"/>
          <p:cNvSpPr/>
          <p:nvPr/>
        </p:nvSpPr>
        <p:spPr>
          <a:xfrm>
            <a:off x="7575756" y="1730823"/>
            <a:ext cx="248379" cy="343237"/>
          </a:xfrm>
          <a:prstGeom prst="rect">
            <a:avLst/>
          </a:prstGeom>
          <a:noFill/>
          <a:ln/>
        </p:spPr>
        <p:txBody>
          <a:bodyPr wrap="square" rtlCol="0" anchor="t"/>
          <a:lstStyle/>
          <a:p>
            <a:pPr indent="0" marL="0">
              <a:spcBef>
                <a:spcPts val="375"/>
              </a:spcBef>
              <a:buNone/>
            </a:pPr>
            <a:endParaRPr lang="en-US" sz="1050" dirty="0"/>
          </a:p>
        </p:txBody>
      </p:sp>
      <p:pic>
        <p:nvPicPr>
          <p:cNvPr id="46" name="Image 2" descr="preencoded.png">    </p:cNvPr>
          <p:cNvPicPr>
            <a:picLocks noChangeAspect="1"/>
          </p:cNvPicPr>
          <p:nvPr/>
        </p:nvPicPr>
        <p:blipFill>
          <a:blip r:embed="rId3"/>
          <a:stretch>
            <a:fillRect/>
          </a:stretch>
        </p:blipFill>
        <p:spPr>
          <a:xfrm>
            <a:off x="7575756" y="1730823"/>
            <a:ext cx="248379" cy="343237"/>
          </a:xfrm>
          <a:prstGeom prst="rect">
            <a:avLst/>
          </a:prstGeom>
        </p:spPr>
      </p:pic>
      <p:sp>
        <p:nvSpPr>
          <p:cNvPr id="47" name="Shape 42"/>
          <p:cNvSpPr/>
          <p:nvPr/>
        </p:nvSpPr>
        <p:spPr>
          <a:xfrm>
            <a:off x="7174651" y="1749107"/>
            <a:ext cx="204632" cy="306668"/>
          </a:xfrm>
          <a:custGeom>
            <a:avLst/>
            <a:gdLst/>
            <a:ahLst/>
            <a:cxnLst/>
            <a:rect l="l" t="t" r="r" b="b"/>
            <a:pathLst>
              <a:path w="204632" h="306668">
                <a:moveTo>
                  <a:pt x="0" y="0"/>
                </a:moveTo>
                <a:lnTo>
                  <a:pt x="204631" y="0"/>
                </a:lnTo>
                <a:lnTo>
                  <a:pt x="204631" y="306668"/>
                </a:lnTo>
                <a:lnTo>
                  <a:pt x="0" y="306668"/>
                </a:lnTo>
                <a:lnTo>
                  <a:pt x="0" y="0"/>
                </a:lnTo>
                <a:close/>
              </a:path>
            </a:pathLst>
          </a:custGeom>
          <a:solidFill>
            <a:srgbClr val="FFFFFF">
              <a:alpha val="0"/>
            </a:srgbClr>
          </a:solidFill>
          <a:ln/>
        </p:spPr>
      </p:sp>
      <p:sp>
        <p:nvSpPr>
          <p:cNvPr id="48" name="Text 43"/>
          <p:cNvSpPr/>
          <p:nvPr/>
        </p:nvSpPr>
        <p:spPr>
          <a:xfrm>
            <a:off x="7174651" y="1749107"/>
            <a:ext cx="204632" cy="306668"/>
          </a:xfrm>
          <a:prstGeom prst="rect">
            <a:avLst/>
          </a:prstGeom>
          <a:noFill/>
          <a:ln/>
        </p:spPr>
        <p:txBody>
          <a:bodyPr wrap="square" rtlCol="0" anchor="t"/>
          <a:lstStyle/>
          <a:p>
            <a:pPr indent="0" marL="0">
              <a:spcBef>
                <a:spcPts val="375"/>
              </a:spcBef>
              <a:buNone/>
            </a:pPr>
            <a:endParaRPr lang="en-US" sz="1050" dirty="0"/>
          </a:p>
        </p:txBody>
      </p:sp>
      <p:pic>
        <p:nvPicPr>
          <p:cNvPr id="49" name="Image 3" descr="preencoded.png">    </p:cNvPr>
          <p:cNvPicPr>
            <a:picLocks noChangeAspect="1"/>
          </p:cNvPicPr>
          <p:nvPr/>
        </p:nvPicPr>
        <p:blipFill>
          <a:blip r:embed="rId4"/>
          <a:stretch>
            <a:fillRect/>
          </a:stretch>
        </p:blipFill>
        <p:spPr>
          <a:xfrm>
            <a:off x="7174651" y="1749107"/>
            <a:ext cx="204632" cy="306668"/>
          </a:xfrm>
          <a:prstGeom prst="rect">
            <a:avLst/>
          </a:prstGeom>
        </p:spPr>
      </p:pic>
      <p:sp>
        <p:nvSpPr>
          <p:cNvPr id="50" name="Shape 44"/>
          <p:cNvSpPr/>
          <p:nvPr/>
        </p:nvSpPr>
        <p:spPr>
          <a:xfrm>
            <a:off x="6640619" y="1749107"/>
            <a:ext cx="339371" cy="306668"/>
          </a:xfrm>
          <a:custGeom>
            <a:avLst/>
            <a:gdLst/>
            <a:ahLst/>
            <a:cxnLst/>
            <a:rect l="l" t="t" r="r" b="b"/>
            <a:pathLst>
              <a:path w="339371" h="306668">
                <a:moveTo>
                  <a:pt x="0" y="0"/>
                </a:moveTo>
                <a:lnTo>
                  <a:pt x="339371" y="0"/>
                </a:lnTo>
                <a:lnTo>
                  <a:pt x="339371" y="306668"/>
                </a:lnTo>
                <a:lnTo>
                  <a:pt x="0" y="306668"/>
                </a:lnTo>
                <a:lnTo>
                  <a:pt x="0" y="0"/>
                </a:lnTo>
                <a:close/>
              </a:path>
            </a:pathLst>
          </a:custGeom>
          <a:solidFill>
            <a:srgbClr val="FFFFFF">
              <a:alpha val="0"/>
            </a:srgbClr>
          </a:solidFill>
          <a:ln/>
        </p:spPr>
      </p:sp>
      <p:sp>
        <p:nvSpPr>
          <p:cNvPr id="51" name="Text 45"/>
          <p:cNvSpPr/>
          <p:nvPr/>
        </p:nvSpPr>
        <p:spPr>
          <a:xfrm>
            <a:off x="6640619" y="1749107"/>
            <a:ext cx="339371" cy="306668"/>
          </a:xfrm>
          <a:prstGeom prst="rect">
            <a:avLst/>
          </a:prstGeom>
          <a:noFill/>
          <a:ln/>
        </p:spPr>
        <p:txBody>
          <a:bodyPr wrap="square" rtlCol="0" anchor="t"/>
          <a:lstStyle/>
          <a:p>
            <a:pPr indent="0" marL="0">
              <a:spcBef>
                <a:spcPts val="375"/>
              </a:spcBef>
              <a:buNone/>
            </a:pPr>
            <a:endParaRPr lang="en-US" sz="1050" dirty="0"/>
          </a:p>
        </p:txBody>
      </p:sp>
      <p:pic>
        <p:nvPicPr>
          <p:cNvPr id="52" name="Image 4" descr="preencoded.png">    </p:cNvPr>
          <p:cNvPicPr>
            <a:picLocks noChangeAspect="1"/>
          </p:cNvPicPr>
          <p:nvPr/>
        </p:nvPicPr>
        <p:blipFill>
          <a:blip r:embed="rId5"/>
          <a:stretch>
            <a:fillRect/>
          </a:stretch>
        </p:blipFill>
        <p:spPr>
          <a:xfrm>
            <a:off x="6640619" y="1749107"/>
            <a:ext cx="339371" cy="306668"/>
          </a:xfrm>
          <a:prstGeom prst="rect">
            <a:avLst/>
          </a:prstGeom>
        </p:spPr>
      </p:pic>
      <p:sp>
        <p:nvSpPr>
          <p:cNvPr id="53" name="Shape 46"/>
          <p:cNvSpPr/>
          <p:nvPr/>
        </p:nvSpPr>
        <p:spPr>
          <a:xfrm>
            <a:off x="6139290" y="1749107"/>
            <a:ext cx="306668" cy="306668"/>
          </a:xfrm>
          <a:custGeom>
            <a:avLst/>
            <a:gdLst/>
            <a:ahLst/>
            <a:cxnLst/>
            <a:rect l="l" t="t" r="r" b="b"/>
            <a:pathLst>
              <a:path w="306668" h="306668">
                <a:moveTo>
                  <a:pt x="0" y="0"/>
                </a:moveTo>
                <a:lnTo>
                  <a:pt x="306668" y="0"/>
                </a:lnTo>
                <a:lnTo>
                  <a:pt x="306668" y="306668"/>
                </a:lnTo>
                <a:lnTo>
                  <a:pt x="0" y="306668"/>
                </a:lnTo>
                <a:lnTo>
                  <a:pt x="0" y="0"/>
                </a:lnTo>
                <a:close/>
              </a:path>
            </a:pathLst>
          </a:custGeom>
          <a:solidFill>
            <a:srgbClr val="FFFFFF">
              <a:alpha val="0"/>
            </a:srgbClr>
          </a:solidFill>
          <a:ln/>
        </p:spPr>
      </p:sp>
      <p:sp>
        <p:nvSpPr>
          <p:cNvPr id="54" name="Text 47"/>
          <p:cNvSpPr/>
          <p:nvPr/>
        </p:nvSpPr>
        <p:spPr>
          <a:xfrm>
            <a:off x="6139290" y="1749107"/>
            <a:ext cx="306668" cy="306668"/>
          </a:xfrm>
          <a:prstGeom prst="rect">
            <a:avLst/>
          </a:prstGeom>
          <a:noFill/>
          <a:ln/>
        </p:spPr>
        <p:txBody>
          <a:bodyPr wrap="square" rtlCol="0" anchor="t"/>
          <a:lstStyle/>
          <a:p>
            <a:pPr indent="0" marL="0">
              <a:spcBef>
                <a:spcPts val="375"/>
              </a:spcBef>
              <a:buNone/>
            </a:pPr>
            <a:endParaRPr lang="en-US" sz="1050" dirty="0"/>
          </a:p>
        </p:txBody>
      </p:sp>
      <p:pic>
        <p:nvPicPr>
          <p:cNvPr id="55" name="Image 5" descr="preencoded.png">    </p:cNvPr>
          <p:cNvPicPr>
            <a:picLocks noChangeAspect="1"/>
          </p:cNvPicPr>
          <p:nvPr/>
        </p:nvPicPr>
        <p:blipFill>
          <a:blip r:embed="rId6"/>
          <a:stretch>
            <a:fillRect/>
          </a:stretch>
        </p:blipFill>
        <p:spPr>
          <a:xfrm>
            <a:off x="6139290" y="1749107"/>
            <a:ext cx="306668" cy="306668"/>
          </a:xfrm>
          <a:prstGeom prst="rect">
            <a:avLst/>
          </a:prstGeom>
        </p:spPr>
      </p:pic>
      <p:sp>
        <p:nvSpPr>
          <p:cNvPr id="56" name="Shape 48"/>
          <p:cNvSpPr/>
          <p:nvPr/>
        </p:nvSpPr>
        <p:spPr>
          <a:xfrm>
            <a:off x="5525065" y="1752172"/>
            <a:ext cx="419565" cy="257842"/>
          </a:xfrm>
          <a:custGeom>
            <a:avLst/>
            <a:gdLst/>
            <a:ahLst/>
            <a:cxnLst/>
            <a:rect l="l" t="t" r="r" b="b"/>
            <a:pathLst>
              <a:path w="419565" h="257842">
                <a:moveTo>
                  <a:pt x="0" y="0"/>
                </a:moveTo>
                <a:lnTo>
                  <a:pt x="419565" y="0"/>
                </a:lnTo>
                <a:lnTo>
                  <a:pt x="419565" y="257842"/>
                </a:lnTo>
                <a:lnTo>
                  <a:pt x="0" y="257842"/>
                </a:lnTo>
                <a:lnTo>
                  <a:pt x="0" y="0"/>
                </a:lnTo>
                <a:close/>
              </a:path>
            </a:pathLst>
          </a:custGeom>
          <a:solidFill>
            <a:srgbClr val="FFFFFF">
              <a:alpha val="0"/>
            </a:srgbClr>
          </a:solidFill>
          <a:ln/>
        </p:spPr>
      </p:sp>
      <p:sp>
        <p:nvSpPr>
          <p:cNvPr id="57" name="Text 49"/>
          <p:cNvSpPr/>
          <p:nvPr/>
        </p:nvSpPr>
        <p:spPr>
          <a:xfrm>
            <a:off x="5525065" y="1752172"/>
            <a:ext cx="419565" cy="257842"/>
          </a:xfrm>
          <a:prstGeom prst="rect">
            <a:avLst/>
          </a:prstGeom>
          <a:noFill/>
          <a:ln/>
        </p:spPr>
        <p:txBody>
          <a:bodyPr wrap="square" rtlCol="0" anchor="t"/>
          <a:lstStyle/>
          <a:p>
            <a:pPr indent="0" marL="0">
              <a:spcBef>
                <a:spcPts val="375"/>
              </a:spcBef>
              <a:buNone/>
            </a:pPr>
            <a:endParaRPr lang="en-US" sz="1050" dirty="0"/>
          </a:p>
        </p:txBody>
      </p:sp>
      <p:pic>
        <p:nvPicPr>
          <p:cNvPr id="58" name="Image 6" descr="preencoded.png">    </p:cNvPr>
          <p:cNvPicPr>
            <a:picLocks noChangeAspect="1"/>
          </p:cNvPicPr>
          <p:nvPr/>
        </p:nvPicPr>
        <p:blipFill>
          <a:blip r:embed="rId7"/>
          <a:stretch>
            <a:fillRect/>
          </a:stretch>
        </p:blipFill>
        <p:spPr>
          <a:xfrm>
            <a:off x="5525065" y="1752172"/>
            <a:ext cx="419565" cy="257842"/>
          </a:xfrm>
          <a:prstGeom prst="rect">
            <a:avLst/>
          </a:prstGeom>
        </p:spPr>
      </p:pic>
      <p:sp>
        <p:nvSpPr>
          <p:cNvPr id="59" name="Shape 50"/>
          <p:cNvSpPr/>
          <p:nvPr/>
        </p:nvSpPr>
        <p:spPr>
          <a:xfrm>
            <a:off x="4553490" y="1730823"/>
            <a:ext cx="343237" cy="343237"/>
          </a:xfrm>
          <a:custGeom>
            <a:avLst/>
            <a:gdLst/>
            <a:ahLst/>
            <a:cxnLst/>
            <a:rect l="l" t="t" r="r" b="b"/>
            <a:pathLst>
              <a:path w="343237" h="343237">
                <a:moveTo>
                  <a:pt x="0" y="0"/>
                </a:moveTo>
                <a:lnTo>
                  <a:pt x="343237" y="0"/>
                </a:lnTo>
                <a:lnTo>
                  <a:pt x="343237" y="343237"/>
                </a:lnTo>
                <a:lnTo>
                  <a:pt x="0" y="343237"/>
                </a:lnTo>
                <a:lnTo>
                  <a:pt x="0" y="0"/>
                </a:lnTo>
                <a:close/>
              </a:path>
            </a:pathLst>
          </a:custGeom>
          <a:solidFill>
            <a:srgbClr val="FFFFFF">
              <a:alpha val="0"/>
            </a:srgbClr>
          </a:solidFill>
          <a:ln/>
        </p:spPr>
      </p:sp>
      <p:sp>
        <p:nvSpPr>
          <p:cNvPr id="60" name="Text 51"/>
          <p:cNvSpPr/>
          <p:nvPr/>
        </p:nvSpPr>
        <p:spPr>
          <a:xfrm>
            <a:off x="4553490" y="1730823"/>
            <a:ext cx="343237" cy="343237"/>
          </a:xfrm>
          <a:prstGeom prst="rect">
            <a:avLst/>
          </a:prstGeom>
          <a:noFill/>
          <a:ln/>
        </p:spPr>
        <p:txBody>
          <a:bodyPr wrap="square" rtlCol="0" anchor="t"/>
          <a:lstStyle/>
          <a:p>
            <a:pPr indent="0" marL="0">
              <a:spcBef>
                <a:spcPts val="375"/>
              </a:spcBef>
              <a:buNone/>
            </a:pPr>
            <a:endParaRPr lang="en-US" sz="1050" dirty="0"/>
          </a:p>
        </p:txBody>
      </p:sp>
      <p:pic>
        <p:nvPicPr>
          <p:cNvPr id="61" name="Image 7" descr="preencoded.png">    </p:cNvPr>
          <p:cNvPicPr>
            <a:picLocks noChangeAspect="1"/>
          </p:cNvPicPr>
          <p:nvPr/>
        </p:nvPicPr>
        <p:blipFill>
          <a:blip r:embed="rId8"/>
          <a:stretch>
            <a:fillRect/>
          </a:stretch>
        </p:blipFill>
        <p:spPr>
          <a:xfrm>
            <a:off x="4553490" y="1730823"/>
            <a:ext cx="343237" cy="343237"/>
          </a:xfrm>
          <a:prstGeom prst="rect">
            <a:avLst/>
          </a:prstGeom>
        </p:spPr>
      </p:pic>
      <p:sp>
        <p:nvSpPr>
          <p:cNvPr id="62" name="Shape 52"/>
          <p:cNvSpPr/>
          <p:nvPr/>
        </p:nvSpPr>
        <p:spPr>
          <a:xfrm>
            <a:off x="5091387" y="1730823"/>
            <a:ext cx="239018" cy="343237"/>
          </a:xfrm>
          <a:custGeom>
            <a:avLst/>
            <a:gdLst/>
            <a:ahLst/>
            <a:cxnLst/>
            <a:rect l="l" t="t" r="r" b="b"/>
            <a:pathLst>
              <a:path w="239018" h="343237">
                <a:moveTo>
                  <a:pt x="0" y="0"/>
                </a:moveTo>
                <a:lnTo>
                  <a:pt x="239018" y="0"/>
                </a:lnTo>
                <a:lnTo>
                  <a:pt x="239018" y="343237"/>
                </a:lnTo>
                <a:lnTo>
                  <a:pt x="0" y="343237"/>
                </a:lnTo>
                <a:lnTo>
                  <a:pt x="0" y="0"/>
                </a:lnTo>
                <a:close/>
              </a:path>
            </a:pathLst>
          </a:custGeom>
          <a:solidFill>
            <a:srgbClr val="FFFFFF">
              <a:alpha val="0"/>
            </a:srgbClr>
          </a:solidFill>
          <a:ln/>
        </p:spPr>
      </p:sp>
      <p:sp>
        <p:nvSpPr>
          <p:cNvPr id="63" name="Text 53"/>
          <p:cNvSpPr/>
          <p:nvPr/>
        </p:nvSpPr>
        <p:spPr>
          <a:xfrm>
            <a:off x="5091387" y="1730823"/>
            <a:ext cx="239018" cy="343237"/>
          </a:xfrm>
          <a:prstGeom prst="rect">
            <a:avLst/>
          </a:prstGeom>
          <a:noFill/>
          <a:ln/>
        </p:spPr>
        <p:txBody>
          <a:bodyPr wrap="square" rtlCol="0" anchor="t"/>
          <a:lstStyle/>
          <a:p>
            <a:pPr indent="0" marL="0">
              <a:spcBef>
                <a:spcPts val="375"/>
              </a:spcBef>
              <a:buNone/>
            </a:pPr>
            <a:endParaRPr lang="en-US" sz="1050" dirty="0"/>
          </a:p>
        </p:txBody>
      </p:sp>
      <p:pic>
        <p:nvPicPr>
          <p:cNvPr id="64" name="Image 8" descr="preencoded.png">    </p:cNvPr>
          <p:cNvPicPr>
            <a:picLocks noChangeAspect="1"/>
          </p:cNvPicPr>
          <p:nvPr/>
        </p:nvPicPr>
        <p:blipFill>
          <a:blip r:embed="rId9"/>
          <a:stretch>
            <a:fillRect/>
          </a:stretch>
        </p:blipFill>
        <p:spPr>
          <a:xfrm>
            <a:off x="5091387" y="1730823"/>
            <a:ext cx="239018" cy="343237"/>
          </a:xfrm>
          <a:prstGeom prst="rect">
            <a:avLst/>
          </a:prstGeom>
        </p:spPr>
      </p:pic>
      <p:sp>
        <p:nvSpPr>
          <p:cNvPr id="65" name="Shape 54"/>
          <p:cNvSpPr/>
          <p:nvPr/>
        </p:nvSpPr>
        <p:spPr>
          <a:xfrm>
            <a:off x="6463142" y="2369622"/>
            <a:ext cx="301424" cy="343237"/>
          </a:xfrm>
          <a:custGeom>
            <a:avLst/>
            <a:gdLst/>
            <a:ahLst/>
            <a:cxnLst/>
            <a:rect l="l" t="t" r="r" b="b"/>
            <a:pathLst>
              <a:path w="301424" h="343237">
                <a:moveTo>
                  <a:pt x="0" y="0"/>
                </a:moveTo>
                <a:lnTo>
                  <a:pt x="301424" y="0"/>
                </a:lnTo>
                <a:lnTo>
                  <a:pt x="301424" y="343237"/>
                </a:lnTo>
                <a:lnTo>
                  <a:pt x="0" y="343237"/>
                </a:lnTo>
                <a:lnTo>
                  <a:pt x="0" y="0"/>
                </a:lnTo>
                <a:close/>
              </a:path>
            </a:pathLst>
          </a:custGeom>
          <a:solidFill>
            <a:srgbClr val="FFFFFF">
              <a:alpha val="0"/>
            </a:srgbClr>
          </a:solidFill>
          <a:ln/>
        </p:spPr>
      </p:sp>
      <p:sp>
        <p:nvSpPr>
          <p:cNvPr id="66" name="Text 55"/>
          <p:cNvSpPr/>
          <p:nvPr/>
        </p:nvSpPr>
        <p:spPr>
          <a:xfrm>
            <a:off x="6463142" y="2369622"/>
            <a:ext cx="301424" cy="343237"/>
          </a:xfrm>
          <a:prstGeom prst="rect">
            <a:avLst/>
          </a:prstGeom>
          <a:noFill/>
          <a:ln/>
        </p:spPr>
        <p:txBody>
          <a:bodyPr wrap="square" rtlCol="0" anchor="t"/>
          <a:lstStyle/>
          <a:p>
            <a:pPr indent="0" marL="0">
              <a:spcBef>
                <a:spcPts val="375"/>
              </a:spcBef>
              <a:buNone/>
            </a:pPr>
            <a:endParaRPr lang="en-US" sz="1050" dirty="0"/>
          </a:p>
        </p:txBody>
      </p:sp>
      <p:pic>
        <p:nvPicPr>
          <p:cNvPr id="67" name="Image 9" descr="preencoded.png">    </p:cNvPr>
          <p:cNvPicPr>
            <a:picLocks noChangeAspect="1"/>
          </p:cNvPicPr>
          <p:nvPr/>
        </p:nvPicPr>
        <p:blipFill>
          <a:blip r:embed="rId10"/>
          <a:stretch>
            <a:fillRect/>
          </a:stretch>
        </p:blipFill>
        <p:spPr>
          <a:xfrm>
            <a:off x="6463142" y="2369622"/>
            <a:ext cx="301424" cy="343237"/>
          </a:xfrm>
          <a:prstGeom prst="rect">
            <a:avLst/>
          </a:prstGeom>
        </p:spPr>
      </p:pic>
      <p:sp>
        <p:nvSpPr>
          <p:cNvPr id="68" name="Shape 56"/>
          <p:cNvSpPr/>
          <p:nvPr/>
        </p:nvSpPr>
        <p:spPr>
          <a:xfrm>
            <a:off x="7458889" y="2431896"/>
            <a:ext cx="397959" cy="236605"/>
          </a:xfrm>
          <a:custGeom>
            <a:avLst/>
            <a:gdLst/>
            <a:ahLst/>
            <a:cxnLst/>
            <a:rect l="l" t="t" r="r" b="b"/>
            <a:pathLst>
              <a:path w="397959" h="236605">
                <a:moveTo>
                  <a:pt x="0" y="0"/>
                </a:moveTo>
                <a:lnTo>
                  <a:pt x="397959" y="0"/>
                </a:lnTo>
                <a:lnTo>
                  <a:pt x="397959" y="236605"/>
                </a:lnTo>
                <a:lnTo>
                  <a:pt x="0" y="236605"/>
                </a:lnTo>
                <a:lnTo>
                  <a:pt x="0" y="0"/>
                </a:lnTo>
                <a:close/>
              </a:path>
            </a:pathLst>
          </a:custGeom>
          <a:solidFill>
            <a:srgbClr val="FFFFFF">
              <a:alpha val="0"/>
            </a:srgbClr>
          </a:solidFill>
          <a:ln/>
        </p:spPr>
      </p:sp>
      <p:sp>
        <p:nvSpPr>
          <p:cNvPr id="69" name="Text 57"/>
          <p:cNvSpPr/>
          <p:nvPr/>
        </p:nvSpPr>
        <p:spPr>
          <a:xfrm>
            <a:off x="7458889" y="2431896"/>
            <a:ext cx="397959" cy="236605"/>
          </a:xfrm>
          <a:prstGeom prst="rect">
            <a:avLst/>
          </a:prstGeom>
          <a:noFill/>
          <a:ln/>
        </p:spPr>
        <p:txBody>
          <a:bodyPr wrap="square" rtlCol="0" anchor="t"/>
          <a:lstStyle/>
          <a:p>
            <a:pPr indent="0" marL="0">
              <a:spcBef>
                <a:spcPts val="375"/>
              </a:spcBef>
              <a:buNone/>
            </a:pPr>
            <a:endParaRPr lang="en-US" sz="1050" dirty="0"/>
          </a:p>
        </p:txBody>
      </p:sp>
      <p:pic>
        <p:nvPicPr>
          <p:cNvPr id="70" name="Image 10" descr="preencoded.png">    </p:cNvPr>
          <p:cNvPicPr>
            <a:picLocks noChangeAspect="1"/>
          </p:cNvPicPr>
          <p:nvPr/>
        </p:nvPicPr>
        <p:blipFill>
          <a:blip r:embed="rId11"/>
          <a:stretch>
            <a:fillRect/>
          </a:stretch>
        </p:blipFill>
        <p:spPr>
          <a:xfrm>
            <a:off x="7458889" y="2431896"/>
            <a:ext cx="397959" cy="236605"/>
          </a:xfrm>
          <a:prstGeom prst="rect">
            <a:avLst/>
          </a:prstGeom>
        </p:spPr>
      </p:pic>
      <p:sp>
        <p:nvSpPr>
          <p:cNvPr id="71" name="Shape 58"/>
          <p:cNvSpPr/>
          <p:nvPr/>
        </p:nvSpPr>
        <p:spPr>
          <a:xfrm>
            <a:off x="4484298" y="2387906"/>
            <a:ext cx="306668" cy="306668"/>
          </a:xfrm>
          <a:custGeom>
            <a:avLst/>
            <a:gdLst/>
            <a:ahLst/>
            <a:cxnLst/>
            <a:rect l="l" t="t" r="r" b="b"/>
            <a:pathLst>
              <a:path w="306668" h="306668">
                <a:moveTo>
                  <a:pt x="0" y="0"/>
                </a:moveTo>
                <a:lnTo>
                  <a:pt x="306668" y="0"/>
                </a:lnTo>
                <a:lnTo>
                  <a:pt x="306668" y="306668"/>
                </a:lnTo>
                <a:lnTo>
                  <a:pt x="0" y="306668"/>
                </a:lnTo>
                <a:lnTo>
                  <a:pt x="0" y="0"/>
                </a:lnTo>
                <a:close/>
              </a:path>
            </a:pathLst>
          </a:custGeom>
          <a:solidFill>
            <a:srgbClr val="FFFFFF">
              <a:alpha val="0"/>
            </a:srgbClr>
          </a:solidFill>
          <a:ln/>
        </p:spPr>
      </p:sp>
      <p:sp>
        <p:nvSpPr>
          <p:cNvPr id="72" name="Text 59"/>
          <p:cNvSpPr/>
          <p:nvPr/>
        </p:nvSpPr>
        <p:spPr>
          <a:xfrm>
            <a:off x="4484298" y="2387906"/>
            <a:ext cx="306668" cy="306668"/>
          </a:xfrm>
          <a:prstGeom prst="rect">
            <a:avLst/>
          </a:prstGeom>
          <a:noFill/>
          <a:ln/>
        </p:spPr>
        <p:txBody>
          <a:bodyPr wrap="square" rtlCol="0" anchor="t"/>
          <a:lstStyle/>
          <a:p>
            <a:pPr indent="0" marL="0">
              <a:spcBef>
                <a:spcPts val="375"/>
              </a:spcBef>
              <a:buNone/>
            </a:pPr>
            <a:endParaRPr lang="en-US" sz="1050" dirty="0"/>
          </a:p>
        </p:txBody>
      </p:sp>
      <p:pic>
        <p:nvPicPr>
          <p:cNvPr id="73" name="Image 11" descr="preencoded.png">    </p:cNvPr>
          <p:cNvPicPr>
            <a:picLocks noChangeAspect="1"/>
          </p:cNvPicPr>
          <p:nvPr/>
        </p:nvPicPr>
        <p:blipFill>
          <a:blip r:embed="rId12"/>
          <a:stretch>
            <a:fillRect/>
          </a:stretch>
        </p:blipFill>
        <p:spPr>
          <a:xfrm>
            <a:off x="4484298" y="2387906"/>
            <a:ext cx="306668" cy="306668"/>
          </a:xfrm>
          <a:prstGeom prst="rect">
            <a:avLst/>
          </a:prstGeom>
        </p:spPr>
      </p:pic>
      <p:sp>
        <p:nvSpPr>
          <p:cNvPr id="74" name="Shape 60"/>
          <p:cNvSpPr/>
          <p:nvPr/>
        </p:nvSpPr>
        <p:spPr>
          <a:xfrm>
            <a:off x="4009365" y="2387906"/>
            <a:ext cx="306668" cy="306668"/>
          </a:xfrm>
          <a:custGeom>
            <a:avLst/>
            <a:gdLst/>
            <a:ahLst/>
            <a:cxnLst/>
            <a:rect l="l" t="t" r="r" b="b"/>
            <a:pathLst>
              <a:path w="306668" h="306668">
                <a:moveTo>
                  <a:pt x="0" y="0"/>
                </a:moveTo>
                <a:lnTo>
                  <a:pt x="306668" y="0"/>
                </a:lnTo>
                <a:lnTo>
                  <a:pt x="306668" y="306668"/>
                </a:lnTo>
                <a:lnTo>
                  <a:pt x="0" y="306668"/>
                </a:lnTo>
                <a:lnTo>
                  <a:pt x="0" y="0"/>
                </a:lnTo>
                <a:close/>
              </a:path>
            </a:pathLst>
          </a:custGeom>
          <a:solidFill>
            <a:srgbClr val="FFFFFF">
              <a:alpha val="0"/>
            </a:srgbClr>
          </a:solidFill>
          <a:ln/>
        </p:spPr>
      </p:sp>
      <p:sp>
        <p:nvSpPr>
          <p:cNvPr id="75" name="Text 61"/>
          <p:cNvSpPr/>
          <p:nvPr/>
        </p:nvSpPr>
        <p:spPr>
          <a:xfrm>
            <a:off x="4009365" y="2387906"/>
            <a:ext cx="306668" cy="306668"/>
          </a:xfrm>
          <a:prstGeom prst="rect">
            <a:avLst/>
          </a:prstGeom>
          <a:noFill/>
          <a:ln/>
        </p:spPr>
        <p:txBody>
          <a:bodyPr wrap="square" rtlCol="0" anchor="t"/>
          <a:lstStyle/>
          <a:p>
            <a:pPr indent="0" marL="0">
              <a:spcBef>
                <a:spcPts val="375"/>
              </a:spcBef>
              <a:buNone/>
            </a:pPr>
            <a:endParaRPr lang="en-US" sz="1050" dirty="0"/>
          </a:p>
        </p:txBody>
      </p:sp>
      <p:pic>
        <p:nvPicPr>
          <p:cNvPr id="76" name="Image 12" descr="preencoded.png">    </p:cNvPr>
          <p:cNvPicPr>
            <a:picLocks noChangeAspect="1"/>
          </p:cNvPicPr>
          <p:nvPr/>
        </p:nvPicPr>
        <p:blipFill>
          <a:blip r:embed="rId13"/>
          <a:stretch>
            <a:fillRect/>
          </a:stretch>
        </p:blipFill>
        <p:spPr>
          <a:xfrm>
            <a:off x="4009365" y="2387906"/>
            <a:ext cx="306668" cy="306668"/>
          </a:xfrm>
          <a:prstGeom prst="rect">
            <a:avLst/>
          </a:prstGeom>
        </p:spPr>
      </p:pic>
      <p:sp>
        <p:nvSpPr>
          <p:cNvPr id="77" name="Shape 62"/>
          <p:cNvSpPr/>
          <p:nvPr/>
        </p:nvSpPr>
        <p:spPr>
          <a:xfrm>
            <a:off x="5939687" y="2378812"/>
            <a:ext cx="340326" cy="324857"/>
          </a:xfrm>
          <a:custGeom>
            <a:avLst/>
            <a:gdLst/>
            <a:ahLst/>
            <a:cxnLst/>
            <a:rect l="l" t="t" r="r" b="b"/>
            <a:pathLst>
              <a:path w="340326" h="324857">
                <a:moveTo>
                  <a:pt x="0" y="0"/>
                </a:moveTo>
                <a:lnTo>
                  <a:pt x="340326" y="0"/>
                </a:lnTo>
                <a:lnTo>
                  <a:pt x="340326" y="324857"/>
                </a:lnTo>
                <a:lnTo>
                  <a:pt x="0" y="324857"/>
                </a:lnTo>
                <a:lnTo>
                  <a:pt x="0" y="0"/>
                </a:lnTo>
                <a:close/>
              </a:path>
            </a:pathLst>
          </a:custGeom>
          <a:solidFill>
            <a:srgbClr val="FFFFFF">
              <a:alpha val="0"/>
            </a:srgbClr>
          </a:solidFill>
          <a:ln/>
        </p:spPr>
      </p:sp>
      <p:sp>
        <p:nvSpPr>
          <p:cNvPr id="78" name="Text 63"/>
          <p:cNvSpPr/>
          <p:nvPr/>
        </p:nvSpPr>
        <p:spPr>
          <a:xfrm>
            <a:off x="5939687" y="2378812"/>
            <a:ext cx="340326" cy="324857"/>
          </a:xfrm>
          <a:prstGeom prst="rect">
            <a:avLst/>
          </a:prstGeom>
          <a:noFill/>
          <a:ln/>
        </p:spPr>
        <p:txBody>
          <a:bodyPr wrap="square" rtlCol="0" anchor="t"/>
          <a:lstStyle/>
          <a:p>
            <a:pPr indent="0" marL="0">
              <a:spcBef>
                <a:spcPts val="375"/>
              </a:spcBef>
              <a:buNone/>
            </a:pPr>
            <a:endParaRPr lang="en-US" sz="1050" dirty="0"/>
          </a:p>
        </p:txBody>
      </p:sp>
      <p:pic>
        <p:nvPicPr>
          <p:cNvPr id="79" name="Image 13" descr="preencoded.png">    </p:cNvPr>
          <p:cNvPicPr>
            <a:picLocks noChangeAspect="1"/>
          </p:cNvPicPr>
          <p:nvPr/>
        </p:nvPicPr>
        <p:blipFill>
          <a:blip r:embed="rId14"/>
          <a:stretch>
            <a:fillRect/>
          </a:stretch>
        </p:blipFill>
        <p:spPr>
          <a:xfrm>
            <a:off x="5939687" y="2378812"/>
            <a:ext cx="340326" cy="324857"/>
          </a:xfrm>
          <a:prstGeom prst="rect">
            <a:avLst/>
          </a:prstGeom>
        </p:spPr>
      </p:pic>
      <p:sp>
        <p:nvSpPr>
          <p:cNvPr id="80" name="Shape 64"/>
          <p:cNvSpPr/>
          <p:nvPr/>
        </p:nvSpPr>
        <p:spPr>
          <a:xfrm>
            <a:off x="4966167" y="2369622"/>
            <a:ext cx="340740" cy="343237"/>
          </a:xfrm>
          <a:custGeom>
            <a:avLst/>
            <a:gdLst/>
            <a:ahLst/>
            <a:cxnLst/>
            <a:rect l="l" t="t" r="r" b="b"/>
            <a:pathLst>
              <a:path w="340740" h="343237">
                <a:moveTo>
                  <a:pt x="0" y="0"/>
                </a:moveTo>
                <a:lnTo>
                  <a:pt x="340740" y="0"/>
                </a:lnTo>
                <a:lnTo>
                  <a:pt x="340740" y="343237"/>
                </a:lnTo>
                <a:lnTo>
                  <a:pt x="0" y="343237"/>
                </a:lnTo>
                <a:lnTo>
                  <a:pt x="0" y="0"/>
                </a:lnTo>
                <a:close/>
              </a:path>
            </a:pathLst>
          </a:custGeom>
          <a:solidFill>
            <a:srgbClr val="FFFFFF">
              <a:alpha val="0"/>
            </a:srgbClr>
          </a:solidFill>
          <a:ln/>
        </p:spPr>
      </p:sp>
      <p:sp>
        <p:nvSpPr>
          <p:cNvPr id="81" name="Text 65"/>
          <p:cNvSpPr/>
          <p:nvPr/>
        </p:nvSpPr>
        <p:spPr>
          <a:xfrm>
            <a:off x="4966167" y="2369622"/>
            <a:ext cx="340740" cy="343237"/>
          </a:xfrm>
          <a:prstGeom prst="rect">
            <a:avLst/>
          </a:prstGeom>
          <a:noFill/>
          <a:ln/>
        </p:spPr>
        <p:txBody>
          <a:bodyPr wrap="square" rtlCol="0" anchor="t"/>
          <a:lstStyle/>
          <a:p>
            <a:pPr indent="0" marL="0">
              <a:spcBef>
                <a:spcPts val="375"/>
              </a:spcBef>
              <a:buNone/>
            </a:pPr>
            <a:endParaRPr lang="en-US" sz="1050" dirty="0"/>
          </a:p>
        </p:txBody>
      </p:sp>
      <p:pic>
        <p:nvPicPr>
          <p:cNvPr id="82" name="Image 14" descr="preencoded.png">    </p:cNvPr>
          <p:cNvPicPr>
            <a:picLocks noChangeAspect="1"/>
          </p:cNvPicPr>
          <p:nvPr/>
        </p:nvPicPr>
        <p:blipFill>
          <a:blip r:embed="rId15"/>
          <a:stretch>
            <a:fillRect/>
          </a:stretch>
        </p:blipFill>
        <p:spPr>
          <a:xfrm>
            <a:off x="4966167" y="2369622"/>
            <a:ext cx="340740" cy="343237"/>
          </a:xfrm>
          <a:prstGeom prst="rect">
            <a:avLst/>
          </a:prstGeom>
        </p:spPr>
      </p:pic>
      <p:sp>
        <p:nvSpPr>
          <p:cNvPr id="83" name="Shape 66"/>
          <p:cNvSpPr/>
          <p:nvPr/>
        </p:nvSpPr>
        <p:spPr>
          <a:xfrm>
            <a:off x="5478640" y="2366250"/>
            <a:ext cx="284219" cy="346609"/>
          </a:xfrm>
          <a:custGeom>
            <a:avLst/>
            <a:gdLst/>
            <a:ahLst/>
            <a:cxnLst/>
            <a:rect l="l" t="t" r="r" b="b"/>
            <a:pathLst>
              <a:path w="284219" h="346609">
                <a:moveTo>
                  <a:pt x="0" y="0"/>
                </a:moveTo>
                <a:lnTo>
                  <a:pt x="284219" y="0"/>
                </a:lnTo>
                <a:lnTo>
                  <a:pt x="284219" y="346609"/>
                </a:lnTo>
                <a:lnTo>
                  <a:pt x="0" y="346609"/>
                </a:lnTo>
                <a:lnTo>
                  <a:pt x="0" y="0"/>
                </a:lnTo>
                <a:close/>
              </a:path>
            </a:pathLst>
          </a:custGeom>
          <a:solidFill>
            <a:srgbClr val="FFFFFF">
              <a:alpha val="0"/>
            </a:srgbClr>
          </a:solidFill>
          <a:ln/>
        </p:spPr>
      </p:sp>
      <p:sp>
        <p:nvSpPr>
          <p:cNvPr id="84" name="Text 67"/>
          <p:cNvSpPr/>
          <p:nvPr/>
        </p:nvSpPr>
        <p:spPr>
          <a:xfrm>
            <a:off x="5478640" y="2366250"/>
            <a:ext cx="284219" cy="346609"/>
          </a:xfrm>
          <a:prstGeom prst="rect">
            <a:avLst/>
          </a:prstGeom>
          <a:noFill/>
          <a:ln/>
        </p:spPr>
        <p:txBody>
          <a:bodyPr wrap="square" rtlCol="0" anchor="t"/>
          <a:lstStyle/>
          <a:p>
            <a:pPr indent="0" marL="0">
              <a:spcBef>
                <a:spcPts val="375"/>
              </a:spcBef>
              <a:buNone/>
            </a:pPr>
            <a:endParaRPr lang="en-US" sz="1050" dirty="0"/>
          </a:p>
        </p:txBody>
      </p:sp>
      <p:pic>
        <p:nvPicPr>
          <p:cNvPr id="85" name="Image 15" descr="preencoded.png">    </p:cNvPr>
          <p:cNvPicPr>
            <a:picLocks noChangeAspect="1"/>
          </p:cNvPicPr>
          <p:nvPr/>
        </p:nvPicPr>
        <p:blipFill>
          <a:blip r:embed="rId16"/>
          <a:stretch>
            <a:fillRect/>
          </a:stretch>
        </p:blipFill>
        <p:spPr>
          <a:xfrm>
            <a:off x="5478640" y="2366250"/>
            <a:ext cx="284219" cy="346609"/>
          </a:xfrm>
          <a:prstGeom prst="rect">
            <a:avLst/>
          </a:prstGeom>
        </p:spPr>
      </p:pic>
      <p:sp>
        <p:nvSpPr>
          <p:cNvPr id="86" name="Shape 68"/>
          <p:cNvSpPr/>
          <p:nvPr/>
        </p:nvSpPr>
        <p:spPr>
          <a:xfrm>
            <a:off x="6955766" y="2387906"/>
            <a:ext cx="322815" cy="324585"/>
          </a:xfrm>
          <a:custGeom>
            <a:avLst/>
            <a:gdLst/>
            <a:ahLst/>
            <a:cxnLst/>
            <a:rect l="l" t="t" r="r" b="b"/>
            <a:pathLst>
              <a:path w="322815" h="324585">
                <a:moveTo>
                  <a:pt x="0" y="0"/>
                </a:moveTo>
                <a:lnTo>
                  <a:pt x="322815" y="0"/>
                </a:lnTo>
                <a:lnTo>
                  <a:pt x="322815" y="324585"/>
                </a:lnTo>
                <a:lnTo>
                  <a:pt x="0" y="324585"/>
                </a:lnTo>
                <a:lnTo>
                  <a:pt x="0" y="0"/>
                </a:lnTo>
                <a:close/>
              </a:path>
            </a:pathLst>
          </a:custGeom>
          <a:solidFill>
            <a:srgbClr val="FFFFFF">
              <a:alpha val="0"/>
            </a:srgbClr>
          </a:solidFill>
          <a:ln/>
        </p:spPr>
      </p:sp>
      <p:sp>
        <p:nvSpPr>
          <p:cNvPr id="87" name="Text 69"/>
          <p:cNvSpPr/>
          <p:nvPr/>
        </p:nvSpPr>
        <p:spPr>
          <a:xfrm>
            <a:off x="6955766" y="2387906"/>
            <a:ext cx="322815" cy="324585"/>
          </a:xfrm>
          <a:prstGeom prst="rect">
            <a:avLst/>
          </a:prstGeom>
          <a:noFill/>
          <a:ln/>
        </p:spPr>
        <p:txBody>
          <a:bodyPr wrap="square" rtlCol="0" anchor="t"/>
          <a:lstStyle/>
          <a:p>
            <a:pPr indent="0" marL="0">
              <a:spcBef>
                <a:spcPts val="375"/>
              </a:spcBef>
              <a:buNone/>
            </a:pPr>
            <a:endParaRPr lang="en-US" sz="1050" dirty="0"/>
          </a:p>
        </p:txBody>
      </p:sp>
      <p:pic>
        <p:nvPicPr>
          <p:cNvPr id="88" name="Image 16" descr="preencoded.png">    </p:cNvPr>
          <p:cNvPicPr>
            <a:picLocks noChangeAspect="1"/>
          </p:cNvPicPr>
          <p:nvPr/>
        </p:nvPicPr>
        <p:blipFill>
          <a:blip r:embed="rId17"/>
          <a:stretch>
            <a:fillRect/>
          </a:stretch>
        </p:blipFill>
        <p:spPr>
          <a:xfrm>
            <a:off x="6955766" y="2387906"/>
            <a:ext cx="322815" cy="324585"/>
          </a:xfrm>
          <a:prstGeom prst="rect">
            <a:avLst/>
          </a:prstGeom>
        </p:spPr>
      </p:pic>
      <p:sp>
        <p:nvSpPr>
          <p:cNvPr id="89" name="Shape 70"/>
          <p:cNvSpPr/>
          <p:nvPr/>
        </p:nvSpPr>
        <p:spPr>
          <a:xfrm>
            <a:off x="6921262" y="3000415"/>
            <a:ext cx="277086" cy="343237"/>
          </a:xfrm>
          <a:custGeom>
            <a:avLst/>
            <a:gdLst/>
            <a:ahLst/>
            <a:cxnLst/>
            <a:rect l="l" t="t" r="r" b="b"/>
            <a:pathLst>
              <a:path w="277086" h="343237">
                <a:moveTo>
                  <a:pt x="0" y="0"/>
                </a:moveTo>
                <a:lnTo>
                  <a:pt x="277086" y="0"/>
                </a:lnTo>
                <a:lnTo>
                  <a:pt x="277086" y="343237"/>
                </a:lnTo>
                <a:lnTo>
                  <a:pt x="0" y="343237"/>
                </a:lnTo>
                <a:lnTo>
                  <a:pt x="0" y="0"/>
                </a:lnTo>
                <a:close/>
              </a:path>
            </a:pathLst>
          </a:custGeom>
          <a:solidFill>
            <a:srgbClr val="FFFFFF">
              <a:alpha val="0"/>
            </a:srgbClr>
          </a:solidFill>
          <a:ln/>
        </p:spPr>
      </p:sp>
      <p:sp>
        <p:nvSpPr>
          <p:cNvPr id="90" name="Text 71"/>
          <p:cNvSpPr/>
          <p:nvPr/>
        </p:nvSpPr>
        <p:spPr>
          <a:xfrm>
            <a:off x="6921262" y="3000415"/>
            <a:ext cx="277086" cy="343237"/>
          </a:xfrm>
          <a:prstGeom prst="rect">
            <a:avLst/>
          </a:prstGeom>
          <a:noFill/>
          <a:ln/>
        </p:spPr>
        <p:txBody>
          <a:bodyPr wrap="square" rtlCol="0" anchor="t"/>
          <a:lstStyle/>
          <a:p>
            <a:pPr indent="0" marL="0">
              <a:spcBef>
                <a:spcPts val="375"/>
              </a:spcBef>
              <a:buNone/>
            </a:pPr>
            <a:endParaRPr lang="en-US" sz="1050" dirty="0"/>
          </a:p>
        </p:txBody>
      </p:sp>
      <p:pic>
        <p:nvPicPr>
          <p:cNvPr id="91" name="Image 17" descr="preencoded.png">    </p:cNvPr>
          <p:cNvPicPr>
            <a:picLocks noChangeAspect="1"/>
          </p:cNvPicPr>
          <p:nvPr/>
        </p:nvPicPr>
        <p:blipFill>
          <a:blip r:embed="rId18"/>
          <a:stretch>
            <a:fillRect/>
          </a:stretch>
        </p:blipFill>
        <p:spPr>
          <a:xfrm>
            <a:off x="6921262" y="3000415"/>
            <a:ext cx="277086" cy="343237"/>
          </a:xfrm>
          <a:prstGeom prst="rect">
            <a:avLst/>
          </a:prstGeom>
        </p:spPr>
      </p:pic>
      <p:sp>
        <p:nvSpPr>
          <p:cNvPr id="92" name="Shape 72"/>
          <p:cNvSpPr/>
          <p:nvPr/>
        </p:nvSpPr>
        <p:spPr>
          <a:xfrm>
            <a:off x="6324198" y="3000415"/>
            <a:ext cx="373083" cy="343237"/>
          </a:xfrm>
          <a:custGeom>
            <a:avLst/>
            <a:gdLst/>
            <a:ahLst/>
            <a:cxnLst/>
            <a:rect l="l" t="t" r="r" b="b"/>
            <a:pathLst>
              <a:path w="373083" h="343237">
                <a:moveTo>
                  <a:pt x="0" y="0"/>
                </a:moveTo>
                <a:lnTo>
                  <a:pt x="373083" y="0"/>
                </a:lnTo>
                <a:lnTo>
                  <a:pt x="373083" y="343237"/>
                </a:lnTo>
                <a:lnTo>
                  <a:pt x="0" y="343237"/>
                </a:lnTo>
                <a:lnTo>
                  <a:pt x="0" y="0"/>
                </a:lnTo>
                <a:close/>
              </a:path>
            </a:pathLst>
          </a:custGeom>
          <a:solidFill>
            <a:srgbClr val="FFFFFF">
              <a:alpha val="0"/>
            </a:srgbClr>
          </a:solidFill>
          <a:ln/>
        </p:spPr>
      </p:sp>
      <p:sp>
        <p:nvSpPr>
          <p:cNvPr id="93" name="Text 73"/>
          <p:cNvSpPr/>
          <p:nvPr/>
        </p:nvSpPr>
        <p:spPr>
          <a:xfrm>
            <a:off x="6324198" y="3000415"/>
            <a:ext cx="373083" cy="343237"/>
          </a:xfrm>
          <a:prstGeom prst="rect">
            <a:avLst/>
          </a:prstGeom>
          <a:noFill/>
          <a:ln/>
        </p:spPr>
        <p:txBody>
          <a:bodyPr wrap="square" rtlCol="0" anchor="t"/>
          <a:lstStyle/>
          <a:p>
            <a:pPr indent="0" marL="0">
              <a:spcBef>
                <a:spcPts val="375"/>
              </a:spcBef>
              <a:buNone/>
            </a:pPr>
            <a:endParaRPr lang="en-US" sz="1050" dirty="0"/>
          </a:p>
        </p:txBody>
      </p:sp>
      <p:pic>
        <p:nvPicPr>
          <p:cNvPr id="94" name="Image 18" descr="preencoded.png">    </p:cNvPr>
          <p:cNvPicPr>
            <a:picLocks noChangeAspect="1"/>
          </p:cNvPicPr>
          <p:nvPr/>
        </p:nvPicPr>
        <p:blipFill>
          <a:blip r:embed="rId19"/>
          <a:stretch>
            <a:fillRect/>
          </a:stretch>
        </p:blipFill>
        <p:spPr>
          <a:xfrm>
            <a:off x="6324198" y="3000415"/>
            <a:ext cx="373083" cy="343237"/>
          </a:xfrm>
          <a:prstGeom prst="rect">
            <a:avLst/>
          </a:prstGeom>
        </p:spPr>
      </p:pic>
      <p:sp>
        <p:nvSpPr>
          <p:cNvPr id="95" name="Shape 74"/>
          <p:cNvSpPr/>
          <p:nvPr/>
        </p:nvSpPr>
        <p:spPr>
          <a:xfrm>
            <a:off x="7445371" y="3078253"/>
            <a:ext cx="392245" cy="225363"/>
          </a:xfrm>
          <a:custGeom>
            <a:avLst/>
            <a:gdLst/>
            <a:ahLst/>
            <a:cxnLst/>
            <a:rect l="l" t="t" r="r" b="b"/>
            <a:pathLst>
              <a:path w="392245" h="225363">
                <a:moveTo>
                  <a:pt x="0" y="0"/>
                </a:moveTo>
                <a:lnTo>
                  <a:pt x="392245" y="0"/>
                </a:lnTo>
                <a:lnTo>
                  <a:pt x="392245" y="225362"/>
                </a:lnTo>
                <a:lnTo>
                  <a:pt x="0" y="225362"/>
                </a:lnTo>
                <a:lnTo>
                  <a:pt x="0" y="0"/>
                </a:lnTo>
                <a:close/>
              </a:path>
            </a:pathLst>
          </a:custGeom>
          <a:solidFill>
            <a:srgbClr val="FFFFFF">
              <a:alpha val="0"/>
            </a:srgbClr>
          </a:solidFill>
          <a:ln/>
        </p:spPr>
      </p:sp>
      <p:sp>
        <p:nvSpPr>
          <p:cNvPr id="96" name="Text 75"/>
          <p:cNvSpPr/>
          <p:nvPr/>
        </p:nvSpPr>
        <p:spPr>
          <a:xfrm>
            <a:off x="7445371" y="3078253"/>
            <a:ext cx="392245" cy="225363"/>
          </a:xfrm>
          <a:prstGeom prst="rect">
            <a:avLst/>
          </a:prstGeom>
          <a:noFill/>
          <a:ln/>
        </p:spPr>
        <p:txBody>
          <a:bodyPr wrap="square" rtlCol="0" anchor="t"/>
          <a:lstStyle/>
          <a:p>
            <a:pPr indent="0" marL="0">
              <a:spcBef>
                <a:spcPts val="375"/>
              </a:spcBef>
              <a:buNone/>
            </a:pPr>
            <a:endParaRPr lang="en-US" sz="1050" dirty="0"/>
          </a:p>
        </p:txBody>
      </p:sp>
      <p:pic>
        <p:nvPicPr>
          <p:cNvPr id="97" name="Image 19" descr="preencoded.png">    </p:cNvPr>
          <p:cNvPicPr>
            <a:picLocks noChangeAspect="1"/>
          </p:cNvPicPr>
          <p:nvPr/>
        </p:nvPicPr>
        <p:blipFill>
          <a:blip r:embed="rId20"/>
          <a:stretch>
            <a:fillRect/>
          </a:stretch>
        </p:blipFill>
        <p:spPr>
          <a:xfrm>
            <a:off x="7445371" y="3078253"/>
            <a:ext cx="392245" cy="225363"/>
          </a:xfrm>
          <a:prstGeom prst="rect">
            <a:avLst/>
          </a:prstGeom>
        </p:spPr>
      </p:pic>
      <p:sp>
        <p:nvSpPr>
          <p:cNvPr id="98" name="Shape 76"/>
          <p:cNvSpPr/>
          <p:nvPr/>
        </p:nvSpPr>
        <p:spPr>
          <a:xfrm>
            <a:off x="5197306" y="3000415"/>
            <a:ext cx="343237" cy="343237"/>
          </a:xfrm>
          <a:custGeom>
            <a:avLst/>
            <a:gdLst/>
            <a:ahLst/>
            <a:cxnLst/>
            <a:rect l="l" t="t" r="r" b="b"/>
            <a:pathLst>
              <a:path w="343237" h="343237">
                <a:moveTo>
                  <a:pt x="0" y="0"/>
                </a:moveTo>
                <a:lnTo>
                  <a:pt x="343237" y="0"/>
                </a:lnTo>
                <a:lnTo>
                  <a:pt x="343237" y="343237"/>
                </a:lnTo>
                <a:lnTo>
                  <a:pt x="0" y="343237"/>
                </a:lnTo>
                <a:lnTo>
                  <a:pt x="0" y="0"/>
                </a:lnTo>
                <a:close/>
              </a:path>
            </a:pathLst>
          </a:custGeom>
          <a:solidFill>
            <a:srgbClr val="FFFFFF">
              <a:alpha val="0"/>
            </a:srgbClr>
          </a:solidFill>
          <a:ln/>
        </p:spPr>
      </p:sp>
      <p:sp>
        <p:nvSpPr>
          <p:cNvPr id="99" name="Text 77"/>
          <p:cNvSpPr/>
          <p:nvPr/>
        </p:nvSpPr>
        <p:spPr>
          <a:xfrm>
            <a:off x="5197306" y="3000415"/>
            <a:ext cx="343237" cy="343237"/>
          </a:xfrm>
          <a:prstGeom prst="rect">
            <a:avLst/>
          </a:prstGeom>
          <a:noFill/>
          <a:ln/>
        </p:spPr>
        <p:txBody>
          <a:bodyPr wrap="square" rtlCol="0" anchor="t"/>
          <a:lstStyle/>
          <a:p>
            <a:pPr indent="0" marL="0">
              <a:spcBef>
                <a:spcPts val="375"/>
              </a:spcBef>
              <a:buNone/>
            </a:pPr>
            <a:endParaRPr lang="en-US" sz="1050" dirty="0"/>
          </a:p>
        </p:txBody>
      </p:sp>
      <p:pic>
        <p:nvPicPr>
          <p:cNvPr id="100" name="Image 20" descr="preencoded.png">    </p:cNvPr>
          <p:cNvPicPr>
            <a:picLocks noChangeAspect="1"/>
          </p:cNvPicPr>
          <p:nvPr/>
        </p:nvPicPr>
        <p:blipFill>
          <a:blip r:embed="rId21"/>
          <a:stretch>
            <a:fillRect/>
          </a:stretch>
        </p:blipFill>
        <p:spPr>
          <a:xfrm>
            <a:off x="5197306" y="3000415"/>
            <a:ext cx="343237" cy="343237"/>
          </a:xfrm>
          <a:prstGeom prst="rect">
            <a:avLst/>
          </a:prstGeom>
        </p:spPr>
      </p:pic>
      <p:sp>
        <p:nvSpPr>
          <p:cNvPr id="101" name="Shape 78"/>
          <p:cNvSpPr/>
          <p:nvPr/>
        </p:nvSpPr>
        <p:spPr>
          <a:xfrm>
            <a:off x="4009365" y="3000415"/>
            <a:ext cx="399113" cy="343237"/>
          </a:xfrm>
          <a:custGeom>
            <a:avLst/>
            <a:gdLst/>
            <a:ahLst/>
            <a:cxnLst/>
            <a:rect l="l" t="t" r="r" b="b"/>
            <a:pathLst>
              <a:path w="399113" h="343237">
                <a:moveTo>
                  <a:pt x="0" y="0"/>
                </a:moveTo>
                <a:lnTo>
                  <a:pt x="399113" y="0"/>
                </a:lnTo>
                <a:lnTo>
                  <a:pt x="399113" y="343237"/>
                </a:lnTo>
                <a:lnTo>
                  <a:pt x="0" y="343237"/>
                </a:lnTo>
                <a:lnTo>
                  <a:pt x="0" y="0"/>
                </a:lnTo>
                <a:close/>
              </a:path>
            </a:pathLst>
          </a:custGeom>
          <a:solidFill>
            <a:srgbClr val="FFFFFF">
              <a:alpha val="0"/>
            </a:srgbClr>
          </a:solidFill>
          <a:ln/>
        </p:spPr>
      </p:sp>
      <p:sp>
        <p:nvSpPr>
          <p:cNvPr id="102" name="Text 79"/>
          <p:cNvSpPr/>
          <p:nvPr/>
        </p:nvSpPr>
        <p:spPr>
          <a:xfrm>
            <a:off x="4009365" y="3000415"/>
            <a:ext cx="399113" cy="343237"/>
          </a:xfrm>
          <a:prstGeom prst="rect">
            <a:avLst/>
          </a:prstGeom>
          <a:noFill/>
          <a:ln/>
        </p:spPr>
        <p:txBody>
          <a:bodyPr wrap="square" rtlCol="0" anchor="t"/>
          <a:lstStyle/>
          <a:p>
            <a:pPr indent="0" marL="0">
              <a:spcBef>
                <a:spcPts val="375"/>
              </a:spcBef>
              <a:buNone/>
            </a:pPr>
            <a:endParaRPr lang="en-US" sz="1050" dirty="0"/>
          </a:p>
        </p:txBody>
      </p:sp>
      <p:pic>
        <p:nvPicPr>
          <p:cNvPr id="103" name="Image 21" descr="preencoded.png">    </p:cNvPr>
          <p:cNvPicPr>
            <a:picLocks noChangeAspect="1"/>
          </p:cNvPicPr>
          <p:nvPr/>
        </p:nvPicPr>
        <p:blipFill>
          <a:blip r:embed="rId22"/>
          <a:stretch>
            <a:fillRect/>
          </a:stretch>
        </p:blipFill>
        <p:spPr>
          <a:xfrm>
            <a:off x="4009365" y="3000415"/>
            <a:ext cx="399113" cy="343237"/>
          </a:xfrm>
          <a:prstGeom prst="rect">
            <a:avLst/>
          </a:prstGeom>
        </p:spPr>
      </p:pic>
      <p:sp>
        <p:nvSpPr>
          <p:cNvPr id="104" name="Shape 80"/>
          <p:cNvSpPr/>
          <p:nvPr/>
        </p:nvSpPr>
        <p:spPr>
          <a:xfrm>
            <a:off x="5723947" y="3000415"/>
            <a:ext cx="342613" cy="343237"/>
          </a:xfrm>
          <a:custGeom>
            <a:avLst/>
            <a:gdLst/>
            <a:ahLst/>
            <a:cxnLst/>
            <a:rect l="l" t="t" r="r" b="b"/>
            <a:pathLst>
              <a:path w="342613" h="343237">
                <a:moveTo>
                  <a:pt x="0" y="0"/>
                </a:moveTo>
                <a:lnTo>
                  <a:pt x="342613" y="0"/>
                </a:lnTo>
                <a:lnTo>
                  <a:pt x="342613" y="343237"/>
                </a:lnTo>
                <a:lnTo>
                  <a:pt x="0" y="343237"/>
                </a:lnTo>
                <a:lnTo>
                  <a:pt x="0" y="0"/>
                </a:lnTo>
                <a:close/>
              </a:path>
            </a:pathLst>
          </a:custGeom>
          <a:solidFill>
            <a:srgbClr val="FFFFFF">
              <a:alpha val="0"/>
            </a:srgbClr>
          </a:solidFill>
          <a:ln/>
        </p:spPr>
      </p:sp>
      <p:sp>
        <p:nvSpPr>
          <p:cNvPr id="105" name="Text 81"/>
          <p:cNvSpPr/>
          <p:nvPr/>
        </p:nvSpPr>
        <p:spPr>
          <a:xfrm>
            <a:off x="5723947" y="3000415"/>
            <a:ext cx="342613" cy="343237"/>
          </a:xfrm>
          <a:prstGeom prst="rect">
            <a:avLst/>
          </a:prstGeom>
          <a:noFill/>
          <a:ln/>
        </p:spPr>
        <p:txBody>
          <a:bodyPr wrap="square" rtlCol="0" anchor="t"/>
          <a:lstStyle/>
          <a:p>
            <a:pPr indent="0" marL="0">
              <a:spcBef>
                <a:spcPts val="375"/>
              </a:spcBef>
              <a:buNone/>
            </a:pPr>
            <a:endParaRPr lang="en-US" sz="1050" dirty="0"/>
          </a:p>
        </p:txBody>
      </p:sp>
      <p:pic>
        <p:nvPicPr>
          <p:cNvPr id="106" name="Image 22" descr="preencoded.png">    </p:cNvPr>
          <p:cNvPicPr>
            <a:picLocks noChangeAspect="1"/>
          </p:cNvPicPr>
          <p:nvPr/>
        </p:nvPicPr>
        <p:blipFill>
          <a:blip r:embed="rId23"/>
          <a:stretch>
            <a:fillRect/>
          </a:stretch>
        </p:blipFill>
        <p:spPr>
          <a:xfrm>
            <a:off x="5723947" y="3000415"/>
            <a:ext cx="342613" cy="343237"/>
          </a:xfrm>
          <a:prstGeom prst="rect">
            <a:avLst/>
          </a:prstGeom>
        </p:spPr>
      </p:pic>
      <p:sp>
        <p:nvSpPr>
          <p:cNvPr id="107" name="Shape 82"/>
          <p:cNvSpPr/>
          <p:nvPr/>
        </p:nvSpPr>
        <p:spPr>
          <a:xfrm>
            <a:off x="4631273" y="3000415"/>
            <a:ext cx="343237" cy="343237"/>
          </a:xfrm>
          <a:custGeom>
            <a:avLst/>
            <a:gdLst/>
            <a:ahLst/>
            <a:cxnLst/>
            <a:rect l="l" t="t" r="r" b="b"/>
            <a:pathLst>
              <a:path w="343237" h="343237">
                <a:moveTo>
                  <a:pt x="0" y="0"/>
                </a:moveTo>
                <a:lnTo>
                  <a:pt x="343237" y="0"/>
                </a:lnTo>
                <a:lnTo>
                  <a:pt x="343237" y="343237"/>
                </a:lnTo>
                <a:lnTo>
                  <a:pt x="0" y="343237"/>
                </a:lnTo>
                <a:lnTo>
                  <a:pt x="0" y="0"/>
                </a:lnTo>
                <a:close/>
              </a:path>
            </a:pathLst>
          </a:custGeom>
          <a:solidFill>
            <a:srgbClr val="FFFFFF">
              <a:alpha val="0"/>
            </a:srgbClr>
          </a:solidFill>
          <a:ln/>
        </p:spPr>
      </p:sp>
      <p:sp>
        <p:nvSpPr>
          <p:cNvPr id="108" name="Text 83"/>
          <p:cNvSpPr/>
          <p:nvPr/>
        </p:nvSpPr>
        <p:spPr>
          <a:xfrm>
            <a:off x="4631273" y="3000415"/>
            <a:ext cx="343237" cy="343237"/>
          </a:xfrm>
          <a:prstGeom prst="rect">
            <a:avLst/>
          </a:prstGeom>
          <a:noFill/>
          <a:ln/>
        </p:spPr>
        <p:txBody>
          <a:bodyPr wrap="square" rtlCol="0" anchor="t"/>
          <a:lstStyle/>
          <a:p>
            <a:pPr indent="0" marL="0">
              <a:spcBef>
                <a:spcPts val="375"/>
              </a:spcBef>
              <a:buNone/>
            </a:pPr>
            <a:endParaRPr lang="en-US" sz="1050" dirty="0"/>
          </a:p>
        </p:txBody>
      </p:sp>
      <p:pic>
        <p:nvPicPr>
          <p:cNvPr id="109" name="Image 23" descr="preencoded.png">    </p:cNvPr>
          <p:cNvPicPr>
            <a:picLocks noChangeAspect="1"/>
          </p:cNvPicPr>
          <p:nvPr/>
        </p:nvPicPr>
        <p:blipFill>
          <a:blip r:embed="rId24"/>
          <a:stretch>
            <a:fillRect/>
          </a:stretch>
        </p:blipFill>
        <p:spPr>
          <a:xfrm>
            <a:off x="4631273" y="3000415"/>
            <a:ext cx="343237" cy="343237"/>
          </a:xfrm>
          <a:prstGeom prst="rect">
            <a:avLst/>
          </a:prstGeom>
        </p:spPr>
      </p:pic>
      <p:sp>
        <p:nvSpPr>
          <p:cNvPr id="110" name="Shape 84"/>
          <p:cNvSpPr/>
          <p:nvPr/>
        </p:nvSpPr>
        <p:spPr>
          <a:xfrm>
            <a:off x="6510594" y="3640643"/>
            <a:ext cx="376170" cy="296832"/>
          </a:xfrm>
          <a:custGeom>
            <a:avLst/>
            <a:gdLst/>
            <a:ahLst/>
            <a:cxnLst/>
            <a:rect l="l" t="t" r="r" b="b"/>
            <a:pathLst>
              <a:path w="376170" h="296832">
                <a:moveTo>
                  <a:pt x="0" y="0"/>
                </a:moveTo>
                <a:lnTo>
                  <a:pt x="376170" y="0"/>
                </a:lnTo>
                <a:lnTo>
                  <a:pt x="376170" y="296832"/>
                </a:lnTo>
                <a:lnTo>
                  <a:pt x="0" y="296832"/>
                </a:lnTo>
                <a:lnTo>
                  <a:pt x="0" y="0"/>
                </a:lnTo>
                <a:close/>
              </a:path>
            </a:pathLst>
          </a:custGeom>
          <a:solidFill>
            <a:srgbClr val="FFFFFF">
              <a:alpha val="0"/>
            </a:srgbClr>
          </a:solidFill>
          <a:ln/>
        </p:spPr>
      </p:sp>
      <p:sp>
        <p:nvSpPr>
          <p:cNvPr id="111" name="Text 85"/>
          <p:cNvSpPr/>
          <p:nvPr/>
        </p:nvSpPr>
        <p:spPr>
          <a:xfrm>
            <a:off x="6510594" y="3640643"/>
            <a:ext cx="376170" cy="296832"/>
          </a:xfrm>
          <a:prstGeom prst="rect">
            <a:avLst/>
          </a:prstGeom>
          <a:noFill/>
          <a:ln/>
        </p:spPr>
        <p:txBody>
          <a:bodyPr wrap="square" rtlCol="0" anchor="t"/>
          <a:lstStyle/>
          <a:p>
            <a:pPr indent="0" marL="0">
              <a:spcBef>
                <a:spcPts val="375"/>
              </a:spcBef>
              <a:buNone/>
            </a:pPr>
            <a:endParaRPr lang="en-US" sz="1050" dirty="0"/>
          </a:p>
        </p:txBody>
      </p:sp>
      <p:pic>
        <p:nvPicPr>
          <p:cNvPr id="112" name="Image 24" descr="preencoded.png">    </p:cNvPr>
          <p:cNvPicPr>
            <a:picLocks noChangeAspect="1"/>
          </p:cNvPicPr>
          <p:nvPr/>
        </p:nvPicPr>
        <p:blipFill>
          <a:blip r:embed="rId25"/>
          <a:stretch>
            <a:fillRect/>
          </a:stretch>
        </p:blipFill>
        <p:spPr>
          <a:xfrm>
            <a:off x="6510594" y="3640643"/>
            <a:ext cx="376170" cy="296832"/>
          </a:xfrm>
          <a:prstGeom prst="rect">
            <a:avLst/>
          </a:prstGeom>
        </p:spPr>
      </p:pic>
      <p:sp>
        <p:nvSpPr>
          <p:cNvPr id="113" name="Shape 86"/>
          <p:cNvSpPr/>
          <p:nvPr/>
        </p:nvSpPr>
        <p:spPr>
          <a:xfrm>
            <a:off x="5934029" y="3654593"/>
            <a:ext cx="387950" cy="233475"/>
          </a:xfrm>
          <a:custGeom>
            <a:avLst/>
            <a:gdLst/>
            <a:ahLst/>
            <a:cxnLst/>
            <a:rect l="l" t="t" r="r" b="b"/>
            <a:pathLst>
              <a:path w="387950" h="233475">
                <a:moveTo>
                  <a:pt x="0" y="0"/>
                </a:moveTo>
                <a:lnTo>
                  <a:pt x="387949" y="0"/>
                </a:lnTo>
                <a:lnTo>
                  <a:pt x="387949" y="233475"/>
                </a:lnTo>
                <a:lnTo>
                  <a:pt x="0" y="233475"/>
                </a:lnTo>
                <a:lnTo>
                  <a:pt x="0" y="0"/>
                </a:lnTo>
                <a:close/>
              </a:path>
            </a:pathLst>
          </a:custGeom>
          <a:solidFill>
            <a:srgbClr val="FFFFFF">
              <a:alpha val="0"/>
            </a:srgbClr>
          </a:solidFill>
          <a:ln/>
        </p:spPr>
      </p:sp>
      <p:sp>
        <p:nvSpPr>
          <p:cNvPr id="114" name="Text 87"/>
          <p:cNvSpPr/>
          <p:nvPr/>
        </p:nvSpPr>
        <p:spPr>
          <a:xfrm>
            <a:off x="5934029" y="3654593"/>
            <a:ext cx="387950" cy="233475"/>
          </a:xfrm>
          <a:prstGeom prst="rect">
            <a:avLst/>
          </a:prstGeom>
          <a:noFill/>
          <a:ln/>
        </p:spPr>
        <p:txBody>
          <a:bodyPr wrap="square" rtlCol="0" anchor="t"/>
          <a:lstStyle/>
          <a:p>
            <a:pPr indent="0" marL="0">
              <a:spcBef>
                <a:spcPts val="375"/>
              </a:spcBef>
              <a:buNone/>
            </a:pPr>
            <a:endParaRPr lang="en-US" sz="1050" dirty="0"/>
          </a:p>
        </p:txBody>
      </p:sp>
      <p:pic>
        <p:nvPicPr>
          <p:cNvPr id="115" name="Image 25" descr="preencoded.png">    </p:cNvPr>
          <p:cNvPicPr>
            <a:picLocks noChangeAspect="1"/>
          </p:cNvPicPr>
          <p:nvPr/>
        </p:nvPicPr>
        <p:blipFill>
          <a:blip r:embed="rId26"/>
          <a:stretch>
            <a:fillRect/>
          </a:stretch>
        </p:blipFill>
        <p:spPr>
          <a:xfrm>
            <a:off x="5934029" y="3654593"/>
            <a:ext cx="387950" cy="233475"/>
          </a:xfrm>
          <a:prstGeom prst="rect">
            <a:avLst/>
          </a:prstGeom>
        </p:spPr>
      </p:pic>
      <p:sp>
        <p:nvSpPr>
          <p:cNvPr id="116" name="Shape 88"/>
          <p:cNvSpPr/>
          <p:nvPr/>
        </p:nvSpPr>
        <p:spPr>
          <a:xfrm>
            <a:off x="5020615" y="3618928"/>
            <a:ext cx="319227" cy="340261"/>
          </a:xfrm>
          <a:custGeom>
            <a:avLst/>
            <a:gdLst/>
            <a:ahLst/>
            <a:cxnLst/>
            <a:rect l="l" t="t" r="r" b="b"/>
            <a:pathLst>
              <a:path w="319227" h="340261">
                <a:moveTo>
                  <a:pt x="0" y="0"/>
                </a:moveTo>
                <a:lnTo>
                  <a:pt x="319227" y="0"/>
                </a:lnTo>
                <a:lnTo>
                  <a:pt x="319227" y="340261"/>
                </a:lnTo>
                <a:lnTo>
                  <a:pt x="0" y="340261"/>
                </a:lnTo>
                <a:lnTo>
                  <a:pt x="0" y="0"/>
                </a:lnTo>
                <a:close/>
              </a:path>
            </a:pathLst>
          </a:custGeom>
          <a:solidFill>
            <a:srgbClr val="FFFFFF">
              <a:alpha val="0"/>
            </a:srgbClr>
          </a:solidFill>
          <a:ln/>
        </p:spPr>
      </p:sp>
      <p:sp>
        <p:nvSpPr>
          <p:cNvPr id="117" name="Text 89"/>
          <p:cNvSpPr/>
          <p:nvPr/>
        </p:nvSpPr>
        <p:spPr>
          <a:xfrm>
            <a:off x="5020615" y="3618928"/>
            <a:ext cx="319227" cy="340261"/>
          </a:xfrm>
          <a:prstGeom prst="rect">
            <a:avLst/>
          </a:prstGeom>
          <a:noFill/>
          <a:ln/>
        </p:spPr>
        <p:txBody>
          <a:bodyPr wrap="square" rtlCol="0" anchor="t"/>
          <a:lstStyle/>
          <a:p>
            <a:pPr indent="0" marL="0">
              <a:spcBef>
                <a:spcPts val="375"/>
              </a:spcBef>
              <a:buNone/>
            </a:pPr>
            <a:endParaRPr lang="en-US" sz="1050" dirty="0"/>
          </a:p>
        </p:txBody>
      </p:sp>
      <p:pic>
        <p:nvPicPr>
          <p:cNvPr id="118" name="Image 26" descr="preencoded.png">    </p:cNvPr>
          <p:cNvPicPr>
            <a:picLocks noChangeAspect="1"/>
          </p:cNvPicPr>
          <p:nvPr/>
        </p:nvPicPr>
        <p:blipFill>
          <a:blip r:embed="rId27"/>
          <a:stretch>
            <a:fillRect/>
          </a:stretch>
        </p:blipFill>
        <p:spPr>
          <a:xfrm>
            <a:off x="5020615" y="3618928"/>
            <a:ext cx="319227" cy="340261"/>
          </a:xfrm>
          <a:prstGeom prst="rect">
            <a:avLst/>
          </a:prstGeom>
        </p:spPr>
      </p:pic>
      <p:sp>
        <p:nvSpPr>
          <p:cNvPr id="119" name="Shape 90"/>
          <p:cNvSpPr/>
          <p:nvPr/>
        </p:nvSpPr>
        <p:spPr>
          <a:xfrm>
            <a:off x="5528457" y="3622915"/>
            <a:ext cx="216957" cy="296832"/>
          </a:xfrm>
          <a:custGeom>
            <a:avLst/>
            <a:gdLst/>
            <a:ahLst/>
            <a:cxnLst/>
            <a:rect l="l" t="t" r="r" b="b"/>
            <a:pathLst>
              <a:path w="216957" h="296832">
                <a:moveTo>
                  <a:pt x="0" y="0"/>
                </a:moveTo>
                <a:lnTo>
                  <a:pt x="216957" y="0"/>
                </a:lnTo>
                <a:lnTo>
                  <a:pt x="216957" y="296832"/>
                </a:lnTo>
                <a:lnTo>
                  <a:pt x="0" y="296832"/>
                </a:lnTo>
                <a:lnTo>
                  <a:pt x="0" y="0"/>
                </a:lnTo>
                <a:close/>
              </a:path>
            </a:pathLst>
          </a:custGeom>
          <a:solidFill>
            <a:srgbClr val="FFFFFF">
              <a:alpha val="0"/>
            </a:srgbClr>
          </a:solidFill>
          <a:ln/>
        </p:spPr>
      </p:sp>
      <p:sp>
        <p:nvSpPr>
          <p:cNvPr id="120" name="Text 91"/>
          <p:cNvSpPr/>
          <p:nvPr/>
        </p:nvSpPr>
        <p:spPr>
          <a:xfrm>
            <a:off x="5528457" y="3622915"/>
            <a:ext cx="216957" cy="296832"/>
          </a:xfrm>
          <a:prstGeom prst="rect">
            <a:avLst/>
          </a:prstGeom>
          <a:noFill/>
          <a:ln/>
        </p:spPr>
        <p:txBody>
          <a:bodyPr wrap="square" rtlCol="0" anchor="t"/>
          <a:lstStyle/>
          <a:p>
            <a:pPr indent="0" marL="0">
              <a:spcBef>
                <a:spcPts val="375"/>
              </a:spcBef>
              <a:buNone/>
            </a:pPr>
            <a:endParaRPr lang="en-US" sz="1050" dirty="0"/>
          </a:p>
        </p:txBody>
      </p:sp>
      <p:pic>
        <p:nvPicPr>
          <p:cNvPr id="121" name="Image 27" descr="preencoded.png">    </p:cNvPr>
          <p:cNvPicPr>
            <a:picLocks noChangeAspect="1"/>
          </p:cNvPicPr>
          <p:nvPr/>
        </p:nvPicPr>
        <p:blipFill>
          <a:blip r:embed="rId28"/>
          <a:stretch>
            <a:fillRect/>
          </a:stretch>
        </p:blipFill>
        <p:spPr>
          <a:xfrm>
            <a:off x="5528457" y="3622915"/>
            <a:ext cx="216957" cy="296832"/>
          </a:xfrm>
          <a:prstGeom prst="rect">
            <a:avLst/>
          </a:prstGeom>
        </p:spPr>
      </p:pic>
      <p:sp>
        <p:nvSpPr>
          <p:cNvPr id="122" name="Shape 92"/>
          <p:cNvSpPr/>
          <p:nvPr/>
        </p:nvSpPr>
        <p:spPr>
          <a:xfrm>
            <a:off x="4582947" y="3618928"/>
            <a:ext cx="248081" cy="340261"/>
          </a:xfrm>
          <a:custGeom>
            <a:avLst/>
            <a:gdLst/>
            <a:ahLst/>
            <a:cxnLst/>
            <a:rect l="l" t="t" r="r" b="b"/>
            <a:pathLst>
              <a:path w="248081" h="340261">
                <a:moveTo>
                  <a:pt x="0" y="0"/>
                </a:moveTo>
                <a:lnTo>
                  <a:pt x="248081" y="0"/>
                </a:lnTo>
                <a:lnTo>
                  <a:pt x="248081" y="340261"/>
                </a:lnTo>
                <a:lnTo>
                  <a:pt x="0" y="340261"/>
                </a:lnTo>
                <a:lnTo>
                  <a:pt x="0" y="0"/>
                </a:lnTo>
                <a:close/>
              </a:path>
            </a:pathLst>
          </a:custGeom>
          <a:solidFill>
            <a:srgbClr val="FFFFFF">
              <a:alpha val="0"/>
            </a:srgbClr>
          </a:solidFill>
          <a:ln/>
        </p:spPr>
      </p:sp>
      <p:sp>
        <p:nvSpPr>
          <p:cNvPr id="123" name="Text 93"/>
          <p:cNvSpPr/>
          <p:nvPr/>
        </p:nvSpPr>
        <p:spPr>
          <a:xfrm>
            <a:off x="4582947" y="3618928"/>
            <a:ext cx="248081" cy="340261"/>
          </a:xfrm>
          <a:prstGeom prst="rect">
            <a:avLst/>
          </a:prstGeom>
          <a:noFill/>
          <a:ln/>
        </p:spPr>
        <p:txBody>
          <a:bodyPr wrap="square" rtlCol="0" anchor="t"/>
          <a:lstStyle/>
          <a:p>
            <a:pPr indent="0" marL="0">
              <a:spcBef>
                <a:spcPts val="375"/>
              </a:spcBef>
              <a:buNone/>
            </a:pPr>
            <a:endParaRPr lang="en-US" sz="1050" dirty="0"/>
          </a:p>
        </p:txBody>
      </p:sp>
      <p:pic>
        <p:nvPicPr>
          <p:cNvPr id="124" name="Image 28" descr="preencoded.png">    </p:cNvPr>
          <p:cNvPicPr>
            <a:picLocks noChangeAspect="1"/>
          </p:cNvPicPr>
          <p:nvPr/>
        </p:nvPicPr>
        <p:blipFill>
          <a:blip r:embed="rId29"/>
          <a:stretch>
            <a:fillRect/>
          </a:stretch>
        </p:blipFill>
        <p:spPr>
          <a:xfrm>
            <a:off x="4582947" y="3618928"/>
            <a:ext cx="248081" cy="340261"/>
          </a:xfrm>
          <a:prstGeom prst="rect">
            <a:avLst/>
          </a:prstGeom>
        </p:spPr>
      </p:pic>
      <p:sp>
        <p:nvSpPr>
          <p:cNvPr id="125" name="Shape 94"/>
          <p:cNvSpPr/>
          <p:nvPr/>
        </p:nvSpPr>
        <p:spPr>
          <a:xfrm>
            <a:off x="7562769" y="3640643"/>
            <a:ext cx="296832" cy="296832"/>
          </a:xfrm>
          <a:custGeom>
            <a:avLst/>
            <a:gdLst/>
            <a:ahLst/>
            <a:cxnLst/>
            <a:rect l="l" t="t" r="r" b="b"/>
            <a:pathLst>
              <a:path w="296832" h="296832">
                <a:moveTo>
                  <a:pt x="0" y="0"/>
                </a:moveTo>
                <a:lnTo>
                  <a:pt x="296832" y="0"/>
                </a:lnTo>
                <a:lnTo>
                  <a:pt x="296832" y="296832"/>
                </a:lnTo>
                <a:lnTo>
                  <a:pt x="0" y="296832"/>
                </a:lnTo>
                <a:lnTo>
                  <a:pt x="0" y="0"/>
                </a:lnTo>
                <a:close/>
              </a:path>
            </a:pathLst>
          </a:custGeom>
          <a:solidFill>
            <a:srgbClr val="FFFFFF">
              <a:alpha val="0"/>
            </a:srgbClr>
          </a:solidFill>
          <a:ln/>
        </p:spPr>
      </p:sp>
      <p:sp>
        <p:nvSpPr>
          <p:cNvPr id="126" name="Text 95"/>
          <p:cNvSpPr/>
          <p:nvPr/>
        </p:nvSpPr>
        <p:spPr>
          <a:xfrm>
            <a:off x="7562769" y="3640643"/>
            <a:ext cx="296832" cy="296832"/>
          </a:xfrm>
          <a:prstGeom prst="rect">
            <a:avLst/>
          </a:prstGeom>
          <a:noFill/>
          <a:ln/>
        </p:spPr>
        <p:txBody>
          <a:bodyPr wrap="square" rtlCol="0" anchor="t"/>
          <a:lstStyle/>
          <a:p>
            <a:pPr indent="0" marL="0">
              <a:spcBef>
                <a:spcPts val="375"/>
              </a:spcBef>
              <a:buNone/>
            </a:pPr>
            <a:endParaRPr lang="en-US" sz="1050" dirty="0"/>
          </a:p>
        </p:txBody>
      </p:sp>
      <p:pic>
        <p:nvPicPr>
          <p:cNvPr id="127" name="Image 29" descr="preencoded.png">    </p:cNvPr>
          <p:cNvPicPr>
            <a:picLocks noChangeAspect="1"/>
          </p:cNvPicPr>
          <p:nvPr/>
        </p:nvPicPr>
        <p:blipFill>
          <a:blip r:embed="rId30"/>
          <a:stretch>
            <a:fillRect/>
          </a:stretch>
        </p:blipFill>
        <p:spPr>
          <a:xfrm>
            <a:off x="7562769" y="3640643"/>
            <a:ext cx="296832" cy="296832"/>
          </a:xfrm>
          <a:prstGeom prst="rect">
            <a:avLst/>
          </a:prstGeom>
        </p:spPr>
      </p:pic>
      <p:sp>
        <p:nvSpPr>
          <p:cNvPr id="128" name="Shape 96"/>
          <p:cNvSpPr/>
          <p:nvPr/>
        </p:nvSpPr>
        <p:spPr>
          <a:xfrm>
            <a:off x="7076836" y="3640643"/>
            <a:ext cx="296832" cy="296832"/>
          </a:xfrm>
          <a:custGeom>
            <a:avLst/>
            <a:gdLst/>
            <a:ahLst/>
            <a:cxnLst/>
            <a:rect l="l" t="t" r="r" b="b"/>
            <a:pathLst>
              <a:path w="296832" h="296832">
                <a:moveTo>
                  <a:pt x="0" y="0"/>
                </a:moveTo>
                <a:lnTo>
                  <a:pt x="296832" y="0"/>
                </a:lnTo>
                <a:lnTo>
                  <a:pt x="296832" y="296832"/>
                </a:lnTo>
                <a:lnTo>
                  <a:pt x="0" y="296832"/>
                </a:lnTo>
                <a:lnTo>
                  <a:pt x="0" y="0"/>
                </a:lnTo>
                <a:close/>
              </a:path>
            </a:pathLst>
          </a:custGeom>
          <a:solidFill>
            <a:srgbClr val="FFFFFF">
              <a:alpha val="0"/>
            </a:srgbClr>
          </a:solidFill>
          <a:ln/>
        </p:spPr>
      </p:sp>
      <p:sp>
        <p:nvSpPr>
          <p:cNvPr id="129" name="Text 97"/>
          <p:cNvSpPr/>
          <p:nvPr/>
        </p:nvSpPr>
        <p:spPr>
          <a:xfrm>
            <a:off x="7076836" y="3640643"/>
            <a:ext cx="296832" cy="296832"/>
          </a:xfrm>
          <a:prstGeom prst="rect">
            <a:avLst/>
          </a:prstGeom>
          <a:noFill/>
          <a:ln/>
        </p:spPr>
        <p:txBody>
          <a:bodyPr wrap="square" rtlCol="0" anchor="t"/>
          <a:lstStyle/>
          <a:p>
            <a:pPr indent="0" marL="0">
              <a:spcBef>
                <a:spcPts val="375"/>
              </a:spcBef>
              <a:buNone/>
            </a:pPr>
            <a:endParaRPr lang="en-US" sz="1050" dirty="0"/>
          </a:p>
        </p:txBody>
      </p:sp>
      <p:pic>
        <p:nvPicPr>
          <p:cNvPr id="130" name="Image 30" descr="preencoded.png">    </p:cNvPr>
          <p:cNvPicPr>
            <a:picLocks noChangeAspect="1"/>
          </p:cNvPicPr>
          <p:nvPr/>
        </p:nvPicPr>
        <p:blipFill>
          <a:blip r:embed="rId31"/>
          <a:stretch>
            <a:fillRect/>
          </a:stretch>
        </p:blipFill>
        <p:spPr>
          <a:xfrm>
            <a:off x="7076836" y="3640643"/>
            <a:ext cx="296832" cy="296832"/>
          </a:xfrm>
          <a:prstGeom prst="rect">
            <a:avLst/>
          </a:prstGeom>
        </p:spPr>
      </p:pic>
      <p:sp>
        <p:nvSpPr>
          <p:cNvPr id="131" name="Shape 98"/>
          <p:cNvSpPr/>
          <p:nvPr/>
        </p:nvSpPr>
        <p:spPr>
          <a:xfrm>
            <a:off x="4009365" y="3599712"/>
            <a:ext cx="384481" cy="343237"/>
          </a:xfrm>
          <a:custGeom>
            <a:avLst/>
            <a:gdLst/>
            <a:ahLst/>
            <a:cxnLst/>
            <a:rect l="l" t="t" r="r" b="b"/>
            <a:pathLst>
              <a:path w="384481" h="343237">
                <a:moveTo>
                  <a:pt x="0" y="0"/>
                </a:moveTo>
                <a:lnTo>
                  <a:pt x="384481" y="0"/>
                </a:lnTo>
                <a:lnTo>
                  <a:pt x="384481" y="343237"/>
                </a:lnTo>
                <a:lnTo>
                  <a:pt x="0" y="343237"/>
                </a:lnTo>
                <a:lnTo>
                  <a:pt x="0" y="0"/>
                </a:lnTo>
                <a:close/>
              </a:path>
            </a:pathLst>
          </a:custGeom>
          <a:solidFill>
            <a:srgbClr val="FFFFFF">
              <a:alpha val="0"/>
            </a:srgbClr>
          </a:solidFill>
          <a:ln/>
        </p:spPr>
      </p:sp>
      <p:sp>
        <p:nvSpPr>
          <p:cNvPr id="132" name="Text 99"/>
          <p:cNvSpPr/>
          <p:nvPr/>
        </p:nvSpPr>
        <p:spPr>
          <a:xfrm>
            <a:off x="4009365" y="3599712"/>
            <a:ext cx="384481" cy="343237"/>
          </a:xfrm>
          <a:prstGeom prst="rect">
            <a:avLst/>
          </a:prstGeom>
          <a:noFill/>
          <a:ln/>
        </p:spPr>
        <p:txBody>
          <a:bodyPr wrap="square" rtlCol="0" anchor="t"/>
          <a:lstStyle/>
          <a:p>
            <a:pPr indent="0" marL="0">
              <a:spcBef>
                <a:spcPts val="375"/>
              </a:spcBef>
              <a:buNone/>
            </a:pPr>
            <a:endParaRPr lang="en-US" sz="1050" dirty="0"/>
          </a:p>
        </p:txBody>
      </p:sp>
      <p:pic>
        <p:nvPicPr>
          <p:cNvPr id="133" name="Image 31" descr="preencoded.png">    </p:cNvPr>
          <p:cNvPicPr>
            <a:picLocks noChangeAspect="1"/>
          </p:cNvPicPr>
          <p:nvPr/>
        </p:nvPicPr>
        <p:blipFill>
          <a:blip r:embed="rId32"/>
          <a:stretch>
            <a:fillRect/>
          </a:stretch>
        </p:blipFill>
        <p:spPr>
          <a:xfrm>
            <a:off x="4009365" y="3599712"/>
            <a:ext cx="384481" cy="343237"/>
          </a:xfrm>
          <a:prstGeom prst="rect">
            <a:avLst/>
          </a:prstGeom>
        </p:spPr>
      </p:pic>
      <p:sp>
        <p:nvSpPr>
          <p:cNvPr id="134" name="Shape 100"/>
          <p:cNvSpPr/>
          <p:nvPr/>
        </p:nvSpPr>
        <p:spPr>
          <a:xfrm>
            <a:off x="7489783" y="4276223"/>
            <a:ext cx="293850" cy="336003"/>
          </a:xfrm>
          <a:custGeom>
            <a:avLst/>
            <a:gdLst/>
            <a:ahLst/>
            <a:cxnLst/>
            <a:rect l="l" t="t" r="r" b="b"/>
            <a:pathLst>
              <a:path w="293850" h="336003">
                <a:moveTo>
                  <a:pt x="0" y="0"/>
                </a:moveTo>
                <a:lnTo>
                  <a:pt x="293850" y="0"/>
                </a:lnTo>
                <a:lnTo>
                  <a:pt x="293850" y="336003"/>
                </a:lnTo>
                <a:lnTo>
                  <a:pt x="0" y="336003"/>
                </a:lnTo>
                <a:lnTo>
                  <a:pt x="0" y="0"/>
                </a:lnTo>
                <a:close/>
              </a:path>
            </a:pathLst>
          </a:custGeom>
          <a:solidFill>
            <a:srgbClr val="FFFFFF">
              <a:alpha val="0"/>
            </a:srgbClr>
          </a:solidFill>
          <a:ln/>
        </p:spPr>
      </p:sp>
      <p:sp>
        <p:nvSpPr>
          <p:cNvPr id="135" name="Text 101"/>
          <p:cNvSpPr/>
          <p:nvPr/>
        </p:nvSpPr>
        <p:spPr>
          <a:xfrm>
            <a:off x="7489783" y="4276223"/>
            <a:ext cx="293850" cy="336003"/>
          </a:xfrm>
          <a:prstGeom prst="rect">
            <a:avLst/>
          </a:prstGeom>
          <a:noFill/>
          <a:ln/>
        </p:spPr>
        <p:txBody>
          <a:bodyPr wrap="square" rtlCol="0" anchor="t"/>
          <a:lstStyle/>
          <a:p>
            <a:pPr indent="0" marL="0">
              <a:spcBef>
                <a:spcPts val="375"/>
              </a:spcBef>
              <a:buNone/>
            </a:pPr>
            <a:endParaRPr lang="en-US" sz="1050" dirty="0"/>
          </a:p>
        </p:txBody>
      </p:sp>
      <p:pic>
        <p:nvPicPr>
          <p:cNvPr id="136" name="Image 32" descr="preencoded.png">    </p:cNvPr>
          <p:cNvPicPr>
            <a:picLocks noChangeAspect="1"/>
          </p:cNvPicPr>
          <p:nvPr/>
        </p:nvPicPr>
        <p:blipFill>
          <a:blip r:embed="rId33"/>
          <a:stretch>
            <a:fillRect/>
          </a:stretch>
        </p:blipFill>
        <p:spPr>
          <a:xfrm>
            <a:off x="7489783" y="4276223"/>
            <a:ext cx="293850" cy="336003"/>
          </a:xfrm>
          <a:prstGeom prst="rect">
            <a:avLst/>
          </a:prstGeom>
        </p:spPr>
      </p:pic>
      <p:sp>
        <p:nvSpPr>
          <p:cNvPr id="137" name="Shape 102"/>
          <p:cNvSpPr/>
          <p:nvPr/>
        </p:nvSpPr>
        <p:spPr>
          <a:xfrm>
            <a:off x="6908101" y="4320404"/>
            <a:ext cx="353773" cy="247641"/>
          </a:xfrm>
          <a:custGeom>
            <a:avLst/>
            <a:gdLst/>
            <a:ahLst/>
            <a:cxnLst/>
            <a:rect l="l" t="t" r="r" b="b"/>
            <a:pathLst>
              <a:path w="353773" h="247641">
                <a:moveTo>
                  <a:pt x="0" y="0"/>
                </a:moveTo>
                <a:lnTo>
                  <a:pt x="353773" y="0"/>
                </a:lnTo>
                <a:lnTo>
                  <a:pt x="353773" y="247641"/>
                </a:lnTo>
                <a:lnTo>
                  <a:pt x="0" y="247641"/>
                </a:lnTo>
                <a:lnTo>
                  <a:pt x="0" y="0"/>
                </a:lnTo>
                <a:close/>
              </a:path>
            </a:pathLst>
          </a:custGeom>
          <a:solidFill>
            <a:srgbClr val="FFFFFF">
              <a:alpha val="0"/>
            </a:srgbClr>
          </a:solidFill>
          <a:ln/>
        </p:spPr>
      </p:sp>
      <p:sp>
        <p:nvSpPr>
          <p:cNvPr id="138" name="Text 103"/>
          <p:cNvSpPr/>
          <p:nvPr/>
        </p:nvSpPr>
        <p:spPr>
          <a:xfrm>
            <a:off x="6908101" y="4320404"/>
            <a:ext cx="353773" cy="247641"/>
          </a:xfrm>
          <a:prstGeom prst="rect">
            <a:avLst/>
          </a:prstGeom>
          <a:noFill/>
          <a:ln/>
        </p:spPr>
        <p:txBody>
          <a:bodyPr wrap="square" rtlCol="0" anchor="t"/>
          <a:lstStyle/>
          <a:p>
            <a:pPr indent="0" marL="0">
              <a:spcBef>
                <a:spcPts val="375"/>
              </a:spcBef>
              <a:buNone/>
            </a:pPr>
            <a:endParaRPr lang="en-US" sz="1050" dirty="0"/>
          </a:p>
        </p:txBody>
      </p:sp>
      <p:pic>
        <p:nvPicPr>
          <p:cNvPr id="139" name="Image 33" descr="preencoded.png">    </p:cNvPr>
          <p:cNvPicPr>
            <a:picLocks noChangeAspect="1"/>
          </p:cNvPicPr>
          <p:nvPr/>
        </p:nvPicPr>
        <p:blipFill>
          <a:blip r:embed="rId34"/>
          <a:stretch>
            <a:fillRect/>
          </a:stretch>
        </p:blipFill>
        <p:spPr>
          <a:xfrm>
            <a:off x="6908101" y="4320404"/>
            <a:ext cx="353773" cy="247641"/>
          </a:xfrm>
          <a:prstGeom prst="rect">
            <a:avLst/>
          </a:prstGeom>
        </p:spPr>
      </p:pic>
      <p:sp>
        <p:nvSpPr>
          <p:cNvPr id="140" name="Shape 104"/>
          <p:cNvSpPr/>
          <p:nvPr/>
        </p:nvSpPr>
        <p:spPr>
          <a:xfrm>
            <a:off x="6374413" y="4320404"/>
            <a:ext cx="302672" cy="247641"/>
          </a:xfrm>
          <a:custGeom>
            <a:avLst/>
            <a:gdLst/>
            <a:ahLst/>
            <a:cxnLst/>
            <a:rect l="l" t="t" r="r" b="b"/>
            <a:pathLst>
              <a:path w="302672" h="247641">
                <a:moveTo>
                  <a:pt x="0" y="0"/>
                </a:moveTo>
                <a:lnTo>
                  <a:pt x="302672" y="0"/>
                </a:lnTo>
                <a:lnTo>
                  <a:pt x="302672" y="247641"/>
                </a:lnTo>
                <a:lnTo>
                  <a:pt x="0" y="247641"/>
                </a:lnTo>
                <a:lnTo>
                  <a:pt x="0" y="0"/>
                </a:lnTo>
                <a:close/>
              </a:path>
            </a:pathLst>
          </a:custGeom>
          <a:solidFill>
            <a:srgbClr val="FFFFFF">
              <a:alpha val="0"/>
            </a:srgbClr>
          </a:solidFill>
          <a:ln/>
        </p:spPr>
      </p:sp>
      <p:sp>
        <p:nvSpPr>
          <p:cNvPr id="141" name="Text 105"/>
          <p:cNvSpPr/>
          <p:nvPr/>
        </p:nvSpPr>
        <p:spPr>
          <a:xfrm>
            <a:off x="6374413" y="4320404"/>
            <a:ext cx="302672" cy="247641"/>
          </a:xfrm>
          <a:prstGeom prst="rect">
            <a:avLst/>
          </a:prstGeom>
          <a:noFill/>
          <a:ln/>
        </p:spPr>
        <p:txBody>
          <a:bodyPr wrap="square" rtlCol="0" anchor="t"/>
          <a:lstStyle/>
          <a:p>
            <a:pPr indent="0" marL="0">
              <a:spcBef>
                <a:spcPts val="375"/>
              </a:spcBef>
              <a:buNone/>
            </a:pPr>
            <a:endParaRPr lang="en-US" sz="1050" dirty="0"/>
          </a:p>
        </p:txBody>
      </p:sp>
      <p:pic>
        <p:nvPicPr>
          <p:cNvPr id="142" name="Image 34" descr="preencoded.png">    </p:cNvPr>
          <p:cNvPicPr>
            <a:picLocks noChangeAspect="1"/>
          </p:cNvPicPr>
          <p:nvPr/>
        </p:nvPicPr>
        <p:blipFill>
          <a:blip r:embed="rId35"/>
          <a:stretch>
            <a:fillRect/>
          </a:stretch>
        </p:blipFill>
        <p:spPr>
          <a:xfrm>
            <a:off x="6374413" y="4320404"/>
            <a:ext cx="302672" cy="247641"/>
          </a:xfrm>
          <a:prstGeom prst="rect">
            <a:avLst/>
          </a:prstGeom>
        </p:spPr>
      </p:pic>
      <p:sp>
        <p:nvSpPr>
          <p:cNvPr id="143" name="Shape 106"/>
          <p:cNvSpPr/>
          <p:nvPr/>
        </p:nvSpPr>
        <p:spPr>
          <a:xfrm>
            <a:off x="5501729" y="4276223"/>
            <a:ext cx="169223" cy="336003"/>
          </a:xfrm>
          <a:custGeom>
            <a:avLst/>
            <a:gdLst/>
            <a:ahLst/>
            <a:cxnLst/>
            <a:rect l="l" t="t" r="r" b="b"/>
            <a:pathLst>
              <a:path w="169223" h="336003">
                <a:moveTo>
                  <a:pt x="0" y="0"/>
                </a:moveTo>
                <a:lnTo>
                  <a:pt x="169223" y="0"/>
                </a:lnTo>
                <a:lnTo>
                  <a:pt x="169223" y="336003"/>
                </a:lnTo>
                <a:lnTo>
                  <a:pt x="0" y="336003"/>
                </a:lnTo>
                <a:lnTo>
                  <a:pt x="0" y="0"/>
                </a:lnTo>
                <a:close/>
              </a:path>
            </a:pathLst>
          </a:custGeom>
          <a:solidFill>
            <a:srgbClr val="FFFFFF">
              <a:alpha val="0"/>
            </a:srgbClr>
          </a:solidFill>
          <a:ln/>
        </p:spPr>
      </p:sp>
      <p:sp>
        <p:nvSpPr>
          <p:cNvPr id="144" name="Text 107"/>
          <p:cNvSpPr/>
          <p:nvPr/>
        </p:nvSpPr>
        <p:spPr>
          <a:xfrm>
            <a:off x="5501729" y="4276223"/>
            <a:ext cx="169223" cy="336003"/>
          </a:xfrm>
          <a:prstGeom prst="rect">
            <a:avLst/>
          </a:prstGeom>
          <a:noFill/>
          <a:ln/>
        </p:spPr>
        <p:txBody>
          <a:bodyPr wrap="square" rtlCol="0" anchor="t"/>
          <a:lstStyle/>
          <a:p>
            <a:pPr indent="0" marL="0">
              <a:spcBef>
                <a:spcPts val="375"/>
              </a:spcBef>
              <a:buNone/>
            </a:pPr>
            <a:endParaRPr lang="en-US" sz="1050" dirty="0"/>
          </a:p>
        </p:txBody>
      </p:sp>
      <p:pic>
        <p:nvPicPr>
          <p:cNvPr id="145" name="Image 35" descr="preencoded.png">    </p:cNvPr>
          <p:cNvPicPr>
            <a:picLocks noChangeAspect="1"/>
          </p:cNvPicPr>
          <p:nvPr/>
        </p:nvPicPr>
        <p:blipFill>
          <a:blip r:embed="rId36"/>
          <a:stretch>
            <a:fillRect/>
          </a:stretch>
        </p:blipFill>
        <p:spPr>
          <a:xfrm>
            <a:off x="5501729" y="4276223"/>
            <a:ext cx="169223" cy="336003"/>
          </a:xfrm>
          <a:prstGeom prst="rect">
            <a:avLst/>
          </a:prstGeom>
        </p:spPr>
      </p:pic>
      <p:sp>
        <p:nvSpPr>
          <p:cNvPr id="146" name="Shape 108"/>
          <p:cNvSpPr/>
          <p:nvPr/>
        </p:nvSpPr>
        <p:spPr>
          <a:xfrm>
            <a:off x="5898862" y="4320404"/>
            <a:ext cx="247641" cy="247641"/>
          </a:xfrm>
          <a:custGeom>
            <a:avLst/>
            <a:gdLst/>
            <a:ahLst/>
            <a:cxnLst/>
            <a:rect l="l" t="t" r="r" b="b"/>
            <a:pathLst>
              <a:path w="247641" h="247641">
                <a:moveTo>
                  <a:pt x="0" y="0"/>
                </a:moveTo>
                <a:lnTo>
                  <a:pt x="247641" y="0"/>
                </a:lnTo>
                <a:lnTo>
                  <a:pt x="247641" y="247641"/>
                </a:lnTo>
                <a:lnTo>
                  <a:pt x="0" y="247641"/>
                </a:lnTo>
                <a:lnTo>
                  <a:pt x="0" y="0"/>
                </a:lnTo>
                <a:close/>
              </a:path>
            </a:pathLst>
          </a:custGeom>
          <a:solidFill>
            <a:srgbClr val="FFFFFF">
              <a:alpha val="0"/>
            </a:srgbClr>
          </a:solidFill>
          <a:ln/>
        </p:spPr>
      </p:sp>
      <p:sp>
        <p:nvSpPr>
          <p:cNvPr id="147" name="Text 109"/>
          <p:cNvSpPr/>
          <p:nvPr/>
        </p:nvSpPr>
        <p:spPr>
          <a:xfrm>
            <a:off x="5898862" y="4320404"/>
            <a:ext cx="247641" cy="247641"/>
          </a:xfrm>
          <a:prstGeom prst="rect">
            <a:avLst/>
          </a:prstGeom>
          <a:noFill/>
          <a:ln/>
        </p:spPr>
        <p:txBody>
          <a:bodyPr wrap="square" rtlCol="0" anchor="t"/>
          <a:lstStyle/>
          <a:p>
            <a:pPr indent="0" marL="0">
              <a:spcBef>
                <a:spcPts val="375"/>
              </a:spcBef>
              <a:buNone/>
            </a:pPr>
            <a:endParaRPr lang="en-US" sz="1050" dirty="0"/>
          </a:p>
        </p:txBody>
      </p:sp>
      <p:pic>
        <p:nvPicPr>
          <p:cNvPr id="148" name="Image 36" descr="preencoded.png">    </p:cNvPr>
          <p:cNvPicPr>
            <a:picLocks noChangeAspect="1"/>
          </p:cNvPicPr>
          <p:nvPr/>
        </p:nvPicPr>
        <p:blipFill>
          <a:blip r:embed="rId37"/>
          <a:stretch>
            <a:fillRect/>
          </a:stretch>
        </p:blipFill>
        <p:spPr>
          <a:xfrm>
            <a:off x="5898862" y="4320404"/>
            <a:ext cx="247641" cy="247641"/>
          </a:xfrm>
          <a:prstGeom prst="rect">
            <a:avLst/>
          </a:prstGeom>
        </p:spPr>
      </p:pic>
      <p:sp>
        <p:nvSpPr>
          <p:cNvPr id="149" name="Shape 110"/>
          <p:cNvSpPr/>
          <p:nvPr/>
        </p:nvSpPr>
        <p:spPr>
          <a:xfrm>
            <a:off x="4006874" y="4246041"/>
            <a:ext cx="213317" cy="396366"/>
          </a:xfrm>
          <a:custGeom>
            <a:avLst/>
            <a:gdLst/>
            <a:ahLst/>
            <a:cxnLst/>
            <a:rect l="l" t="t" r="r" b="b"/>
            <a:pathLst>
              <a:path w="213317" h="396366">
                <a:moveTo>
                  <a:pt x="0" y="0"/>
                </a:moveTo>
                <a:lnTo>
                  <a:pt x="213317" y="0"/>
                </a:lnTo>
                <a:lnTo>
                  <a:pt x="213317" y="396366"/>
                </a:lnTo>
                <a:lnTo>
                  <a:pt x="0" y="396366"/>
                </a:lnTo>
                <a:lnTo>
                  <a:pt x="0" y="0"/>
                </a:lnTo>
                <a:close/>
              </a:path>
            </a:pathLst>
          </a:custGeom>
          <a:solidFill>
            <a:srgbClr val="FFFFFF">
              <a:alpha val="0"/>
            </a:srgbClr>
          </a:solidFill>
          <a:ln/>
        </p:spPr>
      </p:sp>
      <p:sp>
        <p:nvSpPr>
          <p:cNvPr id="150" name="Text 111"/>
          <p:cNvSpPr/>
          <p:nvPr/>
        </p:nvSpPr>
        <p:spPr>
          <a:xfrm>
            <a:off x="4006874" y="4246041"/>
            <a:ext cx="213317" cy="396366"/>
          </a:xfrm>
          <a:prstGeom prst="rect">
            <a:avLst/>
          </a:prstGeom>
          <a:noFill/>
          <a:ln/>
        </p:spPr>
        <p:txBody>
          <a:bodyPr wrap="square" rtlCol="0" anchor="t"/>
          <a:lstStyle/>
          <a:p>
            <a:pPr indent="0" marL="0">
              <a:spcBef>
                <a:spcPts val="375"/>
              </a:spcBef>
              <a:buNone/>
            </a:pPr>
            <a:endParaRPr lang="en-US" sz="1050" dirty="0"/>
          </a:p>
        </p:txBody>
      </p:sp>
      <p:pic>
        <p:nvPicPr>
          <p:cNvPr id="151" name="Image 37" descr="preencoded.png">    </p:cNvPr>
          <p:cNvPicPr>
            <a:picLocks noChangeAspect="1"/>
          </p:cNvPicPr>
          <p:nvPr/>
        </p:nvPicPr>
        <p:blipFill>
          <a:blip r:embed="rId38"/>
          <a:stretch>
            <a:fillRect/>
          </a:stretch>
        </p:blipFill>
        <p:spPr>
          <a:xfrm>
            <a:off x="4006874" y="4246041"/>
            <a:ext cx="213317" cy="396366"/>
          </a:xfrm>
          <a:prstGeom prst="rect">
            <a:avLst/>
          </a:prstGeom>
        </p:spPr>
      </p:pic>
      <p:sp>
        <p:nvSpPr>
          <p:cNvPr id="152" name="Shape 112"/>
          <p:cNvSpPr/>
          <p:nvPr/>
        </p:nvSpPr>
        <p:spPr>
          <a:xfrm>
            <a:off x="4448722" y="4246041"/>
            <a:ext cx="307003" cy="396366"/>
          </a:xfrm>
          <a:custGeom>
            <a:avLst/>
            <a:gdLst/>
            <a:ahLst/>
            <a:cxnLst/>
            <a:rect l="l" t="t" r="r" b="b"/>
            <a:pathLst>
              <a:path w="307003" h="396366">
                <a:moveTo>
                  <a:pt x="0" y="0"/>
                </a:moveTo>
                <a:lnTo>
                  <a:pt x="307003" y="0"/>
                </a:lnTo>
                <a:lnTo>
                  <a:pt x="307003" y="396366"/>
                </a:lnTo>
                <a:lnTo>
                  <a:pt x="0" y="396366"/>
                </a:lnTo>
                <a:lnTo>
                  <a:pt x="0" y="0"/>
                </a:lnTo>
                <a:close/>
              </a:path>
            </a:pathLst>
          </a:custGeom>
          <a:solidFill>
            <a:srgbClr val="FFFFFF">
              <a:alpha val="0"/>
            </a:srgbClr>
          </a:solidFill>
          <a:ln/>
        </p:spPr>
      </p:sp>
      <p:sp>
        <p:nvSpPr>
          <p:cNvPr id="153" name="Text 113"/>
          <p:cNvSpPr/>
          <p:nvPr/>
        </p:nvSpPr>
        <p:spPr>
          <a:xfrm>
            <a:off x="4448722" y="4246041"/>
            <a:ext cx="307003" cy="396366"/>
          </a:xfrm>
          <a:prstGeom prst="rect">
            <a:avLst/>
          </a:prstGeom>
          <a:noFill/>
          <a:ln/>
        </p:spPr>
        <p:txBody>
          <a:bodyPr wrap="square" rtlCol="0" anchor="t"/>
          <a:lstStyle/>
          <a:p>
            <a:pPr indent="0" marL="0">
              <a:spcBef>
                <a:spcPts val="375"/>
              </a:spcBef>
              <a:buNone/>
            </a:pPr>
            <a:endParaRPr lang="en-US" sz="1050" dirty="0"/>
          </a:p>
        </p:txBody>
      </p:sp>
      <p:pic>
        <p:nvPicPr>
          <p:cNvPr id="154" name="Image 38" descr="preencoded.png">    </p:cNvPr>
          <p:cNvPicPr>
            <a:picLocks noChangeAspect="1"/>
          </p:cNvPicPr>
          <p:nvPr/>
        </p:nvPicPr>
        <p:blipFill>
          <a:blip r:embed="rId39"/>
          <a:stretch>
            <a:fillRect/>
          </a:stretch>
        </p:blipFill>
        <p:spPr>
          <a:xfrm>
            <a:off x="4448722" y="4246041"/>
            <a:ext cx="307003" cy="396366"/>
          </a:xfrm>
          <a:prstGeom prst="rect">
            <a:avLst/>
          </a:prstGeom>
        </p:spPr>
      </p:pic>
      <p:sp>
        <p:nvSpPr>
          <p:cNvPr id="155" name="Shape 114"/>
          <p:cNvSpPr/>
          <p:nvPr/>
        </p:nvSpPr>
        <p:spPr>
          <a:xfrm>
            <a:off x="4983635" y="4276223"/>
            <a:ext cx="290184" cy="336003"/>
          </a:xfrm>
          <a:custGeom>
            <a:avLst/>
            <a:gdLst/>
            <a:ahLst/>
            <a:cxnLst/>
            <a:rect l="l" t="t" r="r" b="b"/>
            <a:pathLst>
              <a:path w="290184" h="336003">
                <a:moveTo>
                  <a:pt x="0" y="0"/>
                </a:moveTo>
                <a:lnTo>
                  <a:pt x="290184" y="0"/>
                </a:lnTo>
                <a:lnTo>
                  <a:pt x="290184" y="336003"/>
                </a:lnTo>
                <a:lnTo>
                  <a:pt x="0" y="336003"/>
                </a:lnTo>
                <a:lnTo>
                  <a:pt x="0" y="0"/>
                </a:lnTo>
                <a:close/>
              </a:path>
            </a:pathLst>
          </a:custGeom>
          <a:solidFill>
            <a:srgbClr val="FFFFFF">
              <a:alpha val="0"/>
            </a:srgbClr>
          </a:solidFill>
          <a:ln/>
        </p:spPr>
      </p:sp>
      <p:sp>
        <p:nvSpPr>
          <p:cNvPr id="156" name="Text 115"/>
          <p:cNvSpPr/>
          <p:nvPr/>
        </p:nvSpPr>
        <p:spPr>
          <a:xfrm>
            <a:off x="4983635" y="4276223"/>
            <a:ext cx="290184" cy="336003"/>
          </a:xfrm>
          <a:prstGeom prst="rect">
            <a:avLst/>
          </a:prstGeom>
          <a:noFill/>
          <a:ln/>
        </p:spPr>
        <p:txBody>
          <a:bodyPr wrap="square" rtlCol="0" anchor="t"/>
          <a:lstStyle/>
          <a:p>
            <a:pPr indent="0" marL="0">
              <a:spcBef>
                <a:spcPts val="375"/>
              </a:spcBef>
              <a:buNone/>
            </a:pPr>
            <a:endParaRPr lang="en-US" sz="1050" dirty="0"/>
          </a:p>
        </p:txBody>
      </p:sp>
      <p:pic>
        <p:nvPicPr>
          <p:cNvPr id="157" name="Image 39" descr="preencoded.png">    </p:cNvPr>
          <p:cNvPicPr>
            <a:picLocks noChangeAspect="1"/>
          </p:cNvPicPr>
          <p:nvPr/>
        </p:nvPicPr>
        <p:blipFill>
          <a:blip r:embed="rId40"/>
          <a:stretch>
            <a:fillRect/>
          </a:stretch>
        </p:blipFill>
        <p:spPr>
          <a:xfrm>
            <a:off x="4983635" y="4276223"/>
            <a:ext cx="290184" cy="33600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solidFill>
            <a:srgbClr val="FFFFFF">
              <a:alpha val="0"/>
            </a:srgbClr>
          </a:solidFill>
          <a:ln/>
        </p:spPr>
      </p:sp>
      <p:sp>
        <p:nvSpPr>
          <p:cNvPr id="3" name="Text 1"/>
          <p:cNvSpPr/>
          <p:nvPr/>
        </p:nvSpPr>
        <p:spPr>
          <a:xfrm>
            <a:off x="0" y="0"/>
            <a:ext cx="9144000" cy="5143500"/>
          </a:xfrm>
          <a:prstGeom prst="rect">
            <a:avLst/>
          </a:prstGeom>
          <a:noFill/>
          <a:ln/>
        </p:spPr>
        <p:txBody>
          <a:bodyPr wrap="square" rtlCol="0" anchor="t"/>
          <a:lstStyle/>
          <a:p>
            <a:pPr indent="0" marL="0">
              <a:spcBef>
                <a:spcPts val="375"/>
              </a:spcBef>
              <a:buNone/>
            </a:pPr>
            <a:endParaRPr lang="en-US" sz="1050" dirty="0"/>
          </a:p>
        </p:txBody>
      </p:sp>
      <p:pic>
        <p:nvPicPr>
          <p:cNvPr id="4"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5" name="Shape 2"/>
          <p:cNvSpPr/>
          <p:nvPr/>
        </p:nvSpPr>
        <p:spPr>
          <a:xfrm>
            <a:off x="2997636" y="1350346"/>
            <a:ext cx="3148728" cy="1251559"/>
          </a:xfrm>
          <a:custGeom>
            <a:avLst/>
            <a:gdLst/>
            <a:ahLst/>
            <a:cxnLst/>
            <a:rect l="l" t="t" r="r" b="b"/>
            <a:pathLst>
              <a:path w="3148728" h="1251559">
                <a:moveTo>
                  <a:pt x="56013" y="0"/>
                </a:moveTo>
                <a:lnTo>
                  <a:pt x="3092715" y="0"/>
                </a:lnTo>
                <a:cubicBezTo>
                  <a:pt x="3107572" y="0"/>
                  <a:pt x="3121818" y="5902"/>
                  <a:pt x="3132324" y="16406"/>
                </a:cubicBezTo>
                <a:cubicBezTo>
                  <a:pt x="3142828" y="26910"/>
                  <a:pt x="3148728" y="41158"/>
                  <a:pt x="3148728" y="56013"/>
                </a:cubicBezTo>
                <a:lnTo>
                  <a:pt x="3148728" y="1195545"/>
                </a:lnTo>
                <a:cubicBezTo>
                  <a:pt x="3148728" y="1210400"/>
                  <a:pt x="3142828" y="1224648"/>
                  <a:pt x="3132324" y="1235152"/>
                </a:cubicBezTo>
                <a:cubicBezTo>
                  <a:pt x="3121818" y="1245658"/>
                  <a:pt x="3107572" y="1251558"/>
                  <a:pt x="3092715" y="1251558"/>
                </a:cubicBezTo>
                <a:lnTo>
                  <a:pt x="56013" y="1251558"/>
                </a:lnTo>
                <a:cubicBezTo>
                  <a:pt x="41158" y="1251558"/>
                  <a:pt x="26910" y="1245658"/>
                  <a:pt x="16406" y="1235152"/>
                </a:cubicBezTo>
                <a:cubicBezTo>
                  <a:pt x="5902" y="1224648"/>
                  <a:pt x="0" y="1210400"/>
                  <a:pt x="0" y="1195545"/>
                </a:cubicBezTo>
                <a:lnTo>
                  <a:pt x="0" y="56013"/>
                </a:lnTo>
                <a:cubicBezTo>
                  <a:pt x="0" y="41158"/>
                  <a:pt x="5902" y="26910"/>
                  <a:pt x="16406" y="16406"/>
                </a:cubicBezTo>
                <a:cubicBezTo>
                  <a:pt x="26910" y="5902"/>
                  <a:pt x="41158" y="0"/>
                  <a:pt x="56013" y="0"/>
                </a:cubicBezTo>
                <a:close/>
              </a:path>
            </a:pathLst>
          </a:custGeom>
          <a:solidFill>
            <a:srgbClr val="F0F0F0"/>
          </a:solidFill>
          <a:ln/>
        </p:spPr>
      </p:sp>
      <p:sp>
        <p:nvSpPr>
          <p:cNvPr id="6" name="Text 3"/>
          <p:cNvSpPr/>
          <p:nvPr/>
        </p:nvSpPr>
        <p:spPr>
          <a:xfrm>
            <a:off x="2997636" y="1350346"/>
            <a:ext cx="3148728" cy="1251559"/>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7" name="Text 4"/>
          <p:cNvSpPr/>
          <p:nvPr/>
        </p:nvSpPr>
        <p:spPr>
          <a:xfrm>
            <a:off x="2997636" y="1314181"/>
            <a:ext cx="3148728" cy="1287724"/>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8" name="Shape 5"/>
          <p:cNvSpPr/>
          <p:nvPr/>
        </p:nvSpPr>
        <p:spPr>
          <a:xfrm>
            <a:off x="3389498" y="1561432"/>
            <a:ext cx="2365004" cy="583719"/>
          </a:xfrm>
          <a:custGeom>
            <a:avLst/>
            <a:gdLst/>
            <a:ahLst/>
            <a:cxnLst/>
            <a:rect l="l" t="t" r="r" b="b"/>
            <a:pathLst>
              <a:path w="2365004" h="583719">
                <a:moveTo>
                  <a:pt x="0" y="0"/>
                </a:moveTo>
                <a:lnTo>
                  <a:pt x="2365004" y="0"/>
                </a:lnTo>
                <a:lnTo>
                  <a:pt x="2365004" y="583719"/>
                </a:lnTo>
                <a:lnTo>
                  <a:pt x="0" y="583719"/>
                </a:lnTo>
                <a:lnTo>
                  <a:pt x="0" y="0"/>
                </a:lnTo>
                <a:close/>
              </a:path>
            </a:pathLst>
          </a:custGeom>
          <a:solidFill>
            <a:srgbClr val="FFFFFF">
              <a:alpha val="0"/>
            </a:srgbClr>
          </a:solidFill>
          <a:ln/>
        </p:spPr>
      </p:sp>
      <p:sp>
        <p:nvSpPr>
          <p:cNvPr id="9" name="Text 6"/>
          <p:cNvSpPr/>
          <p:nvPr/>
        </p:nvSpPr>
        <p:spPr>
          <a:xfrm>
            <a:off x="3389498" y="1561432"/>
            <a:ext cx="2365004" cy="583719"/>
          </a:xfrm>
          <a:prstGeom prst="rect">
            <a:avLst/>
          </a:prstGeom>
          <a:noFill/>
          <a:ln/>
        </p:spPr>
        <p:txBody>
          <a:bodyPr wrap="square" rtlCol="0" anchor="t"/>
          <a:lstStyle/>
          <a:p>
            <a:pPr indent="0" marL="0">
              <a:spcBef>
                <a:spcPts val="375"/>
              </a:spcBef>
              <a:buNone/>
            </a:pPr>
            <a:endParaRPr lang="en-US" sz="1050" dirty="0"/>
          </a:p>
        </p:txBody>
      </p:sp>
      <p:pic>
        <p:nvPicPr>
          <p:cNvPr id="10" name="Image 1" descr="preencoded.png">    </p:cNvPr>
          <p:cNvPicPr>
            <a:picLocks noChangeAspect="1"/>
          </p:cNvPicPr>
          <p:nvPr/>
        </p:nvPicPr>
        <p:blipFill>
          <a:blip r:embed="rId2"/>
          <a:stretch>
            <a:fillRect/>
          </a:stretch>
        </p:blipFill>
        <p:spPr>
          <a:xfrm>
            <a:off x="3389498" y="1561432"/>
            <a:ext cx="2365004" cy="583719"/>
          </a:xfrm>
          <a:prstGeom prst="rect">
            <a:avLst/>
          </a:prstGeom>
        </p:spPr>
      </p:pic>
      <p:sp>
        <p:nvSpPr>
          <p:cNvPr id="11" name="Shape 7"/>
          <p:cNvSpPr/>
          <p:nvPr/>
        </p:nvSpPr>
        <p:spPr>
          <a:xfrm>
            <a:off x="2997636" y="2887654"/>
            <a:ext cx="3148728" cy="1251559"/>
          </a:xfrm>
          <a:custGeom>
            <a:avLst/>
            <a:gdLst/>
            <a:ahLst/>
            <a:cxnLst/>
            <a:rect l="l" t="t" r="r" b="b"/>
            <a:pathLst>
              <a:path w="3148728" h="1251559">
                <a:moveTo>
                  <a:pt x="56013" y="0"/>
                </a:moveTo>
                <a:lnTo>
                  <a:pt x="3092715" y="0"/>
                </a:lnTo>
                <a:cubicBezTo>
                  <a:pt x="3107572" y="0"/>
                  <a:pt x="3121818" y="5902"/>
                  <a:pt x="3132324" y="16406"/>
                </a:cubicBezTo>
                <a:cubicBezTo>
                  <a:pt x="3142828" y="26910"/>
                  <a:pt x="3148728" y="41158"/>
                  <a:pt x="3148728" y="56013"/>
                </a:cubicBezTo>
                <a:lnTo>
                  <a:pt x="3148728" y="1195545"/>
                </a:lnTo>
                <a:cubicBezTo>
                  <a:pt x="3148728" y="1210400"/>
                  <a:pt x="3142828" y="1224648"/>
                  <a:pt x="3132324" y="1235152"/>
                </a:cubicBezTo>
                <a:cubicBezTo>
                  <a:pt x="3121818" y="1245658"/>
                  <a:pt x="3107572" y="1251558"/>
                  <a:pt x="3092715" y="1251558"/>
                </a:cubicBezTo>
                <a:lnTo>
                  <a:pt x="56013" y="1251558"/>
                </a:lnTo>
                <a:cubicBezTo>
                  <a:pt x="41158" y="1251558"/>
                  <a:pt x="26910" y="1245658"/>
                  <a:pt x="16406" y="1235152"/>
                </a:cubicBezTo>
                <a:cubicBezTo>
                  <a:pt x="5902" y="1224648"/>
                  <a:pt x="0" y="1210400"/>
                  <a:pt x="0" y="1195545"/>
                </a:cubicBezTo>
                <a:lnTo>
                  <a:pt x="0" y="56013"/>
                </a:lnTo>
                <a:cubicBezTo>
                  <a:pt x="0" y="41158"/>
                  <a:pt x="5902" y="26910"/>
                  <a:pt x="16406" y="16406"/>
                </a:cubicBezTo>
                <a:cubicBezTo>
                  <a:pt x="26910" y="5902"/>
                  <a:pt x="41158" y="0"/>
                  <a:pt x="56013" y="0"/>
                </a:cubicBezTo>
                <a:close/>
              </a:path>
            </a:pathLst>
          </a:custGeom>
          <a:solidFill>
            <a:srgbClr val="F0F0F0"/>
          </a:solidFill>
          <a:ln/>
        </p:spPr>
      </p:sp>
      <p:sp>
        <p:nvSpPr>
          <p:cNvPr id="12" name="Text 8"/>
          <p:cNvSpPr/>
          <p:nvPr/>
        </p:nvSpPr>
        <p:spPr>
          <a:xfrm>
            <a:off x="2997636" y="2887654"/>
            <a:ext cx="3148728" cy="1251559"/>
          </a:xfrm>
          <a:prstGeom prst="rect">
            <a:avLst/>
          </a:prstGeom>
          <a:noFill/>
          <a:ln/>
        </p:spPr>
        <p:txBody>
          <a:bodyPr wrap="square" rtlCol="0" anchor="ctr"/>
          <a:lstStyle/>
          <a:p>
            <a:pPr algn="l" indent="0" marL="0">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13" name="Text 9"/>
          <p:cNvSpPr/>
          <p:nvPr/>
        </p:nvSpPr>
        <p:spPr>
          <a:xfrm>
            <a:off x="2997636" y="2851489"/>
            <a:ext cx="3148728" cy="1287724"/>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800" dirty="0">
                <a:solidFill>
                  <a:srgbClr val="000000"/>
                </a:solidFill>
                <a:latin typeface="Arial" pitchFamily="34" charset="0"/>
                <a:ea typeface="Arial" pitchFamily="34" charset="-122"/>
                <a:cs typeface="Arial" pitchFamily="34" charset="-120"/>
              </a:rPr>
              <a:t> </a:t>
            </a:r>
            <a:endParaRPr lang="en-US" sz="1050" dirty="0"/>
          </a:p>
        </p:txBody>
      </p:sp>
      <p:sp>
        <p:nvSpPr>
          <p:cNvPr id="14" name="Text 10"/>
          <p:cNvSpPr/>
          <p:nvPr/>
        </p:nvSpPr>
        <p:spPr>
          <a:xfrm>
            <a:off x="1433446" y="901719"/>
            <a:ext cx="6277109" cy="157163"/>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975" dirty="0">
                <a:solidFill>
                  <a:srgbClr val="191919"/>
                </a:solidFill>
                <a:latin typeface="IBM Plex Mono Medium" pitchFamily="34" charset="0"/>
                <a:ea typeface="IBM Plex Mono Medium" pitchFamily="34" charset="-122"/>
                <a:cs typeface="IBM Plex Mono Medium" pitchFamily="34" charset="-120"/>
              </a:rPr>
              <a:t>This presentation template is free for everyone to use thanks to the following:</a:t>
            </a:r>
            <a:endParaRPr lang="en-US" sz="1050" dirty="0"/>
          </a:p>
        </p:txBody>
      </p:sp>
      <p:sp>
        <p:nvSpPr>
          <p:cNvPr id="15" name="Text 11"/>
          <p:cNvSpPr/>
          <p:nvPr/>
        </p:nvSpPr>
        <p:spPr>
          <a:xfrm>
            <a:off x="2379025" y="4445897"/>
            <a:ext cx="4385949" cy="301300"/>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1575" dirty="0">
                <a:solidFill>
                  <a:srgbClr val="000000"/>
                </a:solidFill>
                <a:latin typeface="Inter" pitchFamily="34" charset="0"/>
                <a:ea typeface="Inter" pitchFamily="34" charset="-122"/>
                <a:cs typeface="Inter" pitchFamily="34" charset="-120"/>
              </a:rPr>
              <a:t>HAPPY DESIGNING!</a:t>
            </a:r>
            <a:endParaRPr lang="en-US" sz="1050" dirty="0"/>
          </a:p>
        </p:txBody>
      </p:sp>
      <p:sp>
        <p:nvSpPr>
          <p:cNvPr id="16" name="Text 12"/>
          <p:cNvSpPr/>
          <p:nvPr/>
        </p:nvSpPr>
        <p:spPr>
          <a:xfrm>
            <a:off x="2105002" y="2269526"/>
            <a:ext cx="4933995" cy="154622"/>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975" dirty="0">
                <a:solidFill>
                  <a:srgbClr val="000000"/>
                </a:solidFill>
                <a:latin typeface="Arial" pitchFamily="34" charset="0"/>
                <a:ea typeface="Arial" pitchFamily="34" charset="-122"/>
                <a:cs typeface="Arial" pitchFamily="34" charset="-120"/>
              </a:rPr>
              <a:t>for the presentation template</a:t>
            </a:r>
            <a:endParaRPr lang="en-US" sz="1050" dirty="0"/>
          </a:p>
        </p:txBody>
      </p:sp>
      <p:sp>
        <p:nvSpPr>
          <p:cNvPr id="17" name="Text 13"/>
          <p:cNvSpPr/>
          <p:nvPr/>
        </p:nvSpPr>
        <p:spPr>
          <a:xfrm>
            <a:off x="2105002" y="3621780"/>
            <a:ext cx="4933995" cy="154622"/>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975" dirty="0">
                <a:solidFill>
                  <a:srgbClr val="000000"/>
                </a:solidFill>
                <a:latin typeface="Arial" pitchFamily="34" charset="0"/>
                <a:ea typeface="Arial" pitchFamily="34" charset="-122"/>
                <a:cs typeface="Arial" pitchFamily="34" charset="-120"/>
              </a:rPr>
              <a:t>for the photos</a:t>
            </a:r>
            <a:endParaRPr lang="en-US" sz="1050" dirty="0"/>
          </a:p>
        </p:txBody>
      </p:sp>
      <p:sp>
        <p:nvSpPr>
          <p:cNvPr id="18" name="Text 14"/>
          <p:cNvSpPr/>
          <p:nvPr/>
        </p:nvSpPr>
        <p:spPr>
          <a:xfrm>
            <a:off x="2734987" y="402407"/>
            <a:ext cx="3674027" cy="481648"/>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3975" dirty="0">
                <a:solidFill>
                  <a:srgbClr val="191919"/>
                </a:solidFill>
                <a:latin typeface="Inter" pitchFamily="34" charset="0"/>
                <a:ea typeface="Inter" pitchFamily="34" charset="-122"/>
                <a:cs typeface="Inter" pitchFamily="34" charset="-120"/>
              </a:rPr>
              <a:t>Credits</a:t>
            </a:r>
            <a:endParaRPr lang="en-US" sz="1050" dirty="0"/>
          </a:p>
        </p:txBody>
      </p:sp>
      <p:sp>
        <p:nvSpPr>
          <p:cNvPr id="19" name="Text 15"/>
          <p:cNvSpPr/>
          <p:nvPr/>
        </p:nvSpPr>
        <p:spPr>
          <a:xfrm>
            <a:off x="3055013" y="3255546"/>
            <a:ext cx="3033973" cy="309084"/>
          </a:xfrm>
          <a:prstGeom prst="rect">
            <a:avLst/>
          </a:prstGeom>
          <a:noFill/>
          <a:ln/>
        </p:spPr>
        <p:txBody>
          <a:bodyPr wrap="square" lIns="95250" tIns="95250" rIns="95250" bIns="95250" rtlCol="0" anchor="t">
            <a:spAutoFit/>
          </a:bodyPr>
          <a:lstStyle/>
          <a:p>
            <a:pPr algn="ctr" indent="0" marL="0">
              <a:lnSpc>
                <a:spcPct val="80000"/>
              </a:lnSpc>
              <a:spcBef>
                <a:spcPts val="375"/>
              </a:spcBef>
              <a:buNone/>
            </a:pPr>
            <a:r>
              <a:rPr lang="en-US" sz="2400" dirty="0">
                <a:solidFill>
                  <a:srgbClr val="0F1A38"/>
                </a:solidFill>
                <a:latin typeface="Arial" pitchFamily="34" charset="0"/>
                <a:ea typeface="Arial" pitchFamily="34" charset="-122"/>
                <a:cs typeface="Arial" pitchFamily="34" charset="-120"/>
              </a:rPr>
              <a:t>Pexels, Pixabay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2025-09-30T06:37:17Z</dcterms:created>
  <dcterms:modified xsi:type="dcterms:W3CDTF">2025-09-30T06:37:17Z</dcterms:modified>
</cp:coreProperties>
</file>