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1" d="100"/>
          <a:sy n="101" d="100"/>
        </p:scale>
        <p:origin x="28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1395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6645">
            <a:solidFill>
              <a:srgbClr val="FFFFFF"/>
            </a:solidFill>
            <a:prstDash val="solid"/>
          </a:ln>
        </p:spPr>
      </p:sp>
      <p:sp>
        <p:nvSpPr>
          <p:cNvPr id="3" name="Text 1"/>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 name="Text 2"/>
          <p:cNvSpPr/>
          <p:nvPr/>
        </p:nvSpPr>
        <p:spPr>
          <a:xfrm>
            <a:off x="3146108" y="617220"/>
            <a:ext cx="5778341" cy="3588068"/>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5963" dirty="0">
                <a:solidFill>
                  <a:srgbClr val="FFFFFF"/>
                </a:solidFill>
                <a:latin typeface="Grandview Display" pitchFamily="34" charset="0"/>
                <a:ea typeface="Grandview Display" pitchFamily="34" charset="-122"/>
                <a:cs typeface="Grandview Display" pitchFamily="34" charset="-120"/>
              </a:rPr>
              <a:t>Mirzo Ulug‘bek</a:t>
            </a:r>
            <a:endParaRPr lang="en-US" sz="788" dirty="0"/>
          </a:p>
        </p:txBody>
      </p:sp>
      <p:sp>
        <p:nvSpPr>
          <p:cNvPr id="5" name="Text 3"/>
          <p:cNvSpPr/>
          <p:nvPr/>
        </p:nvSpPr>
        <p:spPr>
          <a:xfrm>
            <a:off x="3146108" y="4310062"/>
            <a:ext cx="5794058" cy="631984"/>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2700" dirty="0">
                <a:solidFill>
                  <a:srgbClr val="FFFFFF"/>
                </a:solidFill>
                <a:latin typeface="Grandview Display" pitchFamily="34" charset="0"/>
                <a:ea typeface="Grandview Display" pitchFamily="34" charset="-122"/>
                <a:cs typeface="Grandview Display" pitchFamily="34" charset="-120"/>
              </a:rPr>
              <a:t>Azizjon Aliqulov</a:t>
            </a:r>
            <a:endParaRPr lang="en-US" sz="788"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4288">
            <a:solidFill>
              <a:srgbClr val="FFFFFF"/>
            </a:solidFill>
            <a:prstDash val="solid"/>
          </a:ln>
        </p:spPr>
      </p:sp>
      <p:sp>
        <p:nvSpPr>
          <p:cNvPr id="3" name="Text 1"/>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 name="Text 2"/>
          <p:cNvSpPr/>
          <p:nvPr/>
        </p:nvSpPr>
        <p:spPr>
          <a:xfrm>
            <a:off x="2276475" y="349091"/>
            <a:ext cx="6634163" cy="1606867"/>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3713" dirty="0">
                <a:solidFill>
                  <a:srgbClr val="FFFFFF"/>
                </a:solidFill>
                <a:latin typeface="Grandview Display" pitchFamily="34" charset="0"/>
                <a:ea typeface="Grandview Display" pitchFamily="34" charset="-122"/>
                <a:cs typeface="Grandview Display" pitchFamily="34" charset="-120"/>
              </a:rPr>
              <a:t>Mundarija</a:t>
            </a:r>
            <a:endParaRPr lang="en-US" sz="788" dirty="0"/>
          </a:p>
        </p:txBody>
      </p:sp>
      <p:sp>
        <p:nvSpPr>
          <p:cNvPr id="5" name="Text 3"/>
          <p:cNvSpPr/>
          <p:nvPr/>
        </p:nvSpPr>
        <p:spPr>
          <a:xfrm>
            <a:off x="2276951" y="1962150"/>
            <a:ext cx="6632257" cy="1254960"/>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800" dirty="0">
                <a:solidFill>
                  <a:schemeClr val="bg1"/>
                </a:solidFill>
                <a:latin typeface="Grandview Display" pitchFamily="34" charset="0"/>
                <a:ea typeface="Grandview Display" pitchFamily="34" charset="-122"/>
                <a:cs typeface="Grandview Display" pitchFamily="34" charset="-120"/>
              </a:rPr>
              <a:t>Ulug‘bekning hayoti </a:t>
            </a:r>
            <a:r>
              <a:rPr lang="en-US" sz="1800" dirty="0" err="1">
                <a:solidFill>
                  <a:schemeClr val="bg1"/>
                </a:solidFill>
                <a:latin typeface="Grandview Display" pitchFamily="34" charset="0"/>
                <a:ea typeface="Grandview Display" pitchFamily="34" charset="-122"/>
                <a:cs typeface="Grandview Display" pitchFamily="34" charset="-120"/>
              </a:rPr>
              <a:t>va</a:t>
            </a:r>
            <a:r>
              <a:rPr lang="en-US" sz="1800" dirty="0">
                <a:solidFill>
                  <a:schemeClr val="bg1"/>
                </a:solidFill>
                <a:latin typeface="Grandview Display" pitchFamily="34" charset="0"/>
                <a:ea typeface="Grandview Display" pitchFamily="34" charset="-122"/>
                <a:cs typeface="Grandview Display" pitchFamily="34" charset="-120"/>
              </a:rPr>
              <a:t> </a:t>
            </a:r>
            <a:r>
              <a:rPr lang="en-US" sz="1800" dirty="0" err="1">
                <a:solidFill>
                  <a:schemeClr val="bg1"/>
                </a:solidFill>
                <a:latin typeface="Grandview Display" pitchFamily="34" charset="0"/>
                <a:ea typeface="Grandview Display" pitchFamily="34" charset="-122"/>
                <a:cs typeface="Grandview Display" pitchFamily="34" charset="-120"/>
              </a:rPr>
              <a:t>faoliyati</a:t>
            </a:r>
            <a:br>
              <a:rPr lang="en-US" sz="1800" dirty="0">
                <a:solidFill>
                  <a:schemeClr val="bg1"/>
                </a:solidFill>
                <a:latin typeface="Grandview Display" pitchFamily="34" charset="0"/>
                <a:ea typeface="Grandview Display" pitchFamily="34" charset="-122"/>
                <a:cs typeface="Grandview Display" pitchFamily="34" charset="-120"/>
              </a:rPr>
            </a:br>
            <a:r>
              <a:rPr lang="en-US" sz="1800" dirty="0" err="1">
                <a:solidFill>
                  <a:schemeClr val="bg1"/>
                </a:solidFill>
                <a:latin typeface="Grandview Display" pitchFamily="34" charset="0"/>
                <a:ea typeface="Grandview Display" pitchFamily="34" charset="-122"/>
                <a:cs typeface="Grandview Display" pitchFamily="34" charset="-120"/>
              </a:rPr>
              <a:t>Ulug‘bekning</a:t>
            </a:r>
            <a:r>
              <a:rPr lang="en-US" sz="1800" dirty="0">
                <a:solidFill>
                  <a:schemeClr val="bg1"/>
                </a:solidFill>
                <a:latin typeface="Grandview Display" pitchFamily="34" charset="0"/>
                <a:ea typeface="Grandview Display" pitchFamily="34" charset="-122"/>
                <a:cs typeface="Grandview Display" pitchFamily="34" charset="-120"/>
              </a:rPr>
              <a:t> </a:t>
            </a:r>
            <a:r>
              <a:rPr lang="en-US" sz="1800" dirty="0" err="1">
                <a:solidFill>
                  <a:schemeClr val="bg1"/>
                </a:solidFill>
                <a:latin typeface="Grandview Display" pitchFamily="34" charset="0"/>
                <a:ea typeface="Grandview Display" pitchFamily="34" charset="-122"/>
                <a:cs typeface="Grandview Display" pitchFamily="34" charset="-120"/>
              </a:rPr>
              <a:t>ilmiy</a:t>
            </a:r>
            <a:r>
              <a:rPr lang="en-US" sz="1800" dirty="0">
                <a:solidFill>
                  <a:schemeClr val="bg1"/>
                </a:solidFill>
                <a:latin typeface="Grandview Display" pitchFamily="34" charset="0"/>
                <a:ea typeface="Grandview Display" pitchFamily="34" charset="-122"/>
                <a:cs typeface="Grandview Display" pitchFamily="34" charset="-120"/>
              </a:rPr>
              <a:t> </a:t>
            </a:r>
            <a:r>
              <a:rPr lang="en-US" sz="1800" dirty="0" err="1">
                <a:solidFill>
                  <a:schemeClr val="bg1"/>
                </a:solidFill>
                <a:latin typeface="Grandview Display" pitchFamily="34" charset="0"/>
                <a:ea typeface="Grandview Display" pitchFamily="34" charset="-122"/>
                <a:cs typeface="Grandview Display" pitchFamily="34" charset="-120"/>
              </a:rPr>
              <a:t>merosi</a:t>
            </a:r>
            <a:br>
              <a:rPr lang="en-US" sz="1800" dirty="0">
                <a:solidFill>
                  <a:schemeClr val="bg1"/>
                </a:solidFill>
                <a:latin typeface="Grandview Display" pitchFamily="34" charset="0"/>
                <a:ea typeface="Grandview Display" pitchFamily="34" charset="-122"/>
                <a:cs typeface="Grandview Display" pitchFamily="34" charset="-120"/>
              </a:rPr>
            </a:br>
            <a:r>
              <a:rPr lang="en-US" sz="1800" dirty="0">
                <a:solidFill>
                  <a:schemeClr val="bg1"/>
                </a:solidFill>
                <a:latin typeface="Grandview Display" pitchFamily="34" charset="0"/>
                <a:ea typeface="Grandview Display" pitchFamily="34" charset="-122"/>
                <a:cs typeface="Grandview Display" pitchFamily="34" charset="-120"/>
              </a:rPr>
              <a:t>Samarqand </a:t>
            </a:r>
            <a:r>
              <a:rPr lang="en-US" sz="1800" dirty="0" err="1">
                <a:solidFill>
                  <a:schemeClr val="bg1"/>
                </a:solidFill>
                <a:latin typeface="Grandview Display" pitchFamily="34" charset="0"/>
                <a:ea typeface="Grandview Display" pitchFamily="34" charset="-122"/>
                <a:cs typeface="Grandview Display" pitchFamily="34" charset="-120"/>
              </a:rPr>
              <a:t>rasadxonasi</a:t>
            </a:r>
            <a:br>
              <a:rPr lang="en-US" sz="1800" dirty="0">
                <a:solidFill>
                  <a:schemeClr val="bg1"/>
                </a:solidFill>
                <a:latin typeface="Grandview Display" pitchFamily="34" charset="0"/>
                <a:ea typeface="Grandview Display" pitchFamily="34" charset="-122"/>
                <a:cs typeface="Grandview Display" pitchFamily="34" charset="-120"/>
              </a:rPr>
            </a:br>
            <a:r>
              <a:rPr lang="en-US" sz="1800" dirty="0" err="1">
                <a:solidFill>
                  <a:schemeClr val="bg1"/>
                </a:solidFill>
                <a:latin typeface="Grandview Display" pitchFamily="34" charset="0"/>
                <a:ea typeface="Grandview Display" pitchFamily="34" charset="-122"/>
                <a:cs typeface="Grandview Display" pitchFamily="34" charset="-120"/>
              </a:rPr>
              <a:t>Ulug‘bekning</a:t>
            </a:r>
            <a:r>
              <a:rPr lang="en-US" sz="1800" dirty="0">
                <a:solidFill>
                  <a:schemeClr val="bg1"/>
                </a:solidFill>
                <a:latin typeface="Grandview Display" pitchFamily="34" charset="0"/>
                <a:ea typeface="Grandview Display" pitchFamily="34" charset="-122"/>
                <a:cs typeface="Grandview Display" pitchFamily="34" charset="-120"/>
              </a:rPr>
              <a:t> ta’limga </a:t>
            </a:r>
            <a:r>
              <a:rPr lang="en-US" sz="1800" dirty="0" err="1">
                <a:solidFill>
                  <a:schemeClr val="bg1"/>
                </a:solidFill>
                <a:latin typeface="Grandview Display" pitchFamily="34" charset="0"/>
                <a:ea typeface="Grandview Display" pitchFamily="34" charset="-122"/>
                <a:cs typeface="Grandview Display" pitchFamily="34" charset="-120"/>
              </a:rPr>
              <a:t>qo‘shgan</a:t>
            </a:r>
            <a:r>
              <a:rPr lang="en-US" sz="1800" dirty="0">
                <a:solidFill>
                  <a:schemeClr val="bg1"/>
                </a:solidFill>
                <a:latin typeface="Grandview Display" pitchFamily="34" charset="0"/>
                <a:ea typeface="Grandview Display" pitchFamily="34" charset="-122"/>
                <a:cs typeface="Grandview Display" pitchFamily="34" charset="-120"/>
              </a:rPr>
              <a:t> </a:t>
            </a:r>
            <a:r>
              <a:rPr lang="en-US" sz="1800" dirty="0" err="1">
                <a:solidFill>
                  <a:schemeClr val="bg1"/>
                </a:solidFill>
                <a:latin typeface="Grandview Display" pitchFamily="34" charset="0"/>
                <a:ea typeface="Grandview Display" pitchFamily="34" charset="-122"/>
                <a:cs typeface="Grandview Display" pitchFamily="34" charset="-120"/>
              </a:rPr>
              <a:t>hissasi</a:t>
            </a:r>
            <a:br>
              <a:rPr lang="en-US" sz="1800">
                <a:solidFill>
                  <a:schemeClr val="bg1"/>
                </a:solidFill>
                <a:latin typeface="Grandview Display" pitchFamily="34" charset="0"/>
                <a:ea typeface="Grandview Display" pitchFamily="34" charset="-122"/>
                <a:cs typeface="Grandview Display" pitchFamily="34" charset="-120"/>
              </a:rPr>
            </a:br>
            <a:r>
              <a:rPr lang="en-US" sz="1800">
                <a:solidFill>
                  <a:schemeClr val="bg1"/>
                </a:solidFill>
                <a:latin typeface="Grandview Display" pitchFamily="34" charset="0"/>
                <a:ea typeface="Grandview Display" pitchFamily="34" charset="-122"/>
                <a:cs typeface="Grandview Display" pitchFamily="34" charset="-120"/>
              </a:rPr>
              <a:t>Ulug</a:t>
            </a:r>
            <a:r>
              <a:rPr lang="en-US" sz="1800" dirty="0">
                <a:solidFill>
                  <a:schemeClr val="bg1"/>
                </a:solidFill>
                <a:latin typeface="Grandview Display" pitchFamily="34" charset="0"/>
                <a:ea typeface="Grandview Display" pitchFamily="34" charset="-122"/>
                <a:cs typeface="Grandview Display" pitchFamily="34" charset="-120"/>
              </a:rPr>
              <a:t>‘bek merosi va ta’siri</a:t>
            </a:r>
            <a:endParaRPr lang="en-US" sz="788"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4288">
            <a:solidFill>
              <a:srgbClr val="FFFFFF"/>
            </a:solidFill>
            <a:prstDash val="solid"/>
          </a:ln>
        </p:spPr>
      </p:sp>
      <p:sp>
        <p:nvSpPr>
          <p:cNvPr id="3" name="Text 1"/>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 name="Text 2"/>
          <p:cNvSpPr/>
          <p:nvPr/>
        </p:nvSpPr>
        <p:spPr>
          <a:xfrm>
            <a:off x="2092642" y="1145156"/>
            <a:ext cx="6843582" cy="3483994"/>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5963" dirty="0">
                <a:solidFill>
                  <a:srgbClr val="000000"/>
                </a:solidFill>
                <a:latin typeface="Grandview Display" pitchFamily="34" charset="0"/>
                <a:ea typeface="Grandview Display" pitchFamily="34" charset="-122"/>
                <a:cs typeface="Grandview Display" pitchFamily="34" charset="-120"/>
              </a:rPr>
              <a:t>Mirzo Ulug‘bekning hayoti</a:t>
            </a:r>
            <a:endParaRPr lang="en-US" sz="788" dirty="0"/>
          </a:p>
        </p:txBody>
      </p:sp>
      <p:sp>
        <p:nvSpPr>
          <p:cNvPr id="5" name="Text 3"/>
          <p:cNvSpPr/>
          <p:nvPr/>
        </p:nvSpPr>
        <p:spPr>
          <a:xfrm>
            <a:off x="2092643" y="374072"/>
            <a:ext cx="6843580" cy="717823"/>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2700" dirty="0">
                <a:solidFill>
                  <a:srgbClr val="FFFFFF"/>
                </a:solidFill>
                <a:latin typeface="Grandview Display" pitchFamily="34" charset="0"/>
                <a:ea typeface="Grandview Display" pitchFamily="34" charset="-122"/>
                <a:cs typeface="Grandview Display" pitchFamily="34" charset="-120"/>
              </a:rPr>
              <a:t>Tarixiy shaxs va buyuk olim</a:t>
            </a:r>
            <a:endParaRPr lang="en-US" sz="788"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572000" y="1909689"/>
            <a:ext cx="0" cy="2437228"/>
          </a:xfrm>
          <a:custGeom>
            <a:avLst/>
            <a:gdLst/>
            <a:ahLst/>
            <a:cxnLst/>
            <a:rect l="l" t="t" r="r" b="b"/>
            <a:pathLst>
              <a:path h="2437228">
                <a:moveTo>
                  <a:pt x="0" y="0"/>
                </a:moveTo>
                <a:lnTo>
                  <a:pt x="0" y="2437228"/>
                </a:lnTo>
              </a:path>
            </a:pathLst>
          </a:custGeom>
          <a:noFill/>
          <a:ln w="14288">
            <a:solidFill>
              <a:srgbClr val="F1B762"/>
            </a:solidFill>
            <a:prstDash val="solid"/>
            <a:headEnd type="none"/>
            <a:tailEnd type="none"/>
          </a:ln>
        </p:spPr>
      </p:sp>
      <p:sp>
        <p:nvSpPr>
          <p:cNvPr id="3" name="Shape 1"/>
          <p:cNvSpPr/>
          <p:nvPr/>
        </p:nvSpPr>
        <p:spPr>
          <a:xfrm flipH="1">
            <a:off x="8521623" y="665618"/>
            <a:ext cx="82374" cy="93134"/>
          </a:xfrm>
          <a:custGeom>
            <a:avLst/>
            <a:gdLst/>
            <a:ahLst/>
            <a:cxnLst/>
            <a:rect l="l" t="t" r="r" b="b"/>
            <a:pathLst>
              <a:path w="82374" h="93134">
                <a:moveTo>
                  <a:pt x="79293" y="26679"/>
                </a:moveTo>
                <a:cubicBezTo>
                  <a:pt x="80216" y="17449"/>
                  <a:pt x="70986" y="10989"/>
                  <a:pt x="62679" y="7297"/>
                </a:cubicBezTo>
                <a:cubicBezTo>
                  <a:pt x="53449" y="2682"/>
                  <a:pt x="43297" y="-1933"/>
                  <a:pt x="34067" y="836"/>
                </a:cubicBezTo>
                <a:cubicBezTo>
                  <a:pt x="26684" y="2682"/>
                  <a:pt x="21146" y="9143"/>
                  <a:pt x="15608" y="15603"/>
                </a:cubicBezTo>
                <a:cubicBezTo>
                  <a:pt x="9147" y="23910"/>
                  <a:pt x="2686" y="34063"/>
                  <a:pt x="840" y="44216"/>
                </a:cubicBezTo>
                <a:cubicBezTo>
                  <a:pt x="-1006" y="54369"/>
                  <a:pt x="-83" y="66367"/>
                  <a:pt x="6378" y="74674"/>
                </a:cubicBezTo>
                <a:cubicBezTo>
                  <a:pt x="10993" y="80212"/>
                  <a:pt x="17454" y="83904"/>
                  <a:pt x="23915" y="86673"/>
                </a:cubicBezTo>
                <a:cubicBezTo>
                  <a:pt x="31298" y="90365"/>
                  <a:pt x="38682" y="94057"/>
                  <a:pt x="46066" y="93134"/>
                </a:cubicBezTo>
                <a:cubicBezTo>
                  <a:pt x="51604" y="93134"/>
                  <a:pt x="56218" y="90365"/>
                  <a:pt x="59910" y="87596"/>
                </a:cubicBezTo>
                <a:cubicBezTo>
                  <a:pt x="79293" y="75597"/>
                  <a:pt x="87600" y="48831"/>
                  <a:pt x="79293" y="26679"/>
                </a:cubicBezTo>
              </a:path>
            </a:pathLst>
          </a:custGeom>
          <a:solidFill>
            <a:srgbClr val="E99315">
              <a:alpha val="70196"/>
            </a:srgbClr>
          </a:solidFill>
          <a:ln/>
        </p:spPr>
      </p:sp>
      <p:sp>
        <p:nvSpPr>
          <p:cNvPr id="4" name="Text 2"/>
          <p:cNvSpPr/>
          <p:nvPr/>
        </p:nvSpPr>
        <p:spPr>
          <a:xfrm>
            <a:off x="8521623" y="665618"/>
            <a:ext cx="82374" cy="93134"/>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5" name="Shape 3"/>
          <p:cNvSpPr/>
          <p:nvPr/>
        </p:nvSpPr>
        <p:spPr>
          <a:xfrm flipH="1">
            <a:off x="8689153" y="891805"/>
            <a:ext cx="83648" cy="89130"/>
          </a:xfrm>
          <a:custGeom>
            <a:avLst/>
            <a:gdLst/>
            <a:ahLst/>
            <a:cxnLst/>
            <a:rect l="l" t="t" r="r" b="b"/>
            <a:pathLst>
              <a:path w="83648" h="89130">
                <a:moveTo>
                  <a:pt x="65642" y="10800"/>
                </a:moveTo>
                <a:cubicBezTo>
                  <a:pt x="54037" y="4031"/>
                  <a:pt x="39532" y="-2738"/>
                  <a:pt x="26960" y="1130"/>
                </a:cubicBezTo>
                <a:cubicBezTo>
                  <a:pt x="21158" y="3064"/>
                  <a:pt x="15356" y="7899"/>
                  <a:pt x="11488" y="12734"/>
                </a:cubicBezTo>
                <a:cubicBezTo>
                  <a:pt x="-2051" y="30141"/>
                  <a:pt x="-3985" y="55283"/>
                  <a:pt x="7620" y="73657"/>
                </a:cubicBezTo>
                <a:cubicBezTo>
                  <a:pt x="20191" y="92031"/>
                  <a:pt x="46301" y="98800"/>
                  <a:pt x="65642" y="89130"/>
                </a:cubicBezTo>
                <a:cubicBezTo>
                  <a:pt x="96587" y="72690"/>
                  <a:pt x="93685" y="27240"/>
                  <a:pt x="65642" y="10800"/>
                </a:cubicBezTo>
                <a:lnTo>
                  <a:pt x="65642" y="10800"/>
                </a:lnTo>
                <a:close/>
              </a:path>
            </a:pathLst>
          </a:custGeom>
          <a:solidFill>
            <a:srgbClr val="E99315">
              <a:alpha val="70196"/>
            </a:srgbClr>
          </a:solidFill>
          <a:ln/>
        </p:spPr>
      </p:sp>
      <p:sp>
        <p:nvSpPr>
          <p:cNvPr id="6" name="Text 4"/>
          <p:cNvSpPr/>
          <p:nvPr/>
        </p:nvSpPr>
        <p:spPr>
          <a:xfrm>
            <a:off x="8689153" y="891805"/>
            <a:ext cx="83648" cy="89130"/>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7" name="Shape 5"/>
          <p:cNvSpPr/>
          <p:nvPr/>
        </p:nvSpPr>
        <p:spPr>
          <a:xfrm flipH="1">
            <a:off x="8505679" y="806303"/>
            <a:ext cx="85337" cy="95169"/>
          </a:xfrm>
          <a:custGeom>
            <a:avLst/>
            <a:gdLst/>
            <a:ahLst/>
            <a:cxnLst/>
            <a:rect l="l" t="t" r="r" b="b"/>
            <a:pathLst>
              <a:path w="85337" h="95169">
                <a:moveTo>
                  <a:pt x="82572" y="60044"/>
                </a:moveTo>
                <a:cubicBezTo>
                  <a:pt x="86258" y="39770"/>
                  <a:pt x="77964" y="17653"/>
                  <a:pt x="61376" y="6594"/>
                </a:cubicBezTo>
                <a:cubicBezTo>
                  <a:pt x="55847" y="2908"/>
                  <a:pt x="48474" y="-778"/>
                  <a:pt x="41102" y="143"/>
                </a:cubicBezTo>
                <a:cubicBezTo>
                  <a:pt x="30964" y="1065"/>
                  <a:pt x="22670" y="7516"/>
                  <a:pt x="16219" y="14888"/>
                </a:cubicBezTo>
                <a:cubicBezTo>
                  <a:pt x="8847" y="24104"/>
                  <a:pt x="2396" y="35163"/>
                  <a:pt x="553" y="46221"/>
                </a:cubicBezTo>
                <a:cubicBezTo>
                  <a:pt x="-1290" y="58201"/>
                  <a:pt x="1474" y="70182"/>
                  <a:pt x="8847" y="80319"/>
                </a:cubicBezTo>
                <a:cubicBezTo>
                  <a:pt x="18984" y="94142"/>
                  <a:pt x="39258" y="98750"/>
                  <a:pt x="54925" y="92299"/>
                </a:cubicBezTo>
                <a:cubicBezTo>
                  <a:pt x="70592" y="85848"/>
                  <a:pt x="82572" y="71104"/>
                  <a:pt x="85337" y="53594"/>
                </a:cubicBezTo>
              </a:path>
            </a:pathLst>
          </a:custGeom>
          <a:solidFill>
            <a:srgbClr val="E99315">
              <a:alpha val="70196"/>
            </a:srgbClr>
          </a:solidFill>
          <a:ln/>
        </p:spPr>
      </p:sp>
      <p:sp>
        <p:nvSpPr>
          <p:cNvPr id="8" name="Text 6"/>
          <p:cNvSpPr/>
          <p:nvPr/>
        </p:nvSpPr>
        <p:spPr>
          <a:xfrm>
            <a:off x="8505679" y="806303"/>
            <a:ext cx="85337" cy="95169"/>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9" name="Shape 7"/>
          <p:cNvSpPr/>
          <p:nvPr/>
        </p:nvSpPr>
        <p:spPr>
          <a:xfrm flipH="1">
            <a:off x="8228958" y="603731"/>
            <a:ext cx="83499" cy="94943"/>
          </a:xfrm>
          <a:custGeom>
            <a:avLst/>
            <a:gdLst/>
            <a:ahLst/>
            <a:cxnLst/>
            <a:rect l="l" t="t" r="r" b="b"/>
            <a:pathLst>
              <a:path w="83499" h="94943">
                <a:moveTo>
                  <a:pt x="44315" y="94943"/>
                </a:moveTo>
                <a:cubicBezTo>
                  <a:pt x="36019" y="94022"/>
                  <a:pt x="28645" y="90335"/>
                  <a:pt x="23114" y="85726"/>
                </a:cubicBezTo>
                <a:cubicBezTo>
                  <a:pt x="10209" y="75586"/>
                  <a:pt x="991" y="60838"/>
                  <a:pt x="70" y="45168"/>
                </a:cubicBezTo>
                <a:cubicBezTo>
                  <a:pt x="-852" y="28575"/>
                  <a:pt x="7444" y="11983"/>
                  <a:pt x="22192" y="4609"/>
                </a:cubicBezTo>
                <a:cubicBezTo>
                  <a:pt x="29567" y="922"/>
                  <a:pt x="37863" y="0"/>
                  <a:pt x="46159" y="0"/>
                </a:cubicBezTo>
                <a:cubicBezTo>
                  <a:pt x="59063" y="0"/>
                  <a:pt x="72890" y="4609"/>
                  <a:pt x="79343" y="15670"/>
                </a:cubicBezTo>
                <a:cubicBezTo>
                  <a:pt x="85795" y="25810"/>
                  <a:pt x="83952" y="39637"/>
                  <a:pt x="79343" y="51620"/>
                </a:cubicBezTo>
                <a:cubicBezTo>
                  <a:pt x="71968" y="68212"/>
                  <a:pt x="67359" y="95865"/>
                  <a:pt x="44315" y="94943"/>
                </a:cubicBezTo>
                <a:lnTo>
                  <a:pt x="44315" y="94943"/>
                </a:lnTo>
                <a:close/>
              </a:path>
            </a:pathLst>
          </a:custGeom>
          <a:solidFill>
            <a:srgbClr val="E99315">
              <a:alpha val="70196"/>
            </a:srgbClr>
          </a:solidFill>
          <a:ln/>
        </p:spPr>
      </p:sp>
      <p:sp>
        <p:nvSpPr>
          <p:cNvPr id="10" name="Text 8"/>
          <p:cNvSpPr/>
          <p:nvPr/>
        </p:nvSpPr>
        <p:spPr>
          <a:xfrm>
            <a:off x="8228958" y="603731"/>
            <a:ext cx="83499" cy="9494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11" name="Shape 9"/>
          <p:cNvSpPr/>
          <p:nvPr/>
        </p:nvSpPr>
        <p:spPr>
          <a:xfrm flipH="1">
            <a:off x="8055827" y="705619"/>
            <a:ext cx="90382" cy="91263"/>
          </a:xfrm>
          <a:custGeom>
            <a:avLst/>
            <a:gdLst/>
            <a:ahLst/>
            <a:cxnLst/>
            <a:rect l="l" t="t" r="r" b="b"/>
            <a:pathLst>
              <a:path w="90382" h="91263">
                <a:moveTo>
                  <a:pt x="72658" y="91263"/>
                </a:moveTo>
                <a:cubicBezTo>
                  <a:pt x="67114" y="92187"/>
                  <a:pt x="61570" y="90339"/>
                  <a:pt x="56026" y="87567"/>
                </a:cubicBezTo>
                <a:cubicBezTo>
                  <a:pt x="45862" y="83871"/>
                  <a:pt x="35698" y="78327"/>
                  <a:pt x="27382" y="71859"/>
                </a:cubicBezTo>
                <a:cubicBezTo>
                  <a:pt x="17218" y="64467"/>
                  <a:pt x="7054" y="55227"/>
                  <a:pt x="2434" y="43215"/>
                </a:cubicBezTo>
                <a:cubicBezTo>
                  <a:pt x="-2186" y="31204"/>
                  <a:pt x="-338" y="16420"/>
                  <a:pt x="8902" y="7180"/>
                </a:cubicBezTo>
                <a:cubicBezTo>
                  <a:pt x="21838" y="-3908"/>
                  <a:pt x="41242" y="-212"/>
                  <a:pt x="56950" y="5332"/>
                </a:cubicBezTo>
                <a:cubicBezTo>
                  <a:pt x="68038" y="9952"/>
                  <a:pt x="79126" y="15496"/>
                  <a:pt x="85593" y="25660"/>
                </a:cubicBezTo>
                <a:cubicBezTo>
                  <a:pt x="92985" y="40443"/>
                  <a:pt x="94833" y="88491"/>
                  <a:pt x="72658" y="91263"/>
                </a:cubicBezTo>
                <a:close/>
              </a:path>
            </a:pathLst>
          </a:custGeom>
          <a:solidFill>
            <a:srgbClr val="E99315">
              <a:alpha val="70196"/>
            </a:srgbClr>
          </a:solidFill>
          <a:ln/>
        </p:spPr>
      </p:sp>
      <p:sp>
        <p:nvSpPr>
          <p:cNvPr id="12" name="Text 10"/>
          <p:cNvSpPr/>
          <p:nvPr/>
        </p:nvSpPr>
        <p:spPr>
          <a:xfrm>
            <a:off x="8055827" y="705619"/>
            <a:ext cx="90382" cy="9126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13" name="Shape 11"/>
          <p:cNvSpPr/>
          <p:nvPr/>
        </p:nvSpPr>
        <p:spPr>
          <a:xfrm flipH="1">
            <a:off x="8200575" y="706011"/>
            <a:ext cx="39524" cy="43613"/>
          </a:xfrm>
          <a:custGeom>
            <a:avLst/>
            <a:gdLst/>
            <a:ahLst/>
            <a:cxnLst/>
            <a:rect l="l" t="t" r="r" b="b"/>
            <a:pathLst>
              <a:path w="39524" h="43613">
                <a:moveTo>
                  <a:pt x="38122" y="18694"/>
                </a:moveTo>
                <a:cubicBezTo>
                  <a:pt x="39045" y="7620"/>
                  <a:pt x="27047" y="-1609"/>
                  <a:pt x="16895" y="237"/>
                </a:cubicBezTo>
                <a:cubicBezTo>
                  <a:pt x="5820" y="2082"/>
                  <a:pt x="-1563" y="14080"/>
                  <a:pt x="283" y="25155"/>
                </a:cubicBezTo>
                <a:cubicBezTo>
                  <a:pt x="2128" y="35307"/>
                  <a:pt x="12281" y="44536"/>
                  <a:pt x="22433" y="43613"/>
                </a:cubicBezTo>
                <a:cubicBezTo>
                  <a:pt x="33508" y="42690"/>
                  <a:pt x="41814" y="30692"/>
                  <a:pt x="39045" y="20540"/>
                </a:cubicBezTo>
              </a:path>
            </a:pathLst>
          </a:custGeom>
          <a:solidFill>
            <a:srgbClr val="E99315">
              <a:alpha val="70196"/>
            </a:srgbClr>
          </a:solidFill>
          <a:ln/>
        </p:spPr>
      </p:sp>
      <p:sp>
        <p:nvSpPr>
          <p:cNvPr id="14" name="Text 12"/>
          <p:cNvSpPr/>
          <p:nvPr/>
        </p:nvSpPr>
        <p:spPr>
          <a:xfrm>
            <a:off x="8200575" y="706011"/>
            <a:ext cx="39524" cy="4361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15" name="Shape 13"/>
          <p:cNvSpPr/>
          <p:nvPr/>
        </p:nvSpPr>
        <p:spPr>
          <a:xfrm flipH="1">
            <a:off x="8049762" y="500712"/>
            <a:ext cx="94148" cy="95843"/>
          </a:xfrm>
          <a:custGeom>
            <a:avLst/>
            <a:gdLst/>
            <a:ahLst/>
            <a:cxnLst/>
            <a:rect l="l" t="t" r="r" b="b"/>
            <a:pathLst>
              <a:path w="94148" h="95843">
                <a:moveTo>
                  <a:pt x="74735" y="14745"/>
                </a:moveTo>
                <a:cubicBezTo>
                  <a:pt x="65519" y="7373"/>
                  <a:pt x="54460" y="3686"/>
                  <a:pt x="42480" y="922"/>
                </a:cubicBezTo>
                <a:cubicBezTo>
                  <a:pt x="36029" y="0"/>
                  <a:pt x="29578" y="-922"/>
                  <a:pt x="24048" y="1843"/>
                </a:cubicBezTo>
                <a:cubicBezTo>
                  <a:pt x="20362" y="3686"/>
                  <a:pt x="16676" y="7373"/>
                  <a:pt x="13911" y="11059"/>
                </a:cubicBezTo>
                <a:cubicBezTo>
                  <a:pt x="5617" y="21196"/>
                  <a:pt x="-834" y="33176"/>
                  <a:pt x="88" y="46078"/>
                </a:cubicBezTo>
                <a:cubicBezTo>
                  <a:pt x="1009" y="57137"/>
                  <a:pt x="8382" y="67274"/>
                  <a:pt x="16676" y="74646"/>
                </a:cubicBezTo>
                <a:cubicBezTo>
                  <a:pt x="25892" y="82019"/>
                  <a:pt x="36950" y="85705"/>
                  <a:pt x="47088" y="90313"/>
                </a:cubicBezTo>
                <a:cubicBezTo>
                  <a:pt x="53539" y="93078"/>
                  <a:pt x="60911" y="95843"/>
                  <a:pt x="68284" y="95843"/>
                </a:cubicBezTo>
                <a:cubicBezTo>
                  <a:pt x="75656" y="95843"/>
                  <a:pt x="83029" y="93999"/>
                  <a:pt x="87637" y="88470"/>
                </a:cubicBezTo>
                <a:cubicBezTo>
                  <a:pt x="102381" y="70039"/>
                  <a:pt x="89479" y="26725"/>
                  <a:pt x="74735" y="14745"/>
                </a:cubicBezTo>
                <a:close/>
              </a:path>
            </a:pathLst>
          </a:custGeom>
          <a:solidFill>
            <a:srgbClr val="E99315">
              <a:alpha val="70196"/>
            </a:srgbClr>
          </a:solidFill>
          <a:ln/>
        </p:spPr>
      </p:sp>
      <p:sp>
        <p:nvSpPr>
          <p:cNvPr id="16" name="Text 14"/>
          <p:cNvSpPr/>
          <p:nvPr/>
        </p:nvSpPr>
        <p:spPr>
          <a:xfrm>
            <a:off x="8049762" y="500712"/>
            <a:ext cx="94148" cy="9584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17" name="Shape 15"/>
          <p:cNvSpPr/>
          <p:nvPr/>
        </p:nvSpPr>
        <p:spPr>
          <a:xfrm flipH="1">
            <a:off x="8059698" y="616665"/>
            <a:ext cx="50187" cy="53869"/>
          </a:xfrm>
          <a:custGeom>
            <a:avLst/>
            <a:gdLst/>
            <a:ahLst/>
            <a:cxnLst/>
            <a:rect l="l" t="t" r="r" b="b"/>
            <a:pathLst>
              <a:path w="50187" h="53869">
                <a:moveTo>
                  <a:pt x="47422" y="17774"/>
                </a:moveTo>
                <a:cubicBezTo>
                  <a:pt x="48344" y="14088"/>
                  <a:pt x="47422" y="10401"/>
                  <a:pt x="44658" y="7637"/>
                </a:cubicBezTo>
                <a:cubicBezTo>
                  <a:pt x="41893" y="4872"/>
                  <a:pt x="38207" y="3950"/>
                  <a:pt x="34520" y="3029"/>
                </a:cubicBezTo>
                <a:cubicBezTo>
                  <a:pt x="25305" y="264"/>
                  <a:pt x="14246" y="-2501"/>
                  <a:pt x="7795" y="3950"/>
                </a:cubicBezTo>
                <a:cubicBezTo>
                  <a:pt x="4109" y="7637"/>
                  <a:pt x="2265" y="12244"/>
                  <a:pt x="1344" y="17774"/>
                </a:cubicBezTo>
                <a:cubicBezTo>
                  <a:pt x="-1421" y="29754"/>
                  <a:pt x="-499" y="44499"/>
                  <a:pt x="9638" y="50950"/>
                </a:cubicBezTo>
                <a:cubicBezTo>
                  <a:pt x="18854" y="56479"/>
                  <a:pt x="30834" y="53715"/>
                  <a:pt x="38207" y="46342"/>
                </a:cubicBezTo>
                <a:cubicBezTo>
                  <a:pt x="45579" y="38969"/>
                  <a:pt x="49265" y="27911"/>
                  <a:pt x="50187" y="17774"/>
                </a:cubicBezTo>
              </a:path>
            </a:pathLst>
          </a:custGeom>
          <a:solidFill>
            <a:srgbClr val="E99315">
              <a:alpha val="70196"/>
            </a:srgbClr>
          </a:solidFill>
          <a:ln/>
        </p:spPr>
      </p:sp>
      <p:sp>
        <p:nvSpPr>
          <p:cNvPr id="18" name="Text 16"/>
          <p:cNvSpPr/>
          <p:nvPr/>
        </p:nvSpPr>
        <p:spPr>
          <a:xfrm>
            <a:off x="8059698" y="616665"/>
            <a:ext cx="50187" cy="53869"/>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19" name="Shape 17"/>
          <p:cNvSpPr/>
          <p:nvPr/>
        </p:nvSpPr>
        <p:spPr>
          <a:xfrm flipH="1">
            <a:off x="7924304" y="484784"/>
            <a:ext cx="92124" cy="78033"/>
          </a:xfrm>
          <a:custGeom>
            <a:avLst/>
            <a:gdLst/>
            <a:ahLst/>
            <a:cxnLst/>
            <a:rect l="l" t="t" r="r" b="b"/>
            <a:pathLst>
              <a:path w="92124" h="78033">
                <a:moveTo>
                  <a:pt x="22392" y="622"/>
                </a:moveTo>
                <a:cubicBezTo>
                  <a:pt x="18706" y="1544"/>
                  <a:pt x="15019" y="2465"/>
                  <a:pt x="12255" y="4308"/>
                </a:cubicBezTo>
                <a:cubicBezTo>
                  <a:pt x="8568" y="7073"/>
                  <a:pt x="7647" y="11681"/>
                  <a:pt x="5804" y="15367"/>
                </a:cubicBezTo>
                <a:cubicBezTo>
                  <a:pt x="1196" y="26426"/>
                  <a:pt x="-2490" y="39328"/>
                  <a:pt x="2117" y="50387"/>
                </a:cubicBezTo>
                <a:cubicBezTo>
                  <a:pt x="5804" y="58680"/>
                  <a:pt x="14098" y="64210"/>
                  <a:pt x="22392" y="68818"/>
                </a:cubicBezTo>
                <a:cubicBezTo>
                  <a:pt x="30686" y="73426"/>
                  <a:pt x="39902" y="78033"/>
                  <a:pt x="50039" y="78033"/>
                </a:cubicBezTo>
                <a:cubicBezTo>
                  <a:pt x="72157" y="77112"/>
                  <a:pt x="100725" y="56838"/>
                  <a:pt x="89666" y="33799"/>
                </a:cubicBezTo>
                <a:cubicBezTo>
                  <a:pt x="77686" y="9838"/>
                  <a:pt x="47274" y="-3064"/>
                  <a:pt x="22392" y="622"/>
                </a:cubicBezTo>
                <a:close/>
              </a:path>
            </a:pathLst>
          </a:custGeom>
          <a:solidFill>
            <a:srgbClr val="E99315">
              <a:alpha val="70196"/>
            </a:srgbClr>
          </a:solidFill>
          <a:ln/>
        </p:spPr>
      </p:sp>
      <p:sp>
        <p:nvSpPr>
          <p:cNvPr id="20" name="Text 18"/>
          <p:cNvSpPr/>
          <p:nvPr/>
        </p:nvSpPr>
        <p:spPr>
          <a:xfrm>
            <a:off x="7924304" y="484784"/>
            <a:ext cx="92124" cy="7803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21" name="Shape 19"/>
          <p:cNvSpPr/>
          <p:nvPr/>
        </p:nvSpPr>
        <p:spPr>
          <a:xfrm flipH="1">
            <a:off x="7950216" y="605677"/>
            <a:ext cx="59154" cy="63649"/>
          </a:xfrm>
          <a:custGeom>
            <a:avLst/>
            <a:gdLst/>
            <a:ahLst/>
            <a:cxnLst/>
            <a:rect l="l" t="t" r="r" b="b"/>
            <a:pathLst>
              <a:path w="59154" h="63649">
                <a:moveTo>
                  <a:pt x="54472" y="20767"/>
                </a:moveTo>
                <a:cubicBezTo>
                  <a:pt x="54472" y="11403"/>
                  <a:pt x="46980" y="3911"/>
                  <a:pt x="38553" y="1102"/>
                </a:cubicBezTo>
                <a:cubicBezTo>
                  <a:pt x="30125" y="-1707"/>
                  <a:pt x="19824" y="1102"/>
                  <a:pt x="13269" y="6721"/>
                </a:cubicBezTo>
                <a:cubicBezTo>
                  <a:pt x="1096" y="16085"/>
                  <a:pt x="-3587" y="32941"/>
                  <a:pt x="2968" y="46988"/>
                </a:cubicBezTo>
                <a:cubicBezTo>
                  <a:pt x="9524" y="60098"/>
                  <a:pt x="26379" y="68526"/>
                  <a:pt x="40425" y="62906"/>
                </a:cubicBezTo>
                <a:cubicBezTo>
                  <a:pt x="55408" y="56352"/>
                  <a:pt x="62900" y="37623"/>
                  <a:pt x="59154" y="21704"/>
                </a:cubicBezTo>
              </a:path>
            </a:pathLst>
          </a:custGeom>
          <a:solidFill>
            <a:srgbClr val="E99315">
              <a:alpha val="70196"/>
            </a:srgbClr>
          </a:solidFill>
          <a:ln/>
        </p:spPr>
      </p:sp>
      <p:sp>
        <p:nvSpPr>
          <p:cNvPr id="22" name="Text 20"/>
          <p:cNvSpPr/>
          <p:nvPr/>
        </p:nvSpPr>
        <p:spPr>
          <a:xfrm>
            <a:off x="7950216" y="605677"/>
            <a:ext cx="59154" cy="63649"/>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23" name="Shape 21"/>
          <p:cNvSpPr/>
          <p:nvPr/>
        </p:nvSpPr>
        <p:spPr>
          <a:xfrm flipH="1">
            <a:off x="8045668" y="79400"/>
            <a:ext cx="88286" cy="98842"/>
          </a:xfrm>
          <a:custGeom>
            <a:avLst/>
            <a:gdLst/>
            <a:ahLst/>
            <a:cxnLst/>
            <a:rect l="l" t="t" r="r" b="b"/>
            <a:pathLst>
              <a:path w="88286" h="98842">
                <a:moveTo>
                  <a:pt x="47912" y="0"/>
                </a:moveTo>
                <a:cubicBezTo>
                  <a:pt x="29437" y="0"/>
                  <a:pt x="12809" y="11085"/>
                  <a:pt x="4495" y="27713"/>
                </a:cubicBezTo>
                <a:cubicBezTo>
                  <a:pt x="-2895" y="44341"/>
                  <a:pt x="-1048" y="64663"/>
                  <a:pt x="9114" y="79443"/>
                </a:cubicBezTo>
                <a:cubicBezTo>
                  <a:pt x="17428" y="91452"/>
                  <a:pt x="32208" y="100690"/>
                  <a:pt x="46988" y="98842"/>
                </a:cubicBezTo>
                <a:cubicBezTo>
                  <a:pt x="61768" y="97919"/>
                  <a:pt x="73777" y="86833"/>
                  <a:pt x="80243" y="73901"/>
                </a:cubicBezTo>
                <a:cubicBezTo>
                  <a:pt x="96871" y="43417"/>
                  <a:pt x="89481" y="924"/>
                  <a:pt x="47912" y="0"/>
                </a:cubicBezTo>
                <a:close/>
              </a:path>
            </a:pathLst>
          </a:custGeom>
          <a:solidFill>
            <a:srgbClr val="E99315">
              <a:alpha val="70196"/>
            </a:srgbClr>
          </a:solidFill>
          <a:ln/>
        </p:spPr>
      </p:sp>
      <p:sp>
        <p:nvSpPr>
          <p:cNvPr id="24" name="Text 22"/>
          <p:cNvSpPr/>
          <p:nvPr/>
        </p:nvSpPr>
        <p:spPr>
          <a:xfrm>
            <a:off x="8045668" y="79400"/>
            <a:ext cx="88286" cy="98842"/>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25" name="Shape 23"/>
          <p:cNvSpPr/>
          <p:nvPr/>
        </p:nvSpPr>
        <p:spPr>
          <a:xfrm flipH="1">
            <a:off x="8187525" y="288749"/>
            <a:ext cx="78612" cy="78622"/>
          </a:xfrm>
          <a:custGeom>
            <a:avLst/>
            <a:gdLst/>
            <a:ahLst/>
            <a:cxnLst/>
            <a:rect l="l" t="t" r="r" b="b"/>
            <a:pathLst>
              <a:path w="78612" h="78622">
                <a:moveTo>
                  <a:pt x="52977" y="3744"/>
                </a:moveTo>
                <a:cubicBezTo>
                  <a:pt x="41745" y="-936"/>
                  <a:pt x="27705" y="-1872"/>
                  <a:pt x="17410" y="4680"/>
                </a:cubicBezTo>
                <a:cubicBezTo>
                  <a:pt x="3370" y="13104"/>
                  <a:pt x="-3181" y="31823"/>
                  <a:pt x="1498" y="47735"/>
                </a:cubicBezTo>
                <a:cubicBezTo>
                  <a:pt x="6178" y="63647"/>
                  <a:pt x="21154" y="74878"/>
                  <a:pt x="37065" y="78622"/>
                </a:cubicBezTo>
                <a:cubicBezTo>
                  <a:pt x="44553" y="80494"/>
                  <a:pt x="52977" y="80494"/>
                  <a:pt x="59529" y="76750"/>
                </a:cubicBezTo>
                <a:cubicBezTo>
                  <a:pt x="92288" y="58031"/>
                  <a:pt x="81992" y="15912"/>
                  <a:pt x="52977" y="3744"/>
                </a:cubicBezTo>
                <a:lnTo>
                  <a:pt x="52977" y="3744"/>
                </a:lnTo>
                <a:close/>
              </a:path>
            </a:pathLst>
          </a:custGeom>
          <a:solidFill>
            <a:srgbClr val="E99315">
              <a:alpha val="70196"/>
            </a:srgbClr>
          </a:solidFill>
          <a:ln/>
        </p:spPr>
      </p:sp>
      <p:sp>
        <p:nvSpPr>
          <p:cNvPr id="26" name="Text 24"/>
          <p:cNvSpPr/>
          <p:nvPr/>
        </p:nvSpPr>
        <p:spPr>
          <a:xfrm>
            <a:off x="8187525" y="288749"/>
            <a:ext cx="78612" cy="78622"/>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27" name="Shape 25"/>
          <p:cNvSpPr/>
          <p:nvPr/>
        </p:nvSpPr>
        <p:spPr>
          <a:xfrm flipH="1">
            <a:off x="8077546" y="319592"/>
            <a:ext cx="78975" cy="75835"/>
          </a:xfrm>
          <a:custGeom>
            <a:avLst/>
            <a:gdLst/>
            <a:ahLst/>
            <a:cxnLst/>
            <a:rect l="l" t="t" r="r" b="b"/>
            <a:pathLst>
              <a:path w="78975" h="75835">
                <a:moveTo>
                  <a:pt x="48314" y="5256"/>
                </a:moveTo>
                <a:cubicBezTo>
                  <a:pt x="39023" y="1539"/>
                  <a:pt x="29732" y="-2177"/>
                  <a:pt x="20441" y="1539"/>
                </a:cubicBezTo>
                <a:cubicBezTo>
                  <a:pt x="11149" y="5256"/>
                  <a:pt x="6504" y="15476"/>
                  <a:pt x="2787" y="24767"/>
                </a:cubicBezTo>
                <a:cubicBezTo>
                  <a:pt x="929" y="28484"/>
                  <a:pt x="0" y="33129"/>
                  <a:pt x="0" y="37775"/>
                </a:cubicBezTo>
                <a:cubicBezTo>
                  <a:pt x="0" y="42421"/>
                  <a:pt x="2787" y="47066"/>
                  <a:pt x="5575" y="50783"/>
                </a:cubicBezTo>
                <a:cubicBezTo>
                  <a:pt x="12079" y="60074"/>
                  <a:pt x="21370" y="68436"/>
                  <a:pt x="31590" y="73082"/>
                </a:cubicBezTo>
                <a:cubicBezTo>
                  <a:pt x="42740" y="77727"/>
                  <a:pt x="54818" y="77727"/>
                  <a:pt x="65038" y="72152"/>
                </a:cubicBezTo>
                <a:cubicBezTo>
                  <a:pt x="75258" y="66578"/>
                  <a:pt x="81762" y="53570"/>
                  <a:pt x="78975" y="42421"/>
                </a:cubicBezTo>
                <a:cubicBezTo>
                  <a:pt x="74329" y="22909"/>
                  <a:pt x="66896" y="12689"/>
                  <a:pt x="48314" y="5256"/>
                </a:cubicBezTo>
                <a:lnTo>
                  <a:pt x="48314" y="5256"/>
                </a:lnTo>
                <a:close/>
              </a:path>
            </a:pathLst>
          </a:custGeom>
          <a:solidFill>
            <a:srgbClr val="E99315">
              <a:alpha val="70196"/>
            </a:srgbClr>
          </a:solidFill>
          <a:ln/>
        </p:spPr>
      </p:sp>
      <p:sp>
        <p:nvSpPr>
          <p:cNvPr id="28" name="Text 26"/>
          <p:cNvSpPr/>
          <p:nvPr/>
        </p:nvSpPr>
        <p:spPr>
          <a:xfrm>
            <a:off x="8077546" y="319592"/>
            <a:ext cx="78975" cy="75835"/>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29" name="Shape 27"/>
          <p:cNvSpPr/>
          <p:nvPr/>
        </p:nvSpPr>
        <p:spPr>
          <a:xfrm flipH="1">
            <a:off x="7809048" y="412952"/>
            <a:ext cx="88468" cy="92272"/>
          </a:xfrm>
          <a:custGeom>
            <a:avLst/>
            <a:gdLst/>
            <a:ahLst/>
            <a:cxnLst/>
            <a:rect l="l" t="t" r="r" b="b"/>
            <a:pathLst>
              <a:path w="88468" h="92272">
                <a:moveTo>
                  <a:pt x="30015" y="6269"/>
                </a:moveTo>
                <a:cubicBezTo>
                  <a:pt x="18548" y="12003"/>
                  <a:pt x="10903" y="21558"/>
                  <a:pt x="5169" y="33026"/>
                </a:cubicBezTo>
                <a:cubicBezTo>
                  <a:pt x="391" y="42581"/>
                  <a:pt x="-1520" y="53093"/>
                  <a:pt x="1347" y="63605"/>
                </a:cubicBezTo>
                <a:cubicBezTo>
                  <a:pt x="4214" y="73160"/>
                  <a:pt x="10903" y="80805"/>
                  <a:pt x="18548" y="86538"/>
                </a:cubicBezTo>
                <a:cubicBezTo>
                  <a:pt x="30970" y="95139"/>
                  <a:pt x="48171" y="98961"/>
                  <a:pt x="61549" y="92272"/>
                </a:cubicBezTo>
                <a:cubicBezTo>
                  <a:pt x="69194" y="88449"/>
                  <a:pt x="75883" y="80805"/>
                  <a:pt x="80661" y="74115"/>
                </a:cubicBezTo>
                <a:cubicBezTo>
                  <a:pt x="109328" y="35892"/>
                  <a:pt x="78750" y="-18576"/>
                  <a:pt x="30015" y="6269"/>
                </a:cubicBezTo>
                <a:lnTo>
                  <a:pt x="30015" y="6269"/>
                </a:lnTo>
                <a:close/>
              </a:path>
            </a:pathLst>
          </a:custGeom>
          <a:solidFill>
            <a:srgbClr val="E99315">
              <a:alpha val="70196"/>
            </a:srgbClr>
          </a:solidFill>
          <a:ln/>
        </p:spPr>
      </p:sp>
      <p:sp>
        <p:nvSpPr>
          <p:cNvPr id="30" name="Text 28"/>
          <p:cNvSpPr/>
          <p:nvPr/>
        </p:nvSpPr>
        <p:spPr>
          <a:xfrm>
            <a:off x="7809048" y="412952"/>
            <a:ext cx="88468" cy="92272"/>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31" name="Shape 29"/>
          <p:cNvSpPr/>
          <p:nvPr/>
        </p:nvSpPr>
        <p:spPr>
          <a:xfrm flipH="1">
            <a:off x="8085402" y="229338"/>
            <a:ext cx="35322" cy="38418"/>
          </a:xfrm>
          <a:custGeom>
            <a:avLst/>
            <a:gdLst/>
            <a:ahLst/>
            <a:cxnLst/>
            <a:rect l="l" t="t" r="r" b="b"/>
            <a:pathLst>
              <a:path w="35322" h="38418">
                <a:moveTo>
                  <a:pt x="25466" y="5821"/>
                </a:moveTo>
                <a:cubicBezTo>
                  <a:pt x="23603" y="1164"/>
                  <a:pt x="18947" y="-699"/>
                  <a:pt x="14290" y="233"/>
                </a:cubicBezTo>
                <a:cubicBezTo>
                  <a:pt x="9633" y="1164"/>
                  <a:pt x="5908" y="4890"/>
                  <a:pt x="4045" y="8615"/>
                </a:cubicBezTo>
                <a:cubicBezTo>
                  <a:pt x="2182" y="11409"/>
                  <a:pt x="320" y="14203"/>
                  <a:pt x="320" y="17928"/>
                </a:cubicBezTo>
                <a:cubicBezTo>
                  <a:pt x="-1543" y="26310"/>
                  <a:pt x="4977" y="36555"/>
                  <a:pt x="13359" y="38418"/>
                </a:cubicBezTo>
                <a:cubicBezTo>
                  <a:pt x="21741" y="40280"/>
                  <a:pt x="31985" y="35624"/>
                  <a:pt x="34779" y="27242"/>
                </a:cubicBezTo>
                <a:cubicBezTo>
                  <a:pt x="37573" y="18860"/>
                  <a:pt x="33848" y="8615"/>
                  <a:pt x="25466" y="4890"/>
                </a:cubicBezTo>
              </a:path>
            </a:pathLst>
          </a:custGeom>
          <a:solidFill>
            <a:srgbClr val="E99315">
              <a:alpha val="70196"/>
            </a:srgbClr>
          </a:solidFill>
          <a:ln/>
        </p:spPr>
      </p:sp>
      <p:sp>
        <p:nvSpPr>
          <p:cNvPr id="32" name="Text 30"/>
          <p:cNvSpPr/>
          <p:nvPr/>
        </p:nvSpPr>
        <p:spPr>
          <a:xfrm>
            <a:off x="8085402" y="229338"/>
            <a:ext cx="35322" cy="38418"/>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33" name="Shape 31"/>
          <p:cNvSpPr/>
          <p:nvPr/>
        </p:nvSpPr>
        <p:spPr>
          <a:xfrm flipH="1">
            <a:off x="8158002" y="210054"/>
            <a:ext cx="53316" cy="52087"/>
          </a:xfrm>
          <a:custGeom>
            <a:avLst/>
            <a:gdLst/>
            <a:ahLst/>
            <a:cxnLst/>
            <a:rect l="l" t="t" r="r" b="b"/>
            <a:pathLst>
              <a:path w="53316" h="52087">
                <a:moveTo>
                  <a:pt x="42257" y="12902"/>
                </a:moveTo>
                <a:cubicBezTo>
                  <a:pt x="40414" y="5529"/>
                  <a:pt x="32120" y="0"/>
                  <a:pt x="24747" y="0"/>
                </a:cubicBezTo>
                <a:cubicBezTo>
                  <a:pt x="16453" y="0"/>
                  <a:pt x="10002" y="5529"/>
                  <a:pt x="5395" y="11980"/>
                </a:cubicBezTo>
                <a:cubicBezTo>
                  <a:pt x="787" y="18431"/>
                  <a:pt x="-1978" y="27647"/>
                  <a:pt x="1708" y="35020"/>
                </a:cubicBezTo>
                <a:cubicBezTo>
                  <a:pt x="3552" y="38706"/>
                  <a:pt x="6316" y="41471"/>
                  <a:pt x="10002" y="44235"/>
                </a:cubicBezTo>
                <a:cubicBezTo>
                  <a:pt x="17375" y="49765"/>
                  <a:pt x="26590" y="53451"/>
                  <a:pt x="35806" y="51608"/>
                </a:cubicBezTo>
                <a:cubicBezTo>
                  <a:pt x="45022" y="49765"/>
                  <a:pt x="53316" y="42392"/>
                  <a:pt x="53316" y="33176"/>
                </a:cubicBezTo>
                <a:cubicBezTo>
                  <a:pt x="53316" y="25804"/>
                  <a:pt x="48708" y="19353"/>
                  <a:pt x="44100" y="13824"/>
                </a:cubicBezTo>
              </a:path>
            </a:pathLst>
          </a:custGeom>
          <a:solidFill>
            <a:srgbClr val="E99315">
              <a:alpha val="70196"/>
            </a:srgbClr>
          </a:solidFill>
          <a:ln/>
        </p:spPr>
      </p:sp>
      <p:sp>
        <p:nvSpPr>
          <p:cNvPr id="34" name="Text 32"/>
          <p:cNvSpPr/>
          <p:nvPr/>
        </p:nvSpPr>
        <p:spPr>
          <a:xfrm>
            <a:off x="8158002" y="210054"/>
            <a:ext cx="53316" cy="52087"/>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35" name="Shape 33"/>
          <p:cNvSpPr/>
          <p:nvPr/>
        </p:nvSpPr>
        <p:spPr>
          <a:xfrm flipH="1">
            <a:off x="7945185" y="81748"/>
            <a:ext cx="68336" cy="74303"/>
          </a:xfrm>
          <a:custGeom>
            <a:avLst/>
            <a:gdLst/>
            <a:ahLst/>
            <a:cxnLst/>
            <a:rect l="l" t="t" r="r" b="b"/>
            <a:pathLst>
              <a:path w="68336" h="74303">
                <a:moveTo>
                  <a:pt x="28967" y="334"/>
                </a:moveTo>
                <a:cubicBezTo>
                  <a:pt x="17872" y="2183"/>
                  <a:pt x="9550" y="12354"/>
                  <a:pt x="4927" y="22525"/>
                </a:cubicBezTo>
                <a:cubicBezTo>
                  <a:pt x="304" y="32696"/>
                  <a:pt x="-2470" y="44716"/>
                  <a:pt x="3078" y="53962"/>
                </a:cubicBezTo>
                <a:cubicBezTo>
                  <a:pt x="7701" y="63208"/>
                  <a:pt x="17872" y="67831"/>
                  <a:pt x="27118" y="71529"/>
                </a:cubicBezTo>
                <a:cubicBezTo>
                  <a:pt x="31741" y="73379"/>
                  <a:pt x="37289" y="75228"/>
                  <a:pt x="41911" y="74303"/>
                </a:cubicBezTo>
                <a:cubicBezTo>
                  <a:pt x="46534" y="73379"/>
                  <a:pt x="50233" y="69680"/>
                  <a:pt x="53007" y="65982"/>
                </a:cubicBezTo>
                <a:cubicBezTo>
                  <a:pt x="58554" y="60434"/>
                  <a:pt x="64102" y="53962"/>
                  <a:pt x="66876" y="46565"/>
                </a:cubicBezTo>
                <a:cubicBezTo>
                  <a:pt x="75197" y="24374"/>
                  <a:pt x="51157" y="-3364"/>
                  <a:pt x="28967" y="334"/>
                </a:cubicBezTo>
                <a:lnTo>
                  <a:pt x="28967" y="334"/>
                </a:lnTo>
                <a:close/>
              </a:path>
            </a:pathLst>
          </a:custGeom>
          <a:solidFill>
            <a:srgbClr val="E99315">
              <a:alpha val="70196"/>
            </a:srgbClr>
          </a:solidFill>
          <a:ln/>
        </p:spPr>
      </p:sp>
      <p:sp>
        <p:nvSpPr>
          <p:cNvPr id="36" name="Text 34"/>
          <p:cNvSpPr/>
          <p:nvPr/>
        </p:nvSpPr>
        <p:spPr>
          <a:xfrm>
            <a:off x="7945185" y="81748"/>
            <a:ext cx="68336" cy="7430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37" name="Shape 35"/>
          <p:cNvSpPr/>
          <p:nvPr/>
        </p:nvSpPr>
        <p:spPr>
          <a:xfrm flipH="1">
            <a:off x="8313107" y="835706"/>
            <a:ext cx="79291" cy="78622"/>
          </a:xfrm>
          <a:custGeom>
            <a:avLst/>
            <a:gdLst/>
            <a:ahLst/>
            <a:cxnLst/>
            <a:rect l="l" t="t" r="r" b="b"/>
            <a:pathLst>
              <a:path w="79291" h="78622">
                <a:moveTo>
                  <a:pt x="52977" y="3744"/>
                </a:moveTo>
                <a:cubicBezTo>
                  <a:pt x="41745" y="-936"/>
                  <a:pt x="27705" y="-1872"/>
                  <a:pt x="17410" y="4680"/>
                </a:cubicBezTo>
                <a:cubicBezTo>
                  <a:pt x="3370" y="13104"/>
                  <a:pt x="-3181" y="31823"/>
                  <a:pt x="1498" y="47735"/>
                </a:cubicBezTo>
                <a:cubicBezTo>
                  <a:pt x="6178" y="63646"/>
                  <a:pt x="21154" y="74878"/>
                  <a:pt x="37065" y="78622"/>
                </a:cubicBezTo>
                <a:cubicBezTo>
                  <a:pt x="44553" y="80494"/>
                  <a:pt x="52977" y="80494"/>
                  <a:pt x="59529" y="76750"/>
                </a:cubicBezTo>
                <a:cubicBezTo>
                  <a:pt x="93224" y="58030"/>
                  <a:pt x="82928" y="15912"/>
                  <a:pt x="52977" y="3744"/>
                </a:cubicBezTo>
                <a:lnTo>
                  <a:pt x="52977" y="3744"/>
                </a:lnTo>
                <a:close/>
              </a:path>
            </a:pathLst>
          </a:custGeom>
          <a:solidFill>
            <a:srgbClr val="E99315">
              <a:alpha val="70196"/>
            </a:srgbClr>
          </a:solidFill>
          <a:ln/>
        </p:spPr>
      </p:sp>
      <p:sp>
        <p:nvSpPr>
          <p:cNvPr id="38" name="Text 36"/>
          <p:cNvSpPr/>
          <p:nvPr/>
        </p:nvSpPr>
        <p:spPr>
          <a:xfrm>
            <a:off x="8313107" y="835706"/>
            <a:ext cx="79291" cy="78622"/>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39" name="Shape 37"/>
          <p:cNvSpPr/>
          <p:nvPr/>
        </p:nvSpPr>
        <p:spPr>
          <a:xfrm flipH="1">
            <a:off x="8509087" y="933658"/>
            <a:ext cx="78975" cy="75836"/>
          </a:xfrm>
          <a:custGeom>
            <a:avLst/>
            <a:gdLst/>
            <a:ahLst/>
            <a:cxnLst/>
            <a:rect l="l" t="t" r="r" b="b"/>
            <a:pathLst>
              <a:path w="78975" h="75836">
                <a:moveTo>
                  <a:pt x="48314" y="5256"/>
                </a:moveTo>
                <a:cubicBezTo>
                  <a:pt x="39023" y="1539"/>
                  <a:pt x="29732" y="-2177"/>
                  <a:pt x="20441" y="1539"/>
                </a:cubicBezTo>
                <a:cubicBezTo>
                  <a:pt x="11149" y="5256"/>
                  <a:pt x="6504" y="15476"/>
                  <a:pt x="2787" y="24767"/>
                </a:cubicBezTo>
                <a:cubicBezTo>
                  <a:pt x="929" y="28484"/>
                  <a:pt x="0" y="33129"/>
                  <a:pt x="0" y="37775"/>
                </a:cubicBezTo>
                <a:cubicBezTo>
                  <a:pt x="0" y="42421"/>
                  <a:pt x="2787" y="47066"/>
                  <a:pt x="5575" y="50783"/>
                </a:cubicBezTo>
                <a:cubicBezTo>
                  <a:pt x="12079" y="60074"/>
                  <a:pt x="21370" y="68436"/>
                  <a:pt x="31590" y="73082"/>
                </a:cubicBezTo>
                <a:cubicBezTo>
                  <a:pt x="42740" y="77727"/>
                  <a:pt x="54818" y="77727"/>
                  <a:pt x="65038" y="72152"/>
                </a:cubicBezTo>
                <a:cubicBezTo>
                  <a:pt x="75258" y="66578"/>
                  <a:pt x="81762" y="53570"/>
                  <a:pt x="78975" y="42421"/>
                </a:cubicBezTo>
                <a:cubicBezTo>
                  <a:pt x="74329" y="23838"/>
                  <a:pt x="66897" y="12689"/>
                  <a:pt x="48314" y="5256"/>
                </a:cubicBezTo>
                <a:lnTo>
                  <a:pt x="48314" y="5256"/>
                </a:lnTo>
                <a:close/>
              </a:path>
            </a:pathLst>
          </a:custGeom>
          <a:solidFill>
            <a:srgbClr val="E99315">
              <a:alpha val="70196"/>
            </a:srgbClr>
          </a:solidFill>
          <a:ln/>
        </p:spPr>
      </p:sp>
      <p:sp>
        <p:nvSpPr>
          <p:cNvPr id="40" name="Text 38"/>
          <p:cNvSpPr/>
          <p:nvPr/>
        </p:nvSpPr>
        <p:spPr>
          <a:xfrm>
            <a:off x="8509087" y="933658"/>
            <a:ext cx="78975" cy="75836"/>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41" name="Shape 39"/>
          <p:cNvSpPr/>
          <p:nvPr/>
        </p:nvSpPr>
        <p:spPr>
          <a:xfrm flipH="1">
            <a:off x="8284264" y="757012"/>
            <a:ext cx="53316" cy="52087"/>
          </a:xfrm>
          <a:custGeom>
            <a:avLst/>
            <a:gdLst/>
            <a:ahLst/>
            <a:cxnLst/>
            <a:rect l="l" t="t" r="r" b="b"/>
            <a:pathLst>
              <a:path w="53316" h="52087">
                <a:moveTo>
                  <a:pt x="42257" y="12902"/>
                </a:moveTo>
                <a:cubicBezTo>
                  <a:pt x="40414" y="5529"/>
                  <a:pt x="32120" y="0"/>
                  <a:pt x="24747" y="0"/>
                </a:cubicBezTo>
                <a:cubicBezTo>
                  <a:pt x="16453" y="0"/>
                  <a:pt x="10003" y="5529"/>
                  <a:pt x="5395" y="11980"/>
                </a:cubicBezTo>
                <a:cubicBezTo>
                  <a:pt x="787" y="18431"/>
                  <a:pt x="-1978" y="27647"/>
                  <a:pt x="1708" y="35020"/>
                </a:cubicBezTo>
                <a:cubicBezTo>
                  <a:pt x="3551" y="38706"/>
                  <a:pt x="6316" y="41471"/>
                  <a:pt x="10003" y="44235"/>
                </a:cubicBezTo>
                <a:cubicBezTo>
                  <a:pt x="17375" y="49765"/>
                  <a:pt x="26590" y="53451"/>
                  <a:pt x="35806" y="51608"/>
                </a:cubicBezTo>
                <a:cubicBezTo>
                  <a:pt x="45022" y="49765"/>
                  <a:pt x="53316" y="42392"/>
                  <a:pt x="53316" y="33176"/>
                </a:cubicBezTo>
                <a:cubicBezTo>
                  <a:pt x="53316" y="25804"/>
                  <a:pt x="48708" y="19353"/>
                  <a:pt x="44100" y="13824"/>
                </a:cubicBezTo>
              </a:path>
            </a:pathLst>
          </a:custGeom>
          <a:solidFill>
            <a:srgbClr val="E99315">
              <a:alpha val="70196"/>
            </a:srgbClr>
          </a:solidFill>
          <a:ln/>
        </p:spPr>
      </p:sp>
      <p:sp>
        <p:nvSpPr>
          <p:cNvPr id="42" name="Text 40"/>
          <p:cNvSpPr/>
          <p:nvPr/>
        </p:nvSpPr>
        <p:spPr>
          <a:xfrm>
            <a:off x="8284264" y="757012"/>
            <a:ext cx="53316" cy="52087"/>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43" name="Shape 41"/>
          <p:cNvSpPr/>
          <p:nvPr/>
        </p:nvSpPr>
        <p:spPr>
          <a:xfrm flipH="1">
            <a:off x="8457024" y="722072"/>
            <a:ext cx="68336" cy="74294"/>
          </a:xfrm>
          <a:custGeom>
            <a:avLst/>
            <a:gdLst/>
            <a:ahLst/>
            <a:cxnLst/>
            <a:rect l="l" t="t" r="r" b="b"/>
            <a:pathLst>
              <a:path w="68336" h="74294">
                <a:moveTo>
                  <a:pt x="28967" y="325"/>
                </a:moveTo>
                <a:cubicBezTo>
                  <a:pt x="17872" y="2174"/>
                  <a:pt x="9550" y="12344"/>
                  <a:pt x="4927" y="22515"/>
                </a:cubicBezTo>
                <a:cubicBezTo>
                  <a:pt x="304" y="32686"/>
                  <a:pt x="-2470" y="44706"/>
                  <a:pt x="3078" y="53952"/>
                </a:cubicBezTo>
                <a:cubicBezTo>
                  <a:pt x="7701" y="63198"/>
                  <a:pt x="17872" y="67821"/>
                  <a:pt x="27118" y="71520"/>
                </a:cubicBezTo>
                <a:cubicBezTo>
                  <a:pt x="31741" y="73369"/>
                  <a:pt x="37288" y="75218"/>
                  <a:pt x="41911" y="74294"/>
                </a:cubicBezTo>
                <a:cubicBezTo>
                  <a:pt x="46534" y="73369"/>
                  <a:pt x="50233" y="69671"/>
                  <a:pt x="53007" y="65972"/>
                </a:cubicBezTo>
                <a:cubicBezTo>
                  <a:pt x="58554" y="60424"/>
                  <a:pt x="64102" y="53952"/>
                  <a:pt x="66876" y="46555"/>
                </a:cubicBezTo>
                <a:cubicBezTo>
                  <a:pt x="75197" y="25289"/>
                  <a:pt x="51157" y="-3373"/>
                  <a:pt x="28967" y="325"/>
                </a:cubicBezTo>
                <a:lnTo>
                  <a:pt x="28967" y="325"/>
                </a:lnTo>
                <a:close/>
              </a:path>
            </a:pathLst>
          </a:custGeom>
          <a:solidFill>
            <a:srgbClr val="E99315">
              <a:alpha val="70196"/>
            </a:srgbClr>
          </a:solidFill>
          <a:ln/>
        </p:spPr>
      </p:sp>
      <p:sp>
        <p:nvSpPr>
          <p:cNvPr id="44" name="Text 42"/>
          <p:cNvSpPr/>
          <p:nvPr/>
        </p:nvSpPr>
        <p:spPr>
          <a:xfrm>
            <a:off x="8457024" y="722072"/>
            <a:ext cx="68336" cy="74294"/>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45" name="Shape 43"/>
          <p:cNvSpPr/>
          <p:nvPr/>
        </p:nvSpPr>
        <p:spPr>
          <a:xfrm>
            <a:off x="6596504" y="221557"/>
            <a:ext cx="345718" cy="351033"/>
          </a:xfrm>
          <a:custGeom>
            <a:avLst/>
            <a:gdLst/>
            <a:ahLst/>
            <a:cxnLst/>
            <a:rect l="l" t="t" r="r" b="b"/>
            <a:pathLst>
              <a:path w="345718" h="351033">
                <a:moveTo>
                  <a:pt x="112125" y="260930"/>
                </a:moveTo>
                <a:cubicBezTo>
                  <a:pt x="119800" y="238859"/>
                  <a:pt x="39260" y="250824"/>
                  <a:pt x="44698" y="272109"/>
                </a:cubicBezTo>
                <a:cubicBezTo>
                  <a:pt x="48722" y="287868"/>
                  <a:pt x="105864" y="278953"/>
                  <a:pt x="112125" y="260930"/>
                </a:cubicBezTo>
                <a:moveTo>
                  <a:pt x="178641" y="241676"/>
                </a:moveTo>
                <a:cubicBezTo>
                  <a:pt x="188318" y="257771"/>
                  <a:pt x="218637" y="224370"/>
                  <a:pt x="226675" y="200517"/>
                </a:cubicBezTo>
                <a:cubicBezTo>
                  <a:pt x="231623" y="185823"/>
                  <a:pt x="221192" y="177075"/>
                  <a:pt x="211819" y="183904"/>
                </a:cubicBezTo>
                <a:cubicBezTo>
                  <a:pt x="199352" y="192994"/>
                  <a:pt x="171000" y="228978"/>
                  <a:pt x="178641" y="241676"/>
                </a:cubicBezTo>
                <a:moveTo>
                  <a:pt x="279124" y="224106"/>
                </a:moveTo>
                <a:cubicBezTo>
                  <a:pt x="279691" y="232063"/>
                  <a:pt x="290024" y="272148"/>
                  <a:pt x="298008" y="273632"/>
                </a:cubicBezTo>
                <a:cubicBezTo>
                  <a:pt x="312825" y="276391"/>
                  <a:pt x="306388" y="224394"/>
                  <a:pt x="299961" y="210906"/>
                </a:cubicBezTo>
                <a:cubicBezTo>
                  <a:pt x="291331" y="192794"/>
                  <a:pt x="277718" y="204281"/>
                  <a:pt x="279124" y="224106"/>
                </a:cubicBezTo>
                <a:moveTo>
                  <a:pt x="106540" y="349710"/>
                </a:moveTo>
                <a:cubicBezTo>
                  <a:pt x="133085" y="367930"/>
                  <a:pt x="177652" y="363350"/>
                  <a:pt x="164451" y="345820"/>
                </a:cubicBezTo>
                <a:cubicBezTo>
                  <a:pt x="157657" y="336793"/>
                  <a:pt x="146227" y="333957"/>
                  <a:pt x="135150" y="331540"/>
                </a:cubicBezTo>
                <a:cubicBezTo>
                  <a:pt x="98101" y="323446"/>
                  <a:pt x="89236" y="337833"/>
                  <a:pt x="106540" y="349716"/>
                </a:cubicBezTo>
                <a:moveTo>
                  <a:pt x="49294" y="161238"/>
                </a:moveTo>
                <a:cubicBezTo>
                  <a:pt x="50268" y="157235"/>
                  <a:pt x="49470" y="154506"/>
                  <a:pt x="45887" y="152387"/>
                </a:cubicBezTo>
                <a:cubicBezTo>
                  <a:pt x="35133" y="146026"/>
                  <a:pt x="-9164" y="195498"/>
                  <a:pt x="1702" y="204691"/>
                </a:cubicBezTo>
                <a:cubicBezTo>
                  <a:pt x="17762" y="218282"/>
                  <a:pt x="45838" y="175429"/>
                  <a:pt x="49294" y="161238"/>
                </a:cubicBezTo>
                <a:moveTo>
                  <a:pt x="256881" y="305359"/>
                </a:moveTo>
                <a:cubicBezTo>
                  <a:pt x="255163" y="290636"/>
                  <a:pt x="195597" y="278348"/>
                  <a:pt x="183188" y="293535"/>
                </a:cubicBezTo>
                <a:cubicBezTo>
                  <a:pt x="161661" y="319877"/>
                  <a:pt x="260391" y="335495"/>
                  <a:pt x="256881" y="305359"/>
                </a:cubicBezTo>
                <a:moveTo>
                  <a:pt x="188240" y="112400"/>
                </a:moveTo>
                <a:cubicBezTo>
                  <a:pt x="191750" y="135223"/>
                  <a:pt x="254580" y="107392"/>
                  <a:pt x="253269" y="94499"/>
                </a:cubicBezTo>
                <a:cubicBezTo>
                  <a:pt x="251487" y="77002"/>
                  <a:pt x="185504" y="94640"/>
                  <a:pt x="188240" y="112400"/>
                </a:cubicBezTo>
                <a:moveTo>
                  <a:pt x="142253" y="11291"/>
                </a:moveTo>
                <a:cubicBezTo>
                  <a:pt x="142248" y="29125"/>
                  <a:pt x="182601" y="57383"/>
                  <a:pt x="192234" y="58541"/>
                </a:cubicBezTo>
                <a:cubicBezTo>
                  <a:pt x="199116" y="59370"/>
                  <a:pt x="199053" y="49982"/>
                  <a:pt x="195798" y="43706"/>
                </a:cubicBezTo>
                <a:cubicBezTo>
                  <a:pt x="184202" y="21334"/>
                  <a:pt x="162498" y="-2805"/>
                  <a:pt x="148753" y="265"/>
                </a:cubicBezTo>
                <a:cubicBezTo>
                  <a:pt x="144573" y="1198"/>
                  <a:pt x="142258" y="6379"/>
                  <a:pt x="142258" y="11290"/>
                </a:cubicBezTo>
                <a:moveTo>
                  <a:pt x="311307" y="45739"/>
                </a:moveTo>
                <a:cubicBezTo>
                  <a:pt x="312037" y="43505"/>
                  <a:pt x="310588" y="40603"/>
                  <a:pt x="309374" y="38573"/>
                </a:cubicBezTo>
                <a:cubicBezTo>
                  <a:pt x="302296" y="26714"/>
                  <a:pt x="265349" y="6832"/>
                  <a:pt x="258310" y="17414"/>
                </a:cubicBezTo>
                <a:cubicBezTo>
                  <a:pt x="247155" y="34192"/>
                  <a:pt x="305903" y="62361"/>
                  <a:pt x="311307" y="45739"/>
                </a:cubicBezTo>
                <a:moveTo>
                  <a:pt x="93407" y="177700"/>
                </a:moveTo>
                <a:cubicBezTo>
                  <a:pt x="82657" y="187453"/>
                  <a:pt x="87215" y="201098"/>
                  <a:pt x="110989" y="195797"/>
                </a:cubicBezTo>
                <a:cubicBezTo>
                  <a:pt x="141024" y="189099"/>
                  <a:pt x="171549" y="160637"/>
                  <a:pt x="142855" y="160891"/>
                </a:cubicBezTo>
                <a:cubicBezTo>
                  <a:pt x="125977" y="161038"/>
                  <a:pt x="100044" y="171680"/>
                  <a:pt x="93407" y="177700"/>
                </a:cubicBezTo>
                <a:moveTo>
                  <a:pt x="297773" y="125210"/>
                </a:moveTo>
                <a:cubicBezTo>
                  <a:pt x="297425" y="138440"/>
                  <a:pt x="331699" y="157811"/>
                  <a:pt x="345718" y="160823"/>
                </a:cubicBezTo>
                <a:cubicBezTo>
                  <a:pt x="370432" y="166134"/>
                  <a:pt x="346898" y="130038"/>
                  <a:pt x="309413" y="118747"/>
                </a:cubicBezTo>
                <a:cubicBezTo>
                  <a:pt x="302800" y="116760"/>
                  <a:pt x="297959" y="118224"/>
                  <a:pt x="297773" y="125210"/>
                </a:cubicBezTo>
                <a:moveTo>
                  <a:pt x="55246" y="102861"/>
                </a:moveTo>
                <a:cubicBezTo>
                  <a:pt x="98664" y="112513"/>
                  <a:pt x="143717" y="85555"/>
                  <a:pt x="115581" y="76065"/>
                </a:cubicBezTo>
                <a:cubicBezTo>
                  <a:pt x="103754" y="72077"/>
                  <a:pt x="65756" y="71320"/>
                  <a:pt x="48673" y="80136"/>
                </a:cubicBezTo>
                <a:cubicBezTo>
                  <a:pt x="40782" y="84213"/>
                  <a:pt x="39171" y="99288"/>
                  <a:pt x="55246" y="102861"/>
                </a:cubicBezTo>
                <a:close/>
                <a:close/>
                <a:close/>
                <a:close/>
                <a:close/>
                <a:close/>
                <a:close/>
                <a:close/>
                <a:close/>
                <a:close/>
                <a:close/>
                <a:close/>
              </a:path>
            </a:pathLst>
          </a:custGeom>
          <a:solidFill>
            <a:srgbClr val="64506B"/>
          </a:solidFill>
          <a:ln/>
        </p:spPr>
      </p:sp>
      <p:sp>
        <p:nvSpPr>
          <p:cNvPr id="46" name="Text 44"/>
          <p:cNvSpPr/>
          <p:nvPr/>
        </p:nvSpPr>
        <p:spPr>
          <a:xfrm>
            <a:off x="6596504" y="221557"/>
            <a:ext cx="345718" cy="351033"/>
          </a:xfrm>
          <a:prstGeom prst="rect">
            <a:avLst/>
          </a:prstGeom>
          <a:noFill/>
          <a:ln/>
        </p:spPr>
        <p:txBody>
          <a:bodyPr wrap="square" rtlCol="0" anchor="ctr"/>
          <a:lstStyle/>
          <a:p>
            <a:pPr marL="0" indent="0" algn="l">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sp>
        <p:nvSpPr>
          <p:cNvPr id="47" name="Shape 45"/>
          <p:cNvSpPr/>
          <p:nvPr/>
        </p:nvSpPr>
        <p:spPr>
          <a:xfrm>
            <a:off x="6186761" y="1"/>
            <a:ext cx="1122187" cy="952548"/>
          </a:xfrm>
          <a:custGeom>
            <a:avLst/>
            <a:gdLst/>
            <a:ahLst/>
            <a:cxnLst/>
            <a:rect l="l" t="t" r="r" b="b"/>
            <a:pathLst>
              <a:path w="1122187" h="952548">
                <a:moveTo>
                  <a:pt x="499713" y="762208"/>
                </a:moveTo>
                <a:cubicBezTo>
                  <a:pt x="500974" y="761652"/>
                  <a:pt x="502296" y="761705"/>
                  <a:pt x="503677" y="762513"/>
                </a:cubicBezTo>
                <a:cubicBezTo>
                  <a:pt x="509099" y="765677"/>
                  <a:pt x="507045" y="774694"/>
                  <a:pt x="505646" y="787184"/>
                </a:cubicBezTo>
                <a:cubicBezTo>
                  <a:pt x="499035" y="849928"/>
                  <a:pt x="494459" y="839302"/>
                  <a:pt x="488490" y="880591"/>
                </a:cubicBezTo>
                <a:cubicBezTo>
                  <a:pt x="480704" y="933553"/>
                  <a:pt x="466426" y="933734"/>
                  <a:pt x="462977" y="924896"/>
                </a:cubicBezTo>
                <a:cubicBezTo>
                  <a:pt x="458682" y="914318"/>
                  <a:pt x="481494" y="818359"/>
                  <a:pt x="482521" y="812952"/>
                </a:cubicBezTo>
                <a:cubicBezTo>
                  <a:pt x="485043" y="799789"/>
                  <a:pt x="490886" y="766097"/>
                  <a:pt x="499713" y="762208"/>
                </a:cubicBezTo>
                <a:moveTo>
                  <a:pt x="533747" y="759643"/>
                </a:moveTo>
                <a:cubicBezTo>
                  <a:pt x="535464" y="759643"/>
                  <a:pt x="536933" y="761474"/>
                  <a:pt x="537361" y="762954"/>
                </a:cubicBezTo>
                <a:cubicBezTo>
                  <a:pt x="540106" y="773157"/>
                  <a:pt x="526617" y="850236"/>
                  <a:pt x="525666" y="860468"/>
                </a:cubicBezTo>
                <a:cubicBezTo>
                  <a:pt x="524705" y="871459"/>
                  <a:pt x="519887" y="922989"/>
                  <a:pt x="512595" y="931257"/>
                </a:cubicBezTo>
                <a:cubicBezTo>
                  <a:pt x="509646" y="934549"/>
                  <a:pt x="505061" y="935304"/>
                  <a:pt x="501913" y="932358"/>
                </a:cubicBezTo>
                <a:cubicBezTo>
                  <a:pt x="495724" y="926632"/>
                  <a:pt x="518141" y="778262"/>
                  <a:pt x="527426" y="764173"/>
                </a:cubicBezTo>
                <a:cubicBezTo>
                  <a:pt x="529414" y="761251"/>
                  <a:pt x="530541" y="759624"/>
                  <a:pt x="533747" y="759643"/>
                </a:cubicBezTo>
                <a:moveTo>
                  <a:pt x="570187" y="757878"/>
                </a:moveTo>
                <a:cubicBezTo>
                  <a:pt x="571547" y="757553"/>
                  <a:pt x="573007" y="757980"/>
                  <a:pt x="574261" y="759002"/>
                </a:cubicBezTo>
                <a:cubicBezTo>
                  <a:pt x="580439" y="763879"/>
                  <a:pt x="576444" y="797165"/>
                  <a:pt x="575240" y="805414"/>
                </a:cubicBezTo>
                <a:cubicBezTo>
                  <a:pt x="574884" y="812681"/>
                  <a:pt x="574384" y="820589"/>
                  <a:pt x="573514" y="827799"/>
                </a:cubicBezTo>
                <a:cubicBezTo>
                  <a:pt x="569338" y="861412"/>
                  <a:pt x="570284" y="947134"/>
                  <a:pt x="555017" y="942424"/>
                </a:cubicBezTo>
                <a:cubicBezTo>
                  <a:pt x="548172" y="940470"/>
                  <a:pt x="552967" y="909517"/>
                  <a:pt x="555107" y="852290"/>
                </a:cubicBezTo>
                <a:cubicBezTo>
                  <a:pt x="555877" y="830925"/>
                  <a:pt x="560387" y="775624"/>
                  <a:pt x="566712" y="761265"/>
                </a:cubicBezTo>
                <a:cubicBezTo>
                  <a:pt x="567566" y="759280"/>
                  <a:pt x="568827" y="758203"/>
                  <a:pt x="570187" y="757878"/>
                </a:cubicBezTo>
                <a:moveTo>
                  <a:pt x="636026" y="755250"/>
                </a:moveTo>
                <a:cubicBezTo>
                  <a:pt x="641310" y="755250"/>
                  <a:pt x="642238" y="764567"/>
                  <a:pt x="643375" y="769699"/>
                </a:cubicBezTo>
                <a:cubicBezTo>
                  <a:pt x="649567" y="797402"/>
                  <a:pt x="645106" y="808393"/>
                  <a:pt x="649253" y="850189"/>
                </a:cubicBezTo>
                <a:lnTo>
                  <a:pt x="649253" y="850194"/>
                </a:lnTo>
                <a:cubicBezTo>
                  <a:pt x="654504" y="904902"/>
                  <a:pt x="656445" y="908132"/>
                  <a:pt x="656236" y="915893"/>
                </a:cubicBezTo>
                <a:cubicBezTo>
                  <a:pt x="656140" y="921348"/>
                  <a:pt x="655113" y="934393"/>
                  <a:pt x="652117" y="938956"/>
                </a:cubicBezTo>
                <a:cubicBezTo>
                  <a:pt x="648340" y="944985"/>
                  <a:pt x="643275" y="944710"/>
                  <a:pt x="640720" y="942049"/>
                </a:cubicBezTo>
                <a:cubicBezTo>
                  <a:pt x="634223" y="935427"/>
                  <a:pt x="633743" y="925347"/>
                  <a:pt x="633082" y="916102"/>
                </a:cubicBezTo>
                <a:cubicBezTo>
                  <a:pt x="632173" y="902203"/>
                  <a:pt x="629325" y="898527"/>
                  <a:pt x="629325" y="813350"/>
                </a:cubicBezTo>
                <a:cubicBezTo>
                  <a:pt x="629325" y="798133"/>
                  <a:pt x="627641" y="755250"/>
                  <a:pt x="636026" y="755250"/>
                </a:cubicBezTo>
                <a:moveTo>
                  <a:pt x="603407" y="751953"/>
                </a:moveTo>
                <a:cubicBezTo>
                  <a:pt x="611783" y="756787"/>
                  <a:pt x="606803" y="811695"/>
                  <a:pt x="606247" y="859221"/>
                </a:cubicBezTo>
                <a:cubicBezTo>
                  <a:pt x="606147" y="867888"/>
                  <a:pt x="607864" y="924123"/>
                  <a:pt x="603645" y="940939"/>
                </a:cubicBezTo>
                <a:cubicBezTo>
                  <a:pt x="600320" y="953837"/>
                  <a:pt x="592472" y="954814"/>
                  <a:pt x="587536" y="950488"/>
                </a:cubicBezTo>
                <a:cubicBezTo>
                  <a:pt x="586280" y="949392"/>
                  <a:pt x="585210" y="947006"/>
                  <a:pt x="583416" y="941802"/>
                </a:cubicBezTo>
                <a:cubicBezTo>
                  <a:pt x="582584" y="939170"/>
                  <a:pt x="586247" y="790884"/>
                  <a:pt x="595293" y="759306"/>
                </a:cubicBezTo>
                <a:cubicBezTo>
                  <a:pt x="596677" y="754610"/>
                  <a:pt x="599193" y="749463"/>
                  <a:pt x="603407" y="751953"/>
                </a:cubicBezTo>
                <a:moveTo>
                  <a:pt x="705026" y="746100"/>
                </a:moveTo>
                <a:cubicBezTo>
                  <a:pt x="710101" y="746100"/>
                  <a:pt x="714676" y="757783"/>
                  <a:pt x="734096" y="829179"/>
                </a:cubicBezTo>
                <a:cubicBezTo>
                  <a:pt x="736812" y="836675"/>
                  <a:pt x="764023" y="907634"/>
                  <a:pt x="754791" y="918597"/>
                </a:cubicBezTo>
                <a:cubicBezTo>
                  <a:pt x="752318" y="921542"/>
                  <a:pt x="747595" y="921149"/>
                  <a:pt x="745630" y="916424"/>
                </a:cubicBezTo>
                <a:cubicBezTo>
                  <a:pt x="725611" y="868276"/>
                  <a:pt x="721968" y="834298"/>
                  <a:pt x="714001" y="810252"/>
                </a:cubicBezTo>
                <a:cubicBezTo>
                  <a:pt x="706405" y="786838"/>
                  <a:pt x="692921" y="746100"/>
                  <a:pt x="705026" y="746100"/>
                </a:cubicBezTo>
                <a:moveTo>
                  <a:pt x="466003" y="741409"/>
                </a:moveTo>
                <a:cubicBezTo>
                  <a:pt x="468187" y="741369"/>
                  <a:pt x="469867" y="742736"/>
                  <a:pt x="470787" y="744767"/>
                </a:cubicBezTo>
                <a:cubicBezTo>
                  <a:pt x="476904" y="758590"/>
                  <a:pt x="448319" y="825850"/>
                  <a:pt x="444295" y="847186"/>
                </a:cubicBezTo>
                <a:cubicBezTo>
                  <a:pt x="441341" y="863699"/>
                  <a:pt x="436927" y="898735"/>
                  <a:pt x="425884" y="912952"/>
                </a:cubicBezTo>
                <a:cubicBezTo>
                  <a:pt x="419667" y="920873"/>
                  <a:pt x="410859" y="918862"/>
                  <a:pt x="409474" y="911643"/>
                </a:cubicBezTo>
                <a:cubicBezTo>
                  <a:pt x="407113" y="900912"/>
                  <a:pt x="414761" y="877906"/>
                  <a:pt x="440114" y="790144"/>
                </a:cubicBezTo>
                <a:cubicBezTo>
                  <a:pt x="442982" y="780458"/>
                  <a:pt x="450787" y="755673"/>
                  <a:pt x="458198" y="746494"/>
                </a:cubicBezTo>
                <a:cubicBezTo>
                  <a:pt x="461132" y="742896"/>
                  <a:pt x="463819" y="741449"/>
                  <a:pt x="466003" y="741409"/>
                </a:cubicBezTo>
                <a:moveTo>
                  <a:pt x="664302" y="741002"/>
                </a:moveTo>
                <a:cubicBezTo>
                  <a:pt x="666337" y="740278"/>
                  <a:pt x="668952" y="741598"/>
                  <a:pt x="670771" y="745127"/>
                </a:cubicBezTo>
                <a:cubicBezTo>
                  <a:pt x="676588" y="756526"/>
                  <a:pt x="678043" y="761592"/>
                  <a:pt x="679337" y="766222"/>
                </a:cubicBezTo>
                <a:cubicBezTo>
                  <a:pt x="683004" y="779025"/>
                  <a:pt x="691275" y="819498"/>
                  <a:pt x="694552" y="851963"/>
                </a:cubicBezTo>
                <a:cubicBezTo>
                  <a:pt x="722790" y="960298"/>
                  <a:pt x="695104" y="947628"/>
                  <a:pt x="691565" y="933126"/>
                </a:cubicBezTo>
                <a:cubicBezTo>
                  <a:pt x="690695" y="929626"/>
                  <a:pt x="663536" y="770221"/>
                  <a:pt x="661315" y="749140"/>
                </a:cubicBezTo>
                <a:cubicBezTo>
                  <a:pt x="660814" y="744494"/>
                  <a:pt x="662268" y="741726"/>
                  <a:pt x="664302" y="741002"/>
                </a:cubicBezTo>
                <a:moveTo>
                  <a:pt x="422877" y="740749"/>
                </a:moveTo>
                <a:cubicBezTo>
                  <a:pt x="426258" y="740825"/>
                  <a:pt x="428064" y="744710"/>
                  <a:pt x="427896" y="747741"/>
                </a:cubicBezTo>
                <a:lnTo>
                  <a:pt x="427895" y="747741"/>
                </a:lnTo>
                <a:cubicBezTo>
                  <a:pt x="426919" y="763812"/>
                  <a:pt x="398729" y="832002"/>
                  <a:pt x="391956" y="846546"/>
                </a:cubicBezTo>
                <a:cubicBezTo>
                  <a:pt x="371329" y="922292"/>
                  <a:pt x="354307" y="905855"/>
                  <a:pt x="354946" y="897568"/>
                </a:cubicBezTo>
                <a:cubicBezTo>
                  <a:pt x="356925" y="872892"/>
                  <a:pt x="410095" y="755255"/>
                  <a:pt x="416020" y="747058"/>
                </a:cubicBezTo>
                <a:cubicBezTo>
                  <a:pt x="417546" y="744895"/>
                  <a:pt x="420199" y="740687"/>
                  <a:pt x="422877" y="740749"/>
                </a:cubicBezTo>
                <a:moveTo>
                  <a:pt x="734938" y="733320"/>
                </a:moveTo>
                <a:cubicBezTo>
                  <a:pt x="746011" y="734711"/>
                  <a:pt x="763488" y="778381"/>
                  <a:pt x="768798" y="792568"/>
                </a:cubicBezTo>
                <a:cubicBezTo>
                  <a:pt x="787633" y="842589"/>
                  <a:pt x="814749" y="894893"/>
                  <a:pt x="801084" y="900343"/>
                </a:cubicBezTo>
                <a:cubicBezTo>
                  <a:pt x="796047" y="902473"/>
                  <a:pt x="793431" y="897222"/>
                  <a:pt x="791205" y="892678"/>
                </a:cubicBezTo>
                <a:cubicBezTo>
                  <a:pt x="776423" y="871435"/>
                  <a:pt x="763077" y="830223"/>
                  <a:pt x="754539" y="811790"/>
                </a:cubicBezTo>
                <a:cubicBezTo>
                  <a:pt x="750125" y="802184"/>
                  <a:pt x="724070" y="743984"/>
                  <a:pt x="730638" y="735521"/>
                </a:cubicBezTo>
                <a:cubicBezTo>
                  <a:pt x="731905" y="733785"/>
                  <a:pt x="733356" y="733121"/>
                  <a:pt x="734938" y="733320"/>
                </a:cubicBezTo>
                <a:moveTo>
                  <a:pt x="396007" y="722178"/>
                </a:moveTo>
                <a:cubicBezTo>
                  <a:pt x="395243" y="722164"/>
                  <a:pt x="398759" y="721912"/>
                  <a:pt x="399223" y="724863"/>
                </a:cubicBezTo>
                <a:cubicBezTo>
                  <a:pt x="401438" y="739003"/>
                  <a:pt x="381155" y="761464"/>
                  <a:pt x="361779" y="803241"/>
                </a:cubicBezTo>
                <a:cubicBezTo>
                  <a:pt x="353096" y="821585"/>
                  <a:pt x="327128" y="883143"/>
                  <a:pt x="310341" y="874775"/>
                </a:cubicBezTo>
                <a:cubicBezTo>
                  <a:pt x="298650" y="869177"/>
                  <a:pt x="325024" y="834535"/>
                  <a:pt x="339819" y="803834"/>
                </a:cubicBezTo>
                <a:cubicBezTo>
                  <a:pt x="350668" y="781435"/>
                  <a:pt x="384227" y="722178"/>
                  <a:pt x="396007" y="722178"/>
                </a:cubicBezTo>
                <a:moveTo>
                  <a:pt x="773126" y="718720"/>
                </a:moveTo>
                <a:cubicBezTo>
                  <a:pt x="779633" y="718027"/>
                  <a:pt x="804837" y="762868"/>
                  <a:pt x="807795" y="768770"/>
                </a:cubicBezTo>
                <a:cubicBezTo>
                  <a:pt x="844147" y="842504"/>
                  <a:pt x="852933" y="841859"/>
                  <a:pt x="859144" y="860743"/>
                </a:cubicBezTo>
                <a:cubicBezTo>
                  <a:pt x="864705" y="878765"/>
                  <a:pt x="853960" y="880183"/>
                  <a:pt x="850340" y="876578"/>
                </a:cubicBezTo>
                <a:cubicBezTo>
                  <a:pt x="847344" y="873651"/>
                  <a:pt x="845793" y="871834"/>
                  <a:pt x="843420" y="867650"/>
                </a:cubicBezTo>
                <a:cubicBezTo>
                  <a:pt x="819444" y="827244"/>
                  <a:pt x="766853" y="744525"/>
                  <a:pt x="768351" y="725830"/>
                </a:cubicBezTo>
                <a:cubicBezTo>
                  <a:pt x="768637" y="722624"/>
                  <a:pt x="769921" y="719251"/>
                  <a:pt x="773126" y="718720"/>
                </a:cubicBezTo>
                <a:moveTo>
                  <a:pt x="807538" y="711651"/>
                </a:moveTo>
                <a:cubicBezTo>
                  <a:pt x="818992" y="711656"/>
                  <a:pt x="844866" y="767527"/>
                  <a:pt x="871725" y="807819"/>
                </a:cubicBezTo>
                <a:cubicBezTo>
                  <a:pt x="876785" y="815442"/>
                  <a:pt x="896757" y="845237"/>
                  <a:pt x="891207" y="852485"/>
                </a:cubicBezTo>
                <a:cubicBezTo>
                  <a:pt x="890160" y="853884"/>
                  <a:pt x="888191" y="854776"/>
                  <a:pt x="886403" y="854477"/>
                </a:cubicBezTo>
                <a:cubicBezTo>
                  <a:pt x="875496" y="852357"/>
                  <a:pt x="782406" y="711651"/>
                  <a:pt x="807538" y="711651"/>
                </a:cubicBezTo>
                <a:moveTo>
                  <a:pt x="370470" y="704735"/>
                </a:moveTo>
                <a:cubicBezTo>
                  <a:pt x="372029" y="704731"/>
                  <a:pt x="374294" y="706505"/>
                  <a:pt x="373306" y="709892"/>
                </a:cubicBezTo>
                <a:cubicBezTo>
                  <a:pt x="373720" y="719550"/>
                  <a:pt x="330831" y="776070"/>
                  <a:pt x="325001" y="785643"/>
                </a:cubicBezTo>
                <a:lnTo>
                  <a:pt x="325001" y="785643"/>
                </a:lnTo>
                <a:cubicBezTo>
                  <a:pt x="317410" y="798118"/>
                  <a:pt x="281913" y="857328"/>
                  <a:pt x="267447" y="858130"/>
                </a:cubicBezTo>
                <a:cubicBezTo>
                  <a:pt x="263905" y="858400"/>
                  <a:pt x="261402" y="855672"/>
                  <a:pt x="261092" y="853045"/>
                </a:cubicBezTo>
                <a:cubicBezTo>
                  <a:pt x="260162" y="844240"/>
                  <a:pt x="290159" y="810058"/>
                  <a:pt x="307278" y="784812"/>
                </a:cubicBezTo>
                <a:cubicBezTo>
                  <a:pt x="313215" y="776032"/>
                  <a:pt x="356553" y="704768"/>
                  <a:pt x="370470" y="704735"/>
                </a:cubicBezTo>
                <a:moveTo>
                  <a:pt x="834112" y="679366"/>
                </a:moveTo>
                <a:cubicBezTo>
                  <a:pt x="844999" y="679371"/>
                  <a:pt x="924334" y="788005"/>
                  <a:pt x="930403" y="797981"/>
                </a:cubicBezTo>
                <a:cubicBezTo>
                  <a:pt x="940501" y="814863"/>
                  <a:pt x="930727" y="818540"/>
                  <a:pt x="924824" y="812653"/>
                </a:cubicBezTo>
                <a:cubicBezTo>
                  <a:pt x="909381" y="797616"/>
                  <a:pt x="812514" y="679366"/>
                  <a:pt x="834112" y="679366"/>
                </a:cubicBezTo>
                <a:moveTo>
                  <a:pt x="339497" y="677132"/>
                </a:moveTo>
                <a:cubicBezTo>
                  <a:pt x="345095" y="674827"/>
                  <a:pt x="348501" y="679575"/>
                  <a:pt x="346240" y="685258"/>
                </a:cubicBezTo>
                <a:cubicBezTo>
                  <a:pt x="340957" y="698218"/>
                  <a:pt x="327183" y="707899"/>
                  <a:pt x="286180" y="763400"/>
                </a:cubicBezTo>
                <a:lnTo>
                  <a:pt x="286179" y="763400"/>
                </a:lnTo>
                <a:cubicBezTo>
                  <a:pt x="249299" y="813720"/>
                  <a:pt x="243642" y="829289"/>
                  <a:pt x="231131" y="836570"/>
                </a:cubicBezTo>
                <a:cubicBezTo>
                  <a:pt x="226916" y="839023"/>
                  <a:pt x="221718" y="840265"/>
                  <a:pt x="218451" y="836717"/>
                </a:cubicBezTo>
                <a:cubicBezTo>
                  <a:pt x="211796" y="829540"/>
                  <a:pt x="221276" y="818388"/>
                  <a:pt x="233399" y="801396"/>
                </a:cubicBezTo>
                <a:cubicBezTo>
                  <a:pt x="246987" y="782426"/>
                  <a:pt x="317860" y="685922"/>
                  <a:pt x="339497" y="677132"/>
                </a:cubicBezTo>
                <a:moveTo>
                  <a:pt x="315980" y="656488"/>
                </a:moveTo>
                <a:cubicBezTo>
                  <a:pt x="319396" y="657553"/>
                  <a:pt x="320358" y="659818"/>
                  <a:pt x="319420" y="663095"/>
                </a:cubicBezTo>
                <a:lnTo>
                  <a:pt x="312426" y="674231"/>
                </a:lnTo>
                <a:lnTo>
                  <a:pt x="311454" y="675779"/>
                </a:lnTo>
                <a:cubicBezTo>
                  <a:pt x="303077" y="686012"/>
                  <a:pt x="289301" y="699551"/>
                  <a:pt x="274538" y="714901"/>
                </a:cubicBezTo>
                <a:cubicBezTo>
                  <a:pt x="255573" y="734464"/>
                  <a:pt x="209571" y="791672"/>
                  <a:pt x="192071" y="802473"/>
                </a:cubicBezTo>
                <a:cubicBezTo>
                  <a:pt x="184255" y="807183"/>
                  <a:pt x="176540" y="801163"/>
                  <a:pt x="183060" y="791017"/>
                </a:cubicBezTo>
                <a:cubicBezTo>
                  <a:pt x="189395" y="781245"/>
                  <a:pt x="205846" y="765468"/>
                  <a:pt x="227725" y="742219"/>
                </a:cubicBezTo>
                <a:cubicBezTo>
                  <a:pt x="245582" y="723160"/>
                  <a:pt x="305293" y="653509"/>
                  <a:pt x="315980" y="656488"/>
                </a:cubicBezTo>
                <a:moveTo>
                  <a:pt x="856735" y="655887"/>
                </a:moveTo>
                <a:cubicBezTo>
                  <a:pt x="865768" y="657581"/>
                  <a:pt x="896841" y="680382"/>
                  <a:pt x="961643" y="747266"/>
                </a:cubicBezTo>
                <a:cubicBezTo>
                  <a:pt x="966351" y="752067"/>
                  <a:pt x="975607" y="761407"/>
                  <a:pt x="969548" y="764258"/>
                </a:cubicBezTo>
                <a:cubicBezTo>
                  <a:pt x="962508" y="767768"/>
                  <a:pt x="921090" y="728264"/>
                  <a:pt x="923640" y="731096"/>
                </a:cubicBezTo>
                <a:cubicBezTo>
                  <a:pt x="919825" y="727633"/>
                  <a:pt x="863354" y="672517"/>
                  <a:pt x="861751" y="670672"/>
                </a:cubicBezTo>
                <a:cubicBezTo>
                  <a:pt x="853828" y="661454"/>
                  <a:pt x="851314" y="654871"/>
                  <a:pt x="856735" y="655887"/>
                </a:cubicBezTo>
                <a:moveTo>
                  <a:pt x="287301" y="633875"/>
                </a:moveTo>
                <a:cubicBezTo>
                  <a:pt x="294888" y="630778"/>
                  <a:pt x="301178" y="635626"/>
                  <a:pt x="294700" y="642831"/>
                </a:cubicBezTo>
                <a:cubicBezTo>
                  <a:pt x="279053" y="661070"/>
                  <a:pt x="227878" y="704679"/>
                  <a:pt x="194962" y="734530"/>
                </a:cubicBezTo>
                <a:lnTo>
                  <a:pt x="194963" y="734530"/>
                </a:lnTo>
                <a:cubicBezTo>
                  <a:pt x="179429" y="748619"/>
                  <a:pt x="157774" y="773874"/>
                  <a:pt x="148086" y="770193"/>
                </a:cubicBezTo>
                <a:cubicBezTo>
                  <a:pt x="133740" y="765055"/>
                  <a:pt x="164506" y="741408"/>
                  <a:pt x="181204" y="725792"/>
                </a:cubicBezTo>
                <a:cubicBezTo>
                  <a:pt x="192301" y="715466"/>
                  <a:pt x="261701" y="643927"/>
                  <a:pt x="287301" y="633875"/>
                </a:cubicBezTo>
                <a:moveTo>
                  <a:pt x="881839" y="618498"/>
                </a:moveTo>
                <a:cubicBezTo>
                  <a:pt x="894743" y="621637"/>
                  <a:pt x="922541" y="643094"/>
                  <a:pt x="956715" y="669139"/>
                </a:cubicBezTo>
                <a:cubicBezTo>
                  <a:pt x="973681" y="682298"/>
                  <a:pt x="1010295" y="706989"/>
                  <a:pt x="1009467" y="715764"/>
                </a:cubicBezTo>
                <a:cubicBezTo>
                  <a:pt x="1009286" y="717344"/>
                  <a:pt x="1008302" y="718625"/>
                  <a:pt x="1006899" y="719308"/>
                </a:cubicBezTo>
                <a:cubicBezTo>
                  <a:pt x="998804" y="723017"/>
                  <a:pt x="871977" y="633610"/>
                  <a:pt x="874217" y="621973"/>
                </a:cubicBezTo>
                <a:cubicBezTo>
                  <a:pt x="874893" y="618441"/>
                  <a:pt x="877538" y="617452"/>
                  <a:pt x="881839" y="618498"/>
                </a:cubicBezTo>
                <a:moveTo>
                  <a:pt x="576769" y="611709"/>
                </a:moveTo>
                <a:cubicBezTo>
                  <a:pt x="578374" y="611915"/>
                  <a:pt x="579869" y="613139"/>
                  <a:pt x="580691" y="615556"/>
                </a:cubicBezTo>
                <a:cubicBezTo>
                  <a:pt x="582875" y="621865"/>
                  <a:pt x="583459" y="629919"/>
                  <a:pt x="584092" y="633320"/>
                </a:cubicBezTo>
                <a:cubicBezTo>
                  <a:pt x="587726" y="650231"/>
                  <a:pt x="586879" y="715162"/>
                  <a:pt x="578456" y="727410"/>
                </a:cubicBezTo>
                <a:cubicBezTo>
                  <a:pt x="575445" y="731912"/>
                  <a:pt x="571569" y="731328"/>
                  <a:pt x="569414" y="728155"/>
                </a:cubicBezTo>
                <a:cubicBezTo>
                  <a:pt x="558869" y="712610"/>
                  <a:pt x="568525" y="618705"/>
                  <a:pt x="572187" y="613976"/>
                </a:cubicBezTo>
                <a:cubicBezTo>
                  <a:pt x="573450" y="612318"/>
                  <a:pt x="575165" y="611504"/>
                  <a:pt x="576769" y="611709"/>
                </a:cubicBezTo>
                <a:moveTo>
                  <a:pt x="267142" y="610643"/>
                </a:moveTo>
                <a:cubicBezTo>
                  <a:pt x="273763" y="610056"/>
                  <a:pt x="272892" y="615156"/>
                  <a:pt x="267380" y="620655"/>
                </a:cubicBezTo>
                <a:cubicBezTo>
                  <a:pt x="250207" y="637974"/>
                  <a:pt x="189737" y="679357"/>
                  <a:pt x="178797" y="689243"/>
                </a:cubicBezTo>
                <a:lnTo>
                  <a:pt x="178796" y="689243"/>
                </a:lnTo>
                <a:cubicBezTo>
                  <a:pt x="153814" y="711832"/>
                  <a:pt x="130358" y="740611"/>
                  <a:pt x="112739" y="737538"/>
                </a:cubicBezTo>
                <a:cubicBezTo>
                  <a:pt x="111098" y="737267"/>
                  <a:pt x="109457" y="735512"/>
                  <a:pt x="108711" y="734113"/>
                </a:cubicBezTo>
                <a:cubicBezTo>
                  <a:pt x="103012" y="723031"/>
                  <a:pt x="127374" y="712316"/>
                  <a:pt x="158418" y="685462"/>
                </a:cubicBezTo>
                <a:cubicBezTo>
                  <a:pt x="224264" y="628399"/>
                  <a:pt x="256108" y="611622"/>
                  <a:pt x="267142" y="610643"/>
                </a:cubicBezTo>
                <a:moveTo>
                  <a:pt x="531559" y="608132"/>
                </a:moveTo>
                <a:cubicBezTo>
                  <a:pt x="534978" y="608132"/>
                  <a:pt x="535306" y="611713"/>
                  <a:pt x="535392" y="614929"/>
                </a:cubicBezTo>
                <a:cubicBezTo>
                  <a:pt x="536139" y="637276"/>
                  <a:pt x="526393" y="701069"/>
                  <a:pt x="521608" y="715390"/>
                </a:cubicBezTo>
                <a:cubicBezTo>
                  <a:pt x="515225" y="734354"/>
                  <a:pt x="504472" y="730887"/>
                  <a:pt x="502693" y="721874"/>
                </a:cubicBezTo>
                <a:cubicBezTo>
                  <a:pt x="499901" y="706713"/>
                  <a:pt x="509699" y="667944"/>
                  <a:pt x="514360" y="653139"/>
                </a:cubicBezTo>
                <a:cubicBezTo>
                  <a:pt x="517204" y="644121"/>
                  <a:pt x="523706" y="608132"/>
                  <a:pt x="531559" y="608132"/>
                </a:cubicBezTo>
                <a:moveTo>
                  <a:pt x="618390" y="607453"/>
                </a:moveTo>
                <a:cubicBezTo>
                  <a:pt x="631351" y="603142"/>
                  <a:pt x="635550" y="668314"/>
                  <a:pt x="637482" y="681193"/>
                </a:cubicBezTo>
                <a:cubicBezTo>
                  <a:pt x="644364" y="726623"/>
                  <a:pt x="630666" y="733700"/>
                  <a:pt x="624654" y="718359"/>
                </a:cubicBezTo>
                <a:cubicBezTo>
                  <a:pt x="619955" y="705950"/>
                  <a:pt x="607203" y="611172"/>
                  <a:pt x="618390" y="607453"/>
                </a:cubicBezTo>
                <a:moveTo>
                  <a:pt x="491449" y="599465"/>
                </a:moveTo>
                <a:cubicBezTo>
                  <a:pt x="501052" y="599465"/>
                  <a:pt x="483511" y="633453"/>
                  <a:pt x="474940" y="652100"/>
                </a:cubicBezTo>
                <a:cubicBezTo>
                  <a:pt x="471253" y="660122"/>
                  <a:pt x="448452" y="718093"/>
                  <a:pt x="438235" y="710300"/>
                </a:cubicBezTo>
                <a:cubicBezTo>
                  <a:pt x="434026" y="706889"/>
                  <a:pt x="437408" y="697829"/>
                  <a:pt x="439486" y="692506"/>
                </a:cubicBezTo>
                <a:cubicBezTo>
                  <a:pt x="452590" y="659259"/>
                  <a:pt x="447805" y="674229"/>
                  <a:pt x="456556" y="651593"/>
                </a:cubicBezTo>
                <a:cubicBezTo>
                  <a:pt x="466278" y="626442"/>
                  <a:pt x="487482" y="599465"/>
                  <a:pt x="491449" y="599465"/>
                </a:cubicBezTo>
                <a:moveTo>
                  <a:pt x="661625" y="598772"/>
                </a:moveTo>
                <a:cubicBezTo>
                  <a:pt x="675922" y="598772"/>
                  <a:pt x="696279" y="699849"/>
                  <a:pt x="696303" y="700656"/>
                </a:cubicBezTo>
                <a:cubicBezTo>
                  <a:pt x="698310" y="715916"/>
                  <a:pt x="690324" y="719294"/>
                  <a:pt x="684854" y="709431"/>
                </a:cubicBezTo>
                <a:cubicBezTo>
                  <a:pt x="680317" y="701320"/>
                  <a:pt x="675694" y="682758"/>
                  <a:pt x="665967" y="648400"/>
                </a:cubicBezTo>
                <a:cubicBezTo>
                  <a:pt x="661953" y="634596"/>
                  <a:pt x="650357" y="598772"/>
                  <a:pt x="661625" y="598772"/>
                </a:cubicBezTo>
                <a:moveTo>
                  <a:pt x="897271" y="590746"/>
                </a:moveTo>
                <a:cubicBezTo>
                  <a:pt x="907293" y="589489"/>
                  <a:pt x="950565" y="620503"/>
                  <a:pt x="982689" y="639753"/>
                </a:cubicBezTo>
                <a:cubicBezTo>
                  <a:pt x="1021658" y="663229"/>
                  <a:pt x="1037777" y="670482"/>
                  <a:pt x="1030847" y="677602"/>
                </a:cubicBezTo>
                <a:cubicBezTo>
                  <a:pt x="1028412" y="680107"/>
                  <a:pt x="1023603" y="677265"/>
                  <a:pt x="1019418" y="675581"/>
                </a:cubicBezTo>
                <a:cubicBezTo>
                  <a:pt x="995798" y="666066"/>
                  <a:pt x="870488" y="594560"/>
                  <a:pt x="897271" y="590746"/>
                </a:cubicBezTo>
                <a:moveTo>
                  <a:pt x="228573" y="588060"/>
                </a:moveTo>
                <a:cubicBezTo>
                  <a:pt x="232941" y="587355"/>
                  <a:pt x="235694" y="588122"/>
                  <a:pt x="236298" y="590789"/>
                </a:cubicBezTo>
                <a:cubicBezTo>
                  <a:pt x="238205" y="600295"/>
                  <a:pt x="181978" y="627296"/>
                  <a:pt x="142523" y="651911"/>
                </a:cubicBezTo>
                <a:cubicBezTo>
                  <a:pt x="115453" y="668798"/>
                  <a:pt x="93681" y="683337"/>
                  <a:pt x="86461" y="683569"/>
                </a:cubicBezTo>
                <a:cubicBezTo>
                  <a:pt x="82204" y="683735"/>
                  <a:pt x="79365" y="677441"/>
                  <a:pt x="83478" y="674078"/>
                </a:cubicBezTo>
                <a:cubicBezTo>
                  <a:pt x="88334" y="670180"/>
                  <a:pt x="197998" y="593003"/>
                  <a:pt x="228573" y="588060"/>
                </a:cubicBezTo>
                <a:moveTo>
                  <a:pt x="697282" y="582666"/>
                </a:moveTo>
                <a:cubicBezTo>
                  <a:pt x="706537" y="581726"/>
                  <a:pt x="725670" y="615626"/>
                  <a:pt x="731875" y="627543"/>
                </a:cubicBezTo>
                <a:cubicBezTo>
                  <a:pt x="740398" y="639283"/>
                  <a:pt x="761493" y="675026"/>
                  <a:pt x="760313" y="685618"/>
                </a:cubicBezTo>
                <a:cubicBezTo>
                  <a:pt x="759571" y="692630"/>
                  <a:pt x="752441" y="695741"/>
                  <a:pt x="747033" y="687758"/>
                </a:cubicBezTo>
                <a:cubicBezTo>
                  <a:pt x="736217" y="674186"/>
                  <a:pt x="687941" y="597586"/>
                  <a:pt x="693986" y="585367"/>
                </a:cubicBezTo>
                <a:cubicBezTo>
                  <a:pt x="694839" y="583645"/>
                  <a:pt x="695960" y="582800"/>
                  <a:pt x="697282" y="582666"/>
                </a:cubicBezTo>
                <a:moveTo>
                  <a:pt x="451948" y="581316"/>
                </a:moveTo>
                <a:cubicBezTo>
                  <a:pt x="457722" y="587957"/>
                  <a:pt x="443224" y="608407"/>
                  <a:pt x="438754" y="617894"/>
                </a:cubicBezTo>
                <a:cubicBezTo>
                  <a:pt x="399309" y="701647"/>
                  <a:pt x="383774" y="687454"/>
                  <a:pt x="386071" y="676686"/>
                </a:cubicBezTo>
                <a:cubicBezTo>
                  <a:pt x="388560" y="663774"/>
                  <a:pt x="442402" y="570396"/>
                  <a:pt x="451948" y="581316"/>
                </a:cubicBezTo>
                <a:moveTo>
                  <a:pt x="926096" y="560612"/>
                </a:moveTo>
                <a:cubicBezTo>
                  <a:pt x="939682" y="562577"/>
                  <a:pt x="973858" y="580634"/>
                  <a:pt x="985248" y="586743"/>
                </a:cubicBezTo>
                <a:cubicBezTo>
                  <a:pt x="1028835" y="610361"/>
                  <a:pt x="1062790" y="626950"/>
                  <a:pt x="1059423" y="636318"/>
                </a:cubicBezTo>
                <a:cubicBezTo>
                  <a:pt x="1053839" y="651839"/>
                  <a:pt x="925937" y="576729"/>
                  <a:pt x="920981" y="565050"/>
                </a:cubicBezTo>
                <a:cubicBezTo>
                  <a:pt x="919327" y="561091"/>
                  <a:pt x="921568" y="559957"/>
                  <a:pt x="926096" y="560612"/>
                </a:cubicBezTo>
                <a:moveTo>
                  <a:pt x="736770" y="560355"/>
                </a:moveTo>
                <a:cubicBezTo>
                  <a:pt x="738331" y="560119"/>
                  <a:pt x="740068" y="560456"/>
                  <a:pt x="741550" y="561213"/>
                </a:cubicBezTo>
                <a:cubicBezTo>
                  <a:pt x="744189" y="562560"/>
                  <a:pt x="826059" y="642494"/>
                  <a:pt x="811248" y="657266"/>
                </a:cubicBezTo>
                <a:cubicBezTo>
                  <a:pt x="805883" y="663328"/>
                  <a:pt x="798287" y="654453"/>
                  <a:pt x="792242" y="647803"/>
                </a:cubicBezTo>
                <a:cubicBezTo>
                  <a:pt x="783667" y="638311"/>
                  <a:pt x="727161" y="574366"/>
                  <a:pt x="733050" y="562935"/>
                </a:cubicBezTo>
                <a:cubicBezTo>
                  <a:pt x="733825" y="561400"/>
                  <a:pt x="735209" y="560591"/>
                  <a:pt x="736770" y="560355"/>
                </a:cubicBezTo>
                <a:moveTo>
                  <a:pt x="414601" y="557041"/>
                </a:moveTo>
                <a:cubicBezTo>
                  <a:pt x="415820" y="557116"/>
                  <a:pt x="416702" y="557693"/>
                  <a:pt x="417145" y="558898"/>
                </a:cubicBezTo>
                <a:cubicBezTo>
                  <a:pt x="417950" y="561127"/>
                  <a:pt x="416065" y="567237"/>
                  <a:pt x="414609" y="569941"/>
                </a:cubicBezTo>
                <a:cubicBezTo>
                  <a:pt x="408543" y="581321"/>
                  <a:pt x="344035" y="657233"/>
                  <a:pt x="335513" y="642784"/>
                </a:cubicBezTo>
                <a:cubicBezTo>
                  <a:pt x="327950" y="630631"/>
                  <a:pt x="365250" y="595561"/>
                  <a:pt x="374509" y="586809"/>
                </a:cubicBezTo>
                <a:cubicBezTo>
                  <a:pt x="381032" y="580666"/>
                  <a:pt x="406069" y="556524"/>
                  <a:pt x="414601" y="557041"/>
                </a:cubicBezTo>
                <a:moveTo>
                  <a:pt x="221974" y="546892"/>
                </a:moveTo>
                <a:cubicBezTo>
                  <a:pt x="227466" y="546892"/>
                  <a:pt x="230275" y="552641"/>
                  <a:pt x="227462" y="557195"/>
                </a:cubicBezTo>
                <a:cubicBezTo>
                  <a:pt x="225602" y="560211"/>
                  <a:pt x="212103" y="568764"/>
                  <a:pt x="209083" y="570553"/>
                </a:cubicBezTo>
                <a:cubicBezTo>
                  <a:pt x="187078" y="583588"/>
                  <a:pt x="167317" y="584765"/>
                  <a:pt x="104482" y="615997"/>
                </a:cubicBezTo>
                <a:cubicBezTo>
                  <a:pt x="85475" y="626793"/>
                  <a:pt x="46897" y="653722"/>
                  <a:pt x="43165" y="635573"/>
                </a:cubicBezTo>
                <a:cubicBezTo>
                  <a:pt x="40529" y="621992"/>
                  <a:pt x="85663" y="606348"/>
                  <a:pt x="150724" y="575078"/>
                </a:cubicBezTo>
                <a:cubicBezTo>
                  <a:pt x="155057" y="573000"/>
                  <a:pt x="205299" y="546892"/>
                  <a:pt x="221974" y="546892"/>
                </a:cubicBezTo>
                <a:moveTo>
                  <a:pt x="770226" y="529191"/>
                </a:moveTo>
                <a:cubicBezTo>
                  <a:pt x="776294" y="530254"/>
                  <a:pt x="783005" y="535965"/>
                  <a:pt x="791020" y="541579"/>
                </a:cubicBezTo>
                <a:cubicBezTo>
                  <a:pt x="793541" y="543343"/>
                  <a:pt x="806544" y="553224"/>
                  <a:pt x="814226" y="559557"/>
                </a:cubicBezTo>
                <a:cubicBezTo>
                  <a:pt x="869694" y="595144"/>
                  <a:pt x="858897" y="611481"/>
                  <a:pt x="849051" y="609185"/>
                </a:cubicBezTo>
                <a:cubicBezTo>
                  <a:pt x="833151" y="605452"/>
                  <a:pt x="746510" y="537850"/>
                  <a:pt x="764346" y="529853"/>
                </a:cubicBezTo>
                <a:cubicBezTo>
                  <a:pt x="766251" y="528999"/>
                  <a:pt x="768203" y="528837"/>
                  <a:pt x="770226" y="529191"/>
                </a:cubicBezTo>
                <a:moveTo>
                  <a:pt x="397291" y="522782"/>
                </a:moveTo>
                <a:cubicBezTo>
                  <a:pt x="399695" y="523273"/>
                  <a:pt x="400702" y="525081"/>
                  <a:pt x="399871" y="528548"/>
                </a:cubicBezTo>
                <a:cubicBezTo>
                  <a:pt x="399164" y="531499"/>
                  <a:pt x="396020" y="534648"/>
                  <a:pt x="392919" y="537447"/>
                </a:cubicBezTo>
                <a:cubicBezTo>
                  <a:pt x="377849" y="551536"/>
                  <a:pt x="361595" y="561924"/>
                  <a:pt x="347603" y="569576"/>
                </a:cubicBezTo>
                <a:cubicBezTo>
                  <a:pt x="315065" y="592914"/>
                  <a:pt x="289012" y="601049"/>
                  <a:pt x="292491" y="589432"/>
                </a:cubicBezTo>
                <a:cubicBezTo>
                  <a:pt x="295159" y="580496"/>
                  <a:pt x="380461" y="519348"/>
                  <a:pt x="397291" y="522782"/>
                </a:cubicBezTo>
                <a:moveTo>
                  <a:pt x="933285" y="516011"/>
                </a:moveTo>
                <a:cubicBezTo>
                  <a:pt x="942362" y="515853"/>
                  <a:pt x="961148" y="520522"/>
                  <a:pt x="993995" y="535166"/>
                </a:cubicBezTo>
                <a:cubicBezTo>
                  <a:pt x="1018252" y="545896"/>
                  <a:pt x="1008778" y="544387"/>
                  <a:pt x="1043384" y="556664"/>
                </a:cubicBezTo>
                <a:cubicBezTo>
                  <a:pt x="1051641" y="558798"/>
                  <a:pt x="1073164" y="565923"/>
                  <a:pt x="1080431" y="570335"/>
                </a:cubicBezTo>
                <a:cubicBezTo>
                  <a:pt x="1088441" y="575258"/>
                  <a:pt x="1085192" y="583512"/>
                  <a:pt x="1077088" y="584233"/>
                </a:cubicBezTo>
                <a:cubicBezTo>
                  <a:pt x="1059646" y="585538"/>
                  <a:pt x="945671" y="537433"/>
                  <a:pt x="930831" y="525820"/>
                </a:cubicBezTo>
                <a:cubicBezTo>
                  <a:pt x="924841" y="521155"/>
                  <a:pt x="924208" y="516170"/>
                  <a:pt x="933285" y="516011"/>
                </a:cubicBezTo>
                <a:moveTo>
                  <a:pt x="205229" y="511626"/>
                </a:moveTo>
                <a:cubicBezTo>
                  <a:pt x="209637" y="511731"/>
                  <a:pt x="212487" y="512956"/>
                  <a:pt x="212805" y="515869"/>
                </a:cubicBezTo>
                <a:cubicBezTo>
                  <a:pt x="213930" y="526523"/>
                  <a:pt x="162963" y="535905"/>
                  <a:pt x="108057" y="550411"/>
                </a:cubicBezTo>
                <a:cubicBezTo>
                  <a:pt x="76260" y="560738"/>
                  <a:pt x="37669" y="579955"/>
                  <a:pt x="31312" y="571454"/>
                </a:cubicBezTo>
                <a:cubicBezTo>
                  <a:pt x="28665" y="567854"/>
                  <a:pt x="31275" y="565088"/>
                  <a:pt x="35161" y="562972"/>
                </a:cubicBezTo>
                <a:cubicBezTo>
                  <a:pt x="64124" y="547039"/>
                  <a:pt x="148953" y="525768"/>
                  <a:pt x="149732" y="525541"/>
                </a:cubicBezTo>
                <a:cubicBezTo>
                  <a:pt x="164746" y="521065"/>
                  <a:pt x="192002" y="511309"/>
                  <a:pt x="205229" y="511626"/>
                </a:cubicBezTo>
                <a:moveTo>
                  <a:pt x="371365" y="497378"/>
                </a:moveTo>
                <a:cubicBezTo>
                  <a:pt x="379518" y="498749"/>
                  <a:pt x="379285" y="504005"/>
                  <a:pt x="375392" y="507112"/>
                </a:cubicBezTo>
                <a:cubicBezTo>
                  <a:pt x="372885" y="509095"/>
                  <a:pt x="274102" y="552494"/>
                  <a:pt x="260434" y="540260"/>
                </a:cubicBezTo>
                <a:cubicBezTo>
                  <a:pt x="245512" y="526973"/>
                  <a:pt x="346710" y="493540"/>
                  <a:pt x="371365" y="497378"/>
                </a:cubicBezTo>
                <a:moveTo>
                  <a:pt x="791709" y="491124"/>
                </a:moveTo>
                <a:cubicBezTo>
                  <a:pt x="794698" y="490930"/>
                  <a:pt x="798767" y="491767"/>
                  <a:pt x="803871" y="494005"/>
                </a:cubicBezTo>
                <a:cubicBezTo>
                  <a:pt x="820804" y="501452"/>
                  <a:pt x="888748" y="528486"/>
                  <a:pt x="890098" y="545990"/>
                </a:cubicBezTo>
                <a:cubicBezTo>
                  <a:pt x="891254" y="562621"/>
                  <a:pt x="857366" y="544975"/>
                  <a:pt x="842959" y="536560"/>
                </a:cubicBezTo>
                <a:cubicBezTo>
                  <a:pt x="824794" y="525953"/>
                  <a:pt x="808709" y="521404"/>
                  <a:pt x="795129" y="510698"/>
                </a:cubicBezTo>
                <a:cubicBezTo>
                  <a:pt x="783490" y="501562"/>
                  <a:pt x="782741" y="491705"/>
                  <a:pt x="791709" y="491124"/>
                </a:cubicBezTo>
                <a:moveTo>
                  <a:pt x="197622" y="480728"/>
                </a:moveTo>
                <a:cubicBezTo>
                  <a:pt x="201126" y="480912"/>
                  <a:pt x="203682" y="481340"/>
                  <a:pt x="205083" y="482070"/>
                </a:cubicBezTo>
                <a:cubicBezTo>
                  <a:pt x="207742" y="483427"/>
                  <a:pt x="208376" y="487146"/>
                  <a:pt x="204875" y="489332"/>
                </a:cubicBezTo>
                <a:cubicBezTo>
                  <a:pt x="189286" y="498711"/>
                  <a:pt x="141332" y="495665"/>
                  <a:pt x="92631" y="503492"/>
                </a:cubicBezTo>
                <a:cubicBezTo>
                  <a:pt x="87554" y="504341"/>
                  <a:pt x="26472" y="512638"/>
                  <a:pt x="16340" y="511082"/>
                </a:cubicBezTo>
                <a:cubicBezTo>
                  <a:pt x="9059" y="509962"/>
                  <a:pt x="7938" y="504759"/>
                  <a:pt x="10254" y="501381"/>
                </a:cubicBezTo>
                <a:cubicBezTo>
                  <a:pt x="12998" y="497458"/>
                  <a:pt x="16993" y="496671"/>
                  <a:pt x="21621" y="495580"/>
                </a:cubicBezTo>
                <a:cubicBezTo>
                  <a:pt x="29324" y="493806"/>
                  <a:pt x="51192" y="493066"/>
                  <a:pt x="54620" y="492900"/>
                </a:cubicBezTo>
                <a:cubicBezTo>
                  <a:pt x="102064" y="490077"/>
                  <a:pt x="173091" y="479436"/>
                  <a:pt x="197622" y="480728"/>
                </a:cubicBezTo>
                <a:moveTo>
                  <a:pt x="956630" y="478614"/>
                </a:moveTo>
                <a:cubicBezTo>
                  <a:pt x="973823" y="477837"/>
                  <a:pt x="1009915" y="484466"/>
                  <a:pt x="1017748" y="486273"/>
                </a:cubicBezTo>
                <a:cubicBezTo>
                  <a:pt x="1054300" y="494403"/>
                  <a:pt x="1087242" y="497572"/>
                  <a:pt x="1098691" y="505759"/>
                </a:cubicBezTo>
                <a:cubicBezTo>
                  <a:pt x="1105269" y="510399"/>
                  <a:pt x="1103842" y="517125"/>
                  <a:pt x="1098249" y="517842"/>
                </a:cubicBezTo>
                <a:cubicBezTo>
                  <a:pt x="1085687" y="524269"/>
                  <a:pt x="972159" y="494835"/>
                  <a:pt x="958494" y="490495"/>
                </a:cubicBezTo>
                <a:cubicBezTo>
                  <a:pt x="954213" y="489190"/>
                  <a:pt x="947483" y="486776"/>
                  <a:pt x="947483" y="482312"/>
                </a:cubicBezTo>
                <a:cubicBezTo>
                  <a:pt x="947268" y="479955"/>
                  <a:pt x="950899" y="478873"/>
                  <a:pt x="956630" y="478614"/>
                </a:cubicBezTo>
                <a:moveTo>
                  <a:pt x="355905" y="455461"/>
                </a:moveTo>
                <a:cubicBezTo>
                  <a:pt x="360321" y="455801"/>
                  <a:pt x="363561" y="456689"/>
                  <a:pt x="364563" y="458414"/>
                </a:cubicBezTo>
                <a:cubicBezTo>
                  <a:pt x="372976" y="472678"/>
                  <a:pt x="259802" y="485818"/>
                  <a:pt x="252468" y="480822"/>
                </a:cubicBezTo>
                <a:cubicBezTo>
                  <a:pt x="237192" y="470420"/>
                  <a:pt x="289947" y="463703"/>
                  <a:pt x="313066" y="459429"/>
                </a:cubicBezTo>
                <a:cubicBezTo>
                  <a:pt x="318814" y="458355"/>
                  <a:pt x="342655" y="454441"/>
                  <a:pt x="355905" y="455461"/>
                </a:cubicBezTo>
                <a:moveTo>
                  <a:pt x="814544" y="451910"/>
                </a:moveTo>
                <a:cubicBezTo>
                  <a:pt x="828438" y="451445"/>
                  <a:pt x="856652" y="454932"/>
                  <a:pt x="864352" y="455994"/>
                </a:cubicBezTo>
                <a:cubicBezTo>
                  <a:pt x="879682" y="456118"/>
                  <a:pt x="908515" y="459144"/>
                  <a:pt x="915806" y="471876"/>
                </a:cubicBezTo>
                <a:cubicBezTo>
                  <a:pt x="925314" y="490841"/>
                  <a:pt x="862445" y="476601"/>
                  <a:pt x="841936" y="472293"/>
                </a:cubicBezTo>
                <a:cubicBezTo>
                  <a:pt x="802563" y="463992"/>
                  <a:pt x="801327" y="452351"/>
                  <a:pt x="814544" y="451910"/>
                </a:cubicBezTo>
                <a:moveTo>
                  <a:pt x="955593" y="445930"/>
                </a:moveTo>
                <a:cubicBezTo>
                  <a:pt x="964815" y="445367"/>
                  <a:pt x="979743" y="446353"/>
                  <a:pt x="1001425" y="450188"/>
                </a:cubicBezTo>
                <a:cubicBezTo>
                  <a:pt x="1039722" y="457028"/>
                  <a:pt x="1073392" y="455425"/>
                  <a:pt x="1101435" y="466762"/>
                </a:cubicBezTo>
                <a:cubicBezTo>
                  <a:pt x="1104223" y="467872"/>
                  <a:pt x="1107138" y="469049"/>
                  <a:pt x="1106839" y="472061"/>
                </a:cubicBezTo>
                <a:cubicBezTo>
                  <a:pt x="1105345" y="486871"/>
                  <a:pt x="965662" y="458931"/>
                  <a:pt x="952197" y="455634"/>
                </a:cubicBezTo>
                <a:cubicBezTo>
                  <a:pt x="940707" y="452109"/>
                  <a:pt x="940224" y="446868"/>
                  <a:pt x="955593" y="445930"/>
                </a:cubicBezTo>
                <a:moveTo>
                  <a:pt x="157071" y="442023"/>
                </a:moveTo>
                <a:cubicBezTo>
                  <a:pt x="182675" y="442226"/>
                  <a:pt x="207455" y="444097"/>
                  <a:pt x="209559" y="450511"/>
                </a:cubicBezTo>
                <a:cubicBezTo>
                  <a:pt x="214212" y="464433"/>
                  <a:pt x="163327" y="461094"/>
                  <a:pt x="142785" y="460866"/>
                </a:cubicBezTo>
                <a:cubicBezTo>
                  <a:pt x="26430" y="459818"/>
                  <a:pt x="8926" y="465173"/>
                  <a:pt x="1661" y="458157"/>
                </a:cubicBezTo>
                <a:cubicBezTo>
                  <a:pt x="-1242" y="455264"/>
                  <a:pt x="-668" y="449756"/>
                  <a:pt x="6017" y="448068"/>
                </a:cubicBezTo>
                <a:cubicBezTo>
                  <a:pt x="18387" y="444985"/>
                  <a:pt x="17296" y="447589"/>
                  <a:pt x="99643" y="443547"/>
                </a:cubicBezTo>
                <a:cubicBezTo>
                  <a:pt x="105040" y="443287"/>
                  <a:pt x="131467" y="441820"/>
                  <a:pt x="157071" y="442023"/>
                </a:cubicBezTo>
                <a:moveTo>
                  <a:pt x="960744" y="411957"/>
                </a:moveTo>
                <a:cubicBezTo>
                  <a:pt x="974489" y="410931"/>
                  <a:pt x="999709" y="413853"/>
                  <a:pt x="1004778" y="414440"/>
                </a:cubicBezTo>
                <a:cubicBezTo>
                  <a:pt x="1045630" y="419141"/>
                  <a:pt x="1103871" y="413871"/>
                  <a:pt x="1105174" y="427917"/>
                </a:cubicBezTo>
                <a:cubicBezTo>
                  <a:pt x="1105392" y="429762"/>
                  <a:pt x="1104156" y="431978"/>
                  <a:pt x="1100940" y="432561"/>
                </a:cubicBezTo>
                <a:cubicBezTo>
                  <a:pt x="1079518" y="436697"/>
                  <a:pt x="977476" y="426902"/>
                  <a:pt x="958413" y="421077"/>
                </a:cubicBezTo>
                <a:cubicBezTo>
                  <a:pt x="954689" y="419962"/>
                  <a:pt x="950004" y="418505"/>
                  <a:pt x="951997" y="414530"/>
                </a:cubicBezTo>
                <a:cubicBezTo>
                  <a:pt x="952857" y="413079"/>
                  <a:pt x="956163" y="412299"/>
                  <a:pt x="960744" y="411957"/>
                </a:cubicBezTo>
                <a:moveTo>
                  <a:pt x="316393" y="411077"/>
                </a:moveTo>
                <a:cubicBezTo>
                  <a:pt x="337409" y="410983"/>
                  <a:pt x="361000" y="411599"/>
                  <a:pt x="363309" y="418045"/>
                </a:cubicBezTo>
                <a:cubicBezTo>
                  <a:pt x="364502" y="421432"/>
                  <a:pt x="361508" y="423752"/>
                  <a:pt x="358057" y="425128"/>
                </a:cubicBezTo>
                <a:cubicBezTo>
                  <a:pt x="351336" y="427836"/>
                  <a:pt x="254902" y="430554"/>
                  <a:pt x="247664" y="426764"/>
                </a:cubicBezTo>
                <a:cubicBezTo>
                  <a:pt x="240894" y="423263"/>
                  <a:pt x="241893" y="415522"/>
                  <a:pt x="248827" y="414834"/>
                </a:cubicBezTo>
                <a:cubicBezTo>
                  <a:pt x="261582" y="413335"/>
                  <a:pt x="260487" y="411219"/>
                  <a:pt x="297119" y="411219"/>
                </a:cubicBezTo>
                <a:cubicBezTo>
                  <a:pt x="302669" y="411219"/>
                  <a:pt x="309388" y="411109"/>
                  <a:pt x="316393" y="411077"/>
                </a:cubicBezTo>
                <a:moveTo>
                  <a:pt x="27337" y="410898"/>
                </a:moveTo>
                <a:cubicBezTo>
                  <a:pt x="38893" y="410593"/>
                  <a:pt x="52162" y="411260"/>
                  <a:pt x="61807" y="411476"/>
                </a:cubicBezTo>
                <a:cubicBezTo>
                  <a:pt x="130215" y="412998"/>
                  <a:pt x="203007" y="407657"/>
                  <a:pt x="208899" y="416680"/>
                </a:cubicBezTo>
                <a:cubicBezTo>
                  <a:pt x="216801" y="429108"/>
                  <a:pt x="138378" y="426200"/>
                  <a:pt x="91344" y="426859"/>
                </a:cubicBezTo>
                <a:cubicBezTo>
                  <a:pt x="36040" y="427281"/>
                  <a:pt x="18133" y="431717"/>
                  <a:pt x="6073" y="425222"/>
                </a:cubicBezTo>
                <a:cubicBezTo>
                  <a:pt x="3185" y="423700"/>
                  <a:pt x="796" y="419345"/>
                  <a:pt x="3148" y="416148"/>
                </a:cubicBezTo>
                <a:cubicBezTo>
                  <a:pt x="5938" y="412479"/>
                  <a:pt x="15781" y="411203"/>
                  <a:pt x="27337" y="410898"/>
                </a:cubicBezTo>
                <a:moveTo>
                  <a:pt x="864737" y="397084"/>
                </a:moveTo>
                <a:cubicBezTo>
                  <a:pt x="891242" y="397815"/>
                  <a:pt x="917430" y="401414"/>
                  <a:pt x="922950" y="407534"/>
                </a:cubicBezTo>
                <a:cubicBezTo>
                  <a:pt x="926365" y="411447"/>
                  <a:pt x="926023" y="416304"/>
                  <a:pt x="919702" y="418245"/>
                </a:cubicBezTo>
                <a:cubicBezTo>
                  <a:pt x="904819" y="422851"/>
                  <a:pt x="808081" y="418477"/>
                  <a:pt x="803010" y="409379"/>
                </a:cubicBezTo>
                <a:cubicBezTo>
                  <a:pt x="802126" y="407671"/>
                  <a:pt x="803125" y="404991"/>
                  <a:pt x="804623" y="403843"/>
                </a:cubicBezTo>
                <a:cubicBezTo>
                  <a:pt x="811410" y="398490"/>
                  <a:pt x="838232" y="396353"/>
                  <a:pt x="864737" y="397084"/>
                </a:cubicBezTo>
                <a:moveTo>
                  <a:pt x="977988" y="378409"/>
                </a:moveTo>
                <a:cubicBezTo>
                  <a:pt x="993381" y="378162"/>
                  <a:pt x="1009199" y="378631"/>
                  <a:pt x="1016963" y="378858"/>
                </a:cubicBezTo>
                <a:cubicBezTo>
                  <a:pt x="1072422" y="381088"/>
                  <a:pt x="1103961" y="374926"/>
                  <a:pt x="1113183" y="384959"/>
                </a:cubicBezTo>
                <a:cubicBezTo>
                  <a:pt x="1115690" y="387558"/>
                  <a:pt x="1115143" y="391116"/>
                  <a:pt x="1113274" y="392605"/>
                </a:cubicBezTo>
                <a:cubicBezTo>
                  <a:pt x="1102534" y="401533"/>
                  <a:pt x="961552" y="392715"/>
                  <a:pt x="957857" y="392425"/>
                </a:cubicBezTo>
                <a:cubicBezTo>
                  <a:pt x="937461" y="390888"/>
                  <a:pt x="937661" y="383981"/>
                  <a:pt x="941566" y="382250"/>
                </a:cubicBezTo>
                <a:cubicBezTo>
                  <a:pt x="947628" y="379617"/>
                  <a:pt x="962595" y="378655"/>
                  <a:pt x="977988" y="378409"/>
                </a:cubicBezTo>
                <a:moveTo>
                  <a:pt x="22721" y="348110"/>
                </a:moveTo>
                <a:cubicBezTo>
                  <a:pt x="34743" y="348110"/>
                  <a:pt x="189035" y="370362"/>
                  <a:pt x="192590" y="371069"/>
                </a:cubicBezTo>
                <a:cubicBezTo>
                  <a:pt x="198886" y="372360"/>
                  <a:pt x="212721" y="376060"/>
                  <a:pt x="217294" y="380414"/>
                </a:cubicBezTo>
                <a:cubicBezTo>
                  <a:pt x="220663" y="383517"/>
                  <a:pt x="219244" y="389470"/>
                  <a:pt x="212490" y="390888"/>
                </a:cubicBezTo>
                <a:cubicBezTo>
                  <a:pt x="192772" y="394692"/>
                  <a:pt x="122014" y="373104"/>
                  <a:pt x="73722" y="371041"/>
                </a:cubicBezTo>
                <a:cubicBezTo>
                  <a:pt x="60054" y="370457"/>
                  <a:pt x="17572" y="368579"/>
                  <a:pt x="7009" y="359884"/>
                </a:cubicBezTo>
                <a:cubicBezTo>
                  <a:pt x="3269" y="356862"/>
                  <a:pt x="3533" y="351967"/>
                  <a:pt x="8811" y="350482"/>
                </a:cubicBezTo>
                <a:cubicBezTo>
                  <a:pt x="11629" y="348082"/>
                  <a:pt x="18974" y="348110"/>
                  <a:pt x="22721" y="348110"/>
                </a:cubicBezTo>
                <a:moveTo>
                  <a:pt x="878912" y="346422"/>
                </a:moveTo>
                <a:cubicBezTo>
                  <a:pt x="890634" y="346483"/>
                  <a:pt x="900278" y="347366"/>
                  <a:pt x="904776" y="349202"/>
                </a:cubicBezTo>
                <a:cubicBezTo>
                  <a:pt x="917157" y="354566"/>
                  <a:pt x="907525" y="363171"/>
                  <a:pt x="892605" y="365239"/>
                </a:cubicBezTo>
                <a:cubicBezTo>
                  <a:pt x="881304" y="366777"/>
                  <a:pt x="807776" y="372905"/>
                  <a:pt x="800114" y="364495"/>
                </a:cubicBezTo>
                <a:cubicBezTo>
                  <a:pt x="789872" y="353452"/>
                  <a:pt x="843745" y="346240"/>
                  <a:pt x="878912" y="346422"/>
                </a:cubicBezTo>
                <a:moveTo>
                  <a:pt x="248846" y="344278"/>
                </a:moveTo>
                <a:cubicBezTo>
                  <a:pt x="254999" y="344428"/>
                  <a:pt x="263626" y="345877"/>
                  <a:pt x="275039" y="349197"/>
                </a:cubicBezTo>
                <a:cubicBezTo>
                  <a:pt x="319796" y="362379"/>
                  <a:pt x="365091" y="373394"/>
                  <a:pt x="357267" y="383033"/>
                </a:cubicBezTo>
                <a:cubicBezTo>
                  <a:pt x="351303" y="390129"/>
                  <a:pt x="307606" y="377933"/>
                  <a:pt x="298628" y="375395"/>
                </a:cubicBezTo>
                <a:cubicBezTo>
                  <a:pt x="294763" y="374632"/>
                  <a:pt x="269648" y="370614"/>
                  <a:pt x="251796" y="362650"/>
                </a:cubicBezTo>
                <a:cubicBezTo>
                  <a:pt x="234184" y="355082"/>
                  <a:pt x="230385" y="343830"/>
                  <a:pt x="248846" y="344278"/>
                </a:cubicBezTo>
                <a:moveTo>
                  <a:pt x="1079827" y="335901"/>
                </a:moveTo>
                <a:cubicBezTo>
                  <a:pt x="1091911" y="335239"/>
                  <a:pt x="1103768" y="335277"/>
                  <a:pt x="1113388" y="337072"/>
                </a:cubicBezTo>
                <a:cubicBezTo>
                  <a:pt x="1117949" y="337807"/>
                  <a:pt x="1120603" y="338509"/>
                  <a:pt x="1122187" y="342641"/>
                </a:cubicBezTo>
                <a:cubicBezTo>
                  <a:pt x="1126663" y="355449"/>
                  <a:pt x="1079756" y="354030"/>
                  <a:pt x="1052821" y="354870"/>
                </a:cubicBezTo>
                <a:cubicBezTo>
                  <a:pt x="1051965" y="354899"/>
                  <a:pt x="959445" y="359803"/>
                  <a:pt x="949286" y="355463"/>
                </a:cubicBezTo>
                <a:cubicBezTo>
                  <a:pt x="945091" y="353736"/>
                  <a:pt x="944862" y="351445"/>
                  <a:pt x="946722" y="349305"/>
                </a:cubicBezTo>
                <a:cubicBezTo>
                  <a:pt x="952007" y="343020"/>
                  <a:pt x="1025530" y="339192"/>
                  <a:pt x="1044907" y="338932"/>
                </a:cubicBezTo>
                <a:cubicBezTo>
                  <a:pt x="1055432" y="337926"/>
                  <a:pt x="1067743" y="336563"/>
                  <a:pt x="1079827" y="335901"/>
                </a:cubicBezTo>
                <a:moveTo>
                  <a:pt x="9232" y="300404"/>
                </a:moveTo>
                <a:cubicBezTo>
                  <a:pt x="57389" y="298117"/>
                  <a:pt x="115514" y="318453"/>
                  <a:pt x="151431" y="326769"/>
                </a:cubicBezTo>
                <a:cubicBezTo>
                  <a:pt x="162980" y="329425"/>
                  <a:pt x="205336" y="336631"/>
                  <a:pt x="213192" y="341616"/>
                </a:cubicBezTo>
                <a:cubicBezTo>
                  <a:pt x="216454" y="343599"/>
                  <a:pt x="217728" y="351013"/>
                  <a:pt x="203674" y="350335"/>
                </a:cubicBezTo>
                <a:cubicBezTo>
                  <a:pt x="180434" y="349282"/>
                  <a:pt x="113137" y="334202"/>
                  <a:pt x="90595" y="328941"/>
                </a:cubicBezTo>
                <a:cubicBezTo>
                  <a:pt x="67475" y="323420"/>
                  <a:pt x="14522" y="319971"/>
                  <a:pt x="5622" y="310816"/>
                </a:cubicBezTo>
                <a:cubicBezTo>
                  <a:pt x="1183" y="306252"/>
                  <a:pt x="3309" y="300873"/>
                  <a:pt x="9232" y="300404"/>
                </a:cubicBezTo>
                <a:moveTo>
                  <a:pt x="1099509" y="292093"/>
                </a:moveTo>
                <a:cubicBezTo>
                  <a:pt x="1119695" y="290997"/>
                  <a:pt x="1121949" y="302913"/>
                  <a:pt x="1114158" y="307002"/>
                </a:cubicBezTo>
                <a:cubicBezTo>
                  <a:pt x="1100788" y="314075"/>
                  <a:pt x="983051" y="324311"/>
                  <a:pt x="976316" y="324824"/>
                </a:cubicBezTo>
                <a:cubicBezTo>
                  <a:pt x="965300" y="325663"/>
                  <a:pt x="933618" y="329416"/>
                  <a:pt x="933618" y="319857"/>
                </a:cubicBezTo>
                <a:cubicBezTo>
                  <a:pt x="933566" y="317329"/>
                  <a:pt x="936700" y="315948"/>
                  <a:pt x="939108" y="315213"/>
                </a:cubicBezTo>
                <a:cubicBezTo>
                  <a:pt x="967921" y="306328"/>
                  <a:pt x="1078015" y="293080"/>
                  <a:pt x="1099509" y="292093"/>
                </a:cubicBezTo>
                <a:moveTo>
                  <a:pt x="256883" y="282396"/>
                </a:moveTo>
                <a:cubicBezTo>
                  <a:pt x="272513" y="284603"/>
                  <a:pt x="369700" y="322186"/>
                  <a:pt x="371215" y="338813"/>
                </a:cubicBezTo>
                <a:cubicBezTo>
                  <a:pt x="371375" y="340198"/>
                  <a:pt x="369998" y="341887"/>
                  <a:pt x="369008" y="342266"/>
                </a:cubicBezTo>
                <a:cubicBezTo>
                  <a:pt x="359565" y="346972"/>
                  <a:pt x="259686" y="314549"/>
                  <a:pt x="248261" y="291946"/>
                </a:cubicBezTo>
                <a:cubicBezTo>
                  <a:pt x="244840" y="285181"/>
                  <a:pt x="248975" y="281317"/>
                  <a:pt x="256883" y="282396"/>
                </a:cubicBezTo>
                <a:moveTo>
                  <a:pt x="884122" y="278187"/>
                </a:moveTo>
                <a:cubicBezTo>
                  <a:pt x="890040" y="277793"/>
                  <a:pt x="895605" y="278321"/>
                  <a:pt x="901309" y="280095"/>
                </a:cubicBezTo>
                <a:lnTo>
                  <a:pt x="901309" y="280094"/>
                </a:lnTo>
                <a:cubicBezTo>
                  <a:pt x="908001" y="282175"/>
                  <a:pt x="906988" y="287392"/>
                  <a:pt x="902893" y="290570"/>
                </a:cubicBezTo>
                <a:cubicBezTo>
                  <a:pt x="895516" y="296334"/>
                  <a:pt x="807767" y="316893"/>
                  <a:pt x="804161" y="317528"/>
                </a:cubicBezTo>
                <a:cubicBezTo>
                  <a:pt x="781726" y="321513"/>
                  <a:pt x="779666" y="310133"/>
                  <a:pt x="789155" y="304611"/>
                </a:cubicBezTo>
                <a:cubicBezTo>
                  <a:pt x="797198" y="299892"/>
                  <a:pt x="797883" y="300299"/>
                  <a:pt x="808014" y="297861"/>
                </a:cubicBezTo>
                <a:cubicBezTo>
                  <a:pt x="845431" y="288841"/>
                  <a:pt x="866367" y="279367"/>
                  <a:pt x="884122" y="278187"/>
                </a:cubicBezTo>
                <a:moveTo>
                  <a:pt x="30420" y="244464"/>
                </a:moveTo>
                <a:cubicBezTo>
                  <a:pt x="42083" y="244946"/>
                  <a:pt x="61043" y="248845"/>
                  <a:pt x="90158" y="258996"/>
                </a:cubicBezTo>
                <a:cubicBezTo>
                  <a:pt x="148317" y="279110"/>
                  <a:pt x="217517" y="294450"/>
                  <a:pt x="206130" y="307021"/>
                </a:cubicBezTo>
                <a:cubicBezTo>
                  <a:pt x="197815" y="316290"/>
                  <a:pt x="98296" y="281338"/>
                  <a:pt x="64707" y="272565"/>
                </a:cubicBezTo>
                <a:cubicBezTo>
                  <a:pt x="54067" y="269812"/>
                  <a:pt x="28684" y="263252"/>
                  <a:pt x="19684" y="257418"/>
                </a:cubicBezTo>
                <a:cubicBezTo>
                  <a:pt x="11812" y="252354"/>
                  <a:pt x="10981" y="243662"/>
                  <a:pt x="30420" y="244464"/>
                </a:cubicBezTo>
                <a:moveTo>
                  <a:pt x="284143" y="239367"/>
                </a:moveTo>
                <a:lnTo>
                  <a:pt x="284142" y="239368"/>
                </a:lnTo>
                <a:cubicBezTo>
                  <a:pt x="295265" y="241104"/>
                  <a:pt x="383102" y="284484"/>
                  <a:pt x="381140" y="296618"/>
                </a:cubicBezTo>
                <a:cubicBezTo>
                  <a:pt x="380834" y="298297"/>
                  <a:pt x="378862" y="299854"/>
                  <a:pt x="376217" y="299327"/>
                </a:cubicBezTo>
                <a:cubicBezTo>
                  <a:pt x="366695" y="297458"/>
                  <a:pt x="277834" y="259107"/>
                  <a:pt x="276624" y="243177"/>
                </a:cubicBezTo>
                <a:cubicBezTo>
                  <a:pt x="276356" y="240706"/>
                  <a:pt x="278431" y="238449"/>
                  <a:pt x="284143" y="239367"/>
                </a:cubicBezTo>
                <a:moveTo>
                  <a:pt x="1100672" y="226571"/>
                </a:moveTo>
                <a:cubicBezTo>
                  <a:pt x="1103507" y="227259"/>
                  <a:pt x="1105344" y="228779"/>
                  <a:pt x="1105616" y="231488"/>
                </a:cubicBezTo>
                <a:cubicBezTo>
                  <a:pt x="1106358" y="239472"/>
                  <a:pt x="1085816" y="246110"/>
                  <a:pt x="1009900" y="267166"/>
                </a:cubicBezTo>
                <a:cubicBezTo>
                  <a:pt x="1000183" y="269855"/>
                  <a:pt x="932896" y="289084"/>
                  <a:pt x="927583" y="280527"/>
                </a:cubicBezTo>
                <a:cubicBezTo>
                  <a:pt x="919583" y="267227"/>
                  <a:pt x="1021706" y="245520"/>
                  <a:pt x="1063456" y="233184"/>
                </a:cubicBezTo>
                <a:cubicBezTo>
                  <a:pt x="1074668" y="229923"/>
                  <a:pt x="1092164" y="224505"/>
                  <a:pt x="1100672" y="226571"/>
                </a:cubicBezTo>
                <a:moveTo>
                  <a:pt x="865478" y="220709"/>
                </a:moveTo>
                <a:cubicBezTo>
                  <a:pt x="876389" y="218612"/>
                  <a:pt x="877345" y="226679"/>
                  <a:pt x="871049" y="232600"/>
                </a:cubicBezTo>
                <a:cubicBezTo>
                  <a:pt x="866940" y="236312"/>
                  <a:pt x="859206" y="241819"/>
                  <a:pt x="854640" y="244919"/>
                </a:cubicBezTo>
                <a:cubicBezTo>
                  <a:pt x="842088" y="253383"/>
                  <a:pt x="782801" y="289228"/>
                  <a:pt x="775899" y="280449"/>
                </a:cubicBezTo>
                <a:cubicBezTo>
                  <a:pt x="769350" y="272012"/>
                  <a:pt x="819862" y="244564"/>
                  <a:pt x="851149" y="226649"/>
                </a:cubicBezTo>
                <a:cubicBezTo>
                  <a:pt x="857098" y="223236"/>
                  <a:pt x="861841" y="221408"/>
                  <a:pt x="865478" y="220709"/>
                </a:cubicBezTo>
                <a:moveTo>
                  <a:pt x="31948" y="202288"/>
                </a:moveTo>
                <a:cubicBezTo>
                  <a:pt x="46491" y="198662"/>
                  <a:pt x="167790" y="247426"/>
                  <a:pt x="201656" y="260194"/>
                </a:cubicBezTo>
                <a:cubicBezTo>
                  <a:pt x="198631" y="259183"/>
                  <a:pt x="225888" y="267696"/>
                  <a:pt x="232865" y="274329"/>
                </a:cubicBezTo>
                <a:cubicBezTo>
                  <a:pt x="235352" y="276727"/>
                  <a:pt x="235165" y="278325"/>
                  <a:pt x="234923" y="279953"/>
                </a:cubicBezTo>
                <a:cubicBezTo>
                  <a:pt x="234322" y="283769"/>
                  <a:pt x="229191" y="283123"/>
                  <a:pt x="225793" y="282690"/>
                </a:cubicBezTo>
                <a:cubicBezTo>
                  <a:pt x="203261" y="279480"/>
                  <a:pt x="35129" y="216228"/>
                  <a:pt x="31471" y="213178"/>
                </a:cubicBezTo>
                <a:lnTo>
                  <a:pt x="31472" y="213178"/>
                </a:lnTo>
                <a:cubicBezTo>
                  <a:pt x="26241" y="208846"/>
                  <a:pt x="27290" y="203555"/>
                  <a:pt x="31948" y="202288"/>
                </a:cubicBezTo>
                <a:moveTo>
                  <a:pt x="301977" y="179373"/>
                </a:moveTo>
                <a:cubicBezTo>
                  <a:pt x="318249" y="179373"/>
                  <a:pt x="420736" y="250789"/>
                  <a:pt x="399911" y="253985"/>
                </a:cubicBezTo>
                <a:cubicBezTo>
                  <a:pt x="387735" y="255568"/>
                  <a:pt x="341842" y="222770"/>
                  <a:pt x="334431" y="217559"/>
                </a:cubicBezTo>
                <a:cubicBezTo>
                  <a:pt x="323259" y="211069"/>
                  <a:pt x="307700" y="201092"/>
                  <a:pt x="299273" y="191317"/>
                </a:cubicBezTo>
                <a:cubicBezTo>
                  <a:pt x="294067" y="185258"/>
                  <a:pt x="296033" y="179373"/>
                  <a:pt x="301977" y="179373"/>
                </a:cubicBezTo>
                <a:moveTo>
                  <a:pt x="1081117" y="172788"/>
                </a:moveTo>
                <a:cubicBezTo>
                  <a:pt x="1085836" y="171936"/>
                  <a:pt x="1089729" y="171894"/>
                  <a:pt x="1091980" y="173178"/>
                </a:cubicBezTo>
                <a:cubicBezTo>
                  <a:pt x="1094796" y="174787"/>
                  <a:pt x="1095999" y="178137"/>
                  <a:pt x="1093949" y="181302"/>
                </a:cubicBezTo>
                <a:cubicBezTo>
                  <a:pt x="1089545" y="187892"/>
                  <a:pt x="1068336" y="195524"/>
                  <a:pt x="1069097" y="195117"/>
                </a:cubicBezTo>
                <a:cubicBezTo>
                  <a:pt x="1027232" y="213447"/>
                  <a:pt x="982318" y="231014"/>
                  <a:pt x="937932" y="241916"/>
                </a:cubicBezTo>
                <a:cubicBezTo>
                  <a:pt x="930869" y="243614"/>
                  <a:pt x="917038" y="247218"/>
                  <a:pt x="916990" y="240487"/>
                </a:cubicBezTo>
                <a:cubicBezTo>
                  <a:pt x="916952" y="238589"/>
                  <a:pt x="919288" y="237094"/>
                  <a:pt x="921347" y="235726"/>
                </a:cubicBezTo>
                <a:cubicBezTo>
                  <a:pt x="947650" y="218320"/>
                  <a:pt x="1011408" y="197065"/>
                  <a:pt x="1038310" y="188289"/>
                </a:cubicBezTo>
                <a:lnTo>
                  <a:pt x="1038314" y="188289"/>
                </a:lnTo>
                <a:cubicBezTo>
                  <a:pt x="1045359" y="185178"/>
                  <a:pt x="1066959" y="175343"/>
                  <a:pt x="1081117" y="172788"/>
                </a:cubicBezTo>
                <a:moveTo>
                  <a:pt x="833133" y="159796"/>
                </a:moveTo>
                <a:cubicBezTo>
                  <a:pt x="834986" y="160743"/>
                  <a:pt x="835550" y="163071"/>
                  <a:pt x="834440" y="167109"/>
                </a:cubicBezTo>
                <a:cubicBezTo>
                  <a:pt x="830117" y="182383"/>
                  <a:pt x="770625" y="224835"/>
                  <a:pt x="749939" y="233942"/>
                </a:cubicBezTo>
                <a:cubicBezTo>
                  <a:pt x="739913" y="238355"/>
                  <a:pt x="735756" y="234354"/>
                  <a:pt x="737231" y="230787"/>
                </a:cubicBezTo>
                <a:cubicBezTo>
                  <a:pt x="744060" y="214261"/>
                  <a:pt x="820163" y="153171"/>
                  <a:pt x="833133" y="159796"/>
                </a:cubicBezTo>
                <a:moveTo>
                  <a:pt x="46084" y="150169"/>
                </a:moveTo>
                <a:cubicBezTo>
                  <a:pt x="65307" y="150169"/>
                  <a:pt x="92448" y="168496"/>
                  <a:pt x="166357" y="202611"/>
                </a:cubicBezTo>
                <a:cubicBezTo>
                  <a:pt x="175977" y="207107"/>
                  <a:pt x="208617" y="220535"/>
                  <a:pt x="220092" y="227160"/>
                </a:cubicBezTo>
                <a:cubicBezTo>
                  <a:pt x="230140" y="233028"/>
                  <a:pt x="227581" y="232789"/>
                  <a:pt x="230027" y="233796"/>
                </a:cubicBezTo>
                <a:cubicBezTo>
                  <a:pt x="231439" y="234412"/>
                  <a:pt x="232066" y="236126"/>
                  <a:pt x="231798" y="237543"/>
                </a:cubicBezTo>
                <a:cubicBezTo>
                  <a:pt x="236031" y="258155"/>
                  <a:pt x="161211" y="211535"/>
                  <a:pt x="78965" y="180934"/>
                </a:cubicBezTo>
                <a:cubicBezTo>
                  <a:pt x="81710" y="182049"/>
                  <a:pt x="49067" y="171577"/>
                  <a:pt x="42089" y="163689"/>
                </a:cubicBezTo>
                <a:cubicBezTo>
                  <a:pt x="35393" y="156058"/>
                  <a:pt x="38804" y="150169"/>
                  <a:pt x="46084" y="150169"/>
                </a:cubicBezTo>
                <a:moveTo>
                  <a:pt x="357226" y="125712"/>
                </a:moveTo>
                <a:cubicBezTo>
                  <a:pt x="370199" y="119928"/>
                  <a:pt x="397911" y="164562"/>
                  <a:pt x="415407" y="186534"/>
                </a:cubicBezTo>
                <a:lnTo>
                  <a:pt x="415407" y="186534"/>
                </a:lnTo>
                <a:cubicBezTo>
                  <a:pt x="421466" y="194281"/>
                  <a:pt x="437902" y="213357"/>
                  <a:pt x="438321" y="222391"/>
                </a:cubicBezTo>
                <a:cubicBezTo>
                  <a:pt x="439201" y="240857"/>
                  <a:pt x="388933" y="183629"/>
                  <a:pt x="377710" y="168765"/>
                </a:cubicBezTo>
                <a:cubicBezTo>
                  <a:pt x="368033" y="158351"/>
                  <a:pt x="344177" y="131589"/>
                  <a:pt x="357226" y="125712"/>
                </a:cubicBezTo>
                <a:moveTo>
                  <a:pt x="1067770" y="117188"/>
                </a:moveTo>
                <a:cubicBezTo>
                  <a:pt x="1072135" y="118904"/>
                  <a:pt x="1070629" y="123934"/>
                  <a:pt x="1068013" y="126361"/>
                </a:cubicBezTo>
                <a:cubicBezTo>
                  <a:pt x="1042947" y="149481"/>
                  <a:pt x="960744" y="181231"/>
                  <a:pt x="961647" y="180845"/>
                </a:cubicBezTo>
                <a:cubicBezTo>
                  <a:pt x="940995" y="189768"/>
                  <a:pt x="906641" y="207505"/>
                  <a:pt x="898840" y="201377"/>
                </a:cubicBezTo>
                <a:cubicBezTo>
                  <a:pt x="896424" y="199473"/>
                  <a:pt x="896810" y="195991"/>
                  <a:pt x="898037" y="193522"/>
                </a:cubicBezTo>
                <a:cubicBezTo>
                  <a:pt x="902018" y="185430"/>
                  <a:pt x="912425" y="181034"/>
                  <a:pt x="941328" y="168377"/>
                </a:cubicBezTo>
                <a:cubicBezTo>
                  <a:pt x="942094" y="168040"/>
                  <a:pt x="1013420" y="137632"/>
                  <a:pt x="1032298" y="127908"/>
                </a:cubicBezTo>
                <a:cubicBezTo>
                  <a:pt x="1053168" y="117073"/>
                  <a:pt x="1063405" y="115473"/>
                  <a:pt x="1067770" y="117188"/>
                </a:cubicBezTo>
                <a:moveTo>
                  <a:pt x="778458" y="111016"/>
                </a:moveTo>
                <a:cubicBezTo>
                  <a:pt x="782078" y="111183"/>
                  <a:pt x="784722" y="115175"/>
                  <a:pt x="783200" y="119229"/>
                </a:cubicBezTo>
                <a:cubicBezTo>
                  <a:pt x="778587" y="130731"/>
                  <a:pt x="725425" y="203081"/>
                  <a:pt x="712308" y="200464"/>
                </a:cubicBezTo>
                <a:cubicBezTo>
                  <a:pt x="710419" y="200132"/>
                  <a:pt x="709197" y="198360"/>
                  <a:pt x="709026" y="196953"/>
                </a:cubicBezTo>
                <a:cubicBezTo>
                  <a:pt x="707860" y="187276"/>
                  <a:pt x="752836" y="131531"/>
                  <a:pt x="759747" y="124645"/>
                </a:cubicBezTo>
                <a:cubicBezTo>
                  <a:pt x="764280" y="120067"/>
                  <a:pt x="772109" y="110662"/>
                  <a:pt x="778454" y="111016"/>
                </a:cubicBezTo>
                <a:moveTo>
                  <a:pt x="67083" y="105665"/>
                </a:moveTo>
                <a:cubicBezTo>
                  <a:pt x="74620" y="105192"/>
                  <a:pt x="87888" y="109210"/>
                  <a:pt x="103752" y="120578"/>
                </a:cubicBezTo>
                <a:cubicBezTo>
                  <a:pt x="136952" y="142921"/>
                  <a:pt x="135259" y="139135"/>
                  <a:pt x="177449" y="161793"/>
                </a:cubicBezTo>
                <a:cubicBezTo>
                  <a:pt x="178335" y="162258"/>
                  <a:pt x="173994" y="159574"/>
                  <a:pt x="229125" y="190924"/>
                </a:cubicBezTo>
                <a:cubicBezTo>
                  <a:pt x="237369" y="195555"/>
                  <a:pt x="270258" y="210919"/>
                  <a:pt x="258424" y="218449"/>
                </a:cubicBezTo>
                <a:cubicBezTo>
                  <a:pt x="246658" y="225762"/>
                  <a:pt x="145517" y="164641"/>
                  <a:pt x="135887" y="158668"/>
                </a:cubicBezTo>
                <a:cubicBezTo>
                  <a:pt x="117787" y="147309"/>
                  <a:pt x="76176" y="128604"/>
                  <a:pt x="64787" y="117693"/>
                </a:cubicBezTo>
                <a:lnTo>
                  <a:pt x="64787" y="117693"/>
                </a:lnTo>
                <a:cubicBezTo>
                  <a:pt x="57736" y="111100"/>
                  <a:pt x="59545" y="106137"/>
                  <a:pt x="67083" y="105665"/>
                </a:cubicBezTo>
                <a:moveTo>
                  <a:pt x="434911" y="99312"/>
                </a:moveTo>
                <a:cubicBezTo>
                  <a:pt x="449926" y="101231"/>
                  <a:pt x="479349" y="176177"/>
                  <a:pt x="480171" y="184177"/>
                </a:cubicBezTo>
                <a:cubicBezTo>
                  <a:pt x="481323" y="196760"/>
                  <a:pt x="473869" y="200472"/>
                  <a:pt x="467819" y="194741"/>
                </a:cubicBezTo>
                <a:cubicBezTo>
                  <a:pt x="462359" y="189467"/>
                  <a:pt x="456642" y="173277"/>
                  <a:pt x="453337" y="165309"/>
                </a:cubicBezTo>
                <a:lnTo>
                  <a:pt x="453337" y="165309"/>
                </a:lnTo>
                <a:cubicBezTo>
                  <a:pt x="445336" y="147024"/>
                  <a:pt x="422725" y="116054"/>
                  <a:pt x="429184" y="102675"/>
                </a:cubicBezTo>
                <a:cubicBezTo>
                  <a:pt x="430207" y="100547"/>
                  <a:pt x="432508" y="99016"/>
                  <a:pt x="434911" y="99312"/>
                </a:cubicBezTo>
                <a:moveTo>
                  <a:pt x="717835" y="80301"/>
                </a:moveTo>
                <a:cubicBezTo>
                  <a:pt x="727171" y="83069"/>
                  <a:pt x="721620" y="99064"/>
                  <a:pt x="718101" y="108123"/>
                </a:cubicBezTo>
                <a:cubicBezTo>
                  <a:pt x="692165" y="176330"/>
                  <a:pt x="674471" y="189063"/>
                  <a:pt x="676003" y="174450"/>
                </a:cubicBezTo>
                <a:cubicBezTo>
                  <a:pt x="680003" y="135875"/>
                  <a:pt x="689154" y="115566"/>
                  <a:pt x="699275" y="97767"/>
                </a:cubicBezTo>
                <a:cubicBezTo>
                  <a:pt x="703271" y="90779"/>
                  <a:pt x="710129" y="78057"/>
                  <a:pt x="717835" y="80301"/>
                </a:cubicBezTo>
                <a:moveTo>
                  <a:pt x="496562" y="77491"/>
                </a:moveTo>
                <a:cubicBezTo>
                  <a:pt x="498340" y="77952"/>
                  <a:pt x="500094" y="79435"/>
                  <a:pt x="501342" y="81445"/>
                </a:cubicBezTo>
                <a:cubicBezTo>
                  <a:pt x="508034" y="92816"/>
                  <a:pt x="531640" y="163730"/>
                  <a:pt x="525119" y="175387"/>
                </a:cubicBezTo>
                <a:cubicBezTo>
                  <a:pt x="522170" y="180685"/>
                  <a:pt x="516538" y="177436"/>
                  <a:pt x="513456" y="171161"/>
                </a:cubicBezTo>
                <a:cubicBezTo>
                  <a:pt x="513076" y="170398"/>
                  <a:pt x="496114" y="128415"/>
                  <a:pt x="492899" y="114327"/>
                </a:cubicBezTo>
                <a:lnTo>
                  <a:pt x="492899" y="114326"/>
                </a:lnTo>
                <a:cubicBezTo>
                  <a:pt x="485680" y="83931"/>
                  <a:pt x="491229" y="76110"/>
                  <a:pt x="496562" y="77491"/>
                </a:cubicBezTo>
                <a:moveTo>
                  <a:pt x="1030087" y="64660"/>
                </a:moveTo>
                <a:cubicBezTo>
                  <a:pt x="1035269" y="64271"/>
                  <a:pt x="1039829" y="65685"/>
                  <a:pt x="1041886" y="70321"/>
                </a:cubicBezTo>
                <a:cubicBezTo>
                  <a:pt x="1044464" y="76094"/>
                  <a:pt x="1039922" y="79600"/>
                  <a:pt x="1036155" y="83026"/>
                </a:cubicBezTo>
                <a:cubicBezTo>
                  <a:pt x="1019413" y="98385"/>
                  <a:pt x="892962" y="182532"/>
                  <a:pt x="880443" y="180004"/>
                </a:cubicBezTo>
                <a:cubicBezTo>
                  <a:pt x="877918" y="179534"/>
                  <a:pt x="876605" y="177126"/>
                  <a:pt x="878593" y="174112"/>
                </a:cubicBezTo>
                <a:cubicBezTo>
                  <a:pt x="898493" y="143813"/>
                  <a:pt x="945680" y="121883"/>
                  <a:pt x="975141" y="98113"/>
                </a:cubicBezTo>
                <a:lnTo>
                  <a:pt x="975141" y="98114"/>
                </a:lnTo>
                <a:cubicBezTo>
                  <a:pt x="986917" y="88573"/>
                  <a:pt x="1001415" y="77263"/>
                  <a:pt x="1014556" y="69815"/>
                </a:cubicBezTo>
                <a:cubicBezTo>
                  <a:pt x="1019101" y="67242"/>
                  <a:pt x="1024905" y="65050"/>
                  <a:pt x="1030087" y="64660"/>
                </a:cubicBezTo>
                <a:moveTo>
                  <a:pt x="557429" y="58153"/>
                </a:moveTo>
                <a:cubicBezTo>
                  <a:pt x="558723" y="57540"/>
                  <a:pt x="560267" y="57631"/>
                  <a:pt x="562099" y="58594"/>
                </a:cubicBezTo>
                <a:cubicBezTo>
                  <a:pt x="569980" y="59124"/>
                  <a:pt x="571260" y="89849"/>
                  <a:pt x="573733" y="129032"/>
                </a:cubicBezTo>
                <a:cubicBezTo>
                  <a:pt x="574318" y="137393"/>
                  <a:pt x="576686" y="169232"/>
                  <a:pt x="567407" y="171048"/>
                </a:cubicBezTo>
                <a:cubicBezTo>
                  <a:pt x="560477" y="172405"/>
                  <a:pt x="559744" y="157715"/>
                  <a:pt x="558394" y="148273"/>
                </a:cubicBezTo>
                <a:cubicBezTo>
                  <a:pt x="556724" y="140644"/>
                  <a:pt x="553561" y="114858"/>
                  <a:pt x="553932" y="117082"/>
                </a:cubicBezTo>
                <a:cubicBezTo>
                  <a:pt x="551577" y="101266"/>
                  <a:pt x="548373" y="62448"/>
                  <a:pt x="557429" y="58153"/>
                </a:cubicBezTo>
                <a:moveTo>
                  <a:pt x="632506" y="56176"/>
                </a:moveTo>
                <a:cubicBezTo>
                  <a:pt x="638339" y="54012"/>
                  <a:pt x="643698" y="58478"/>
                  <a:pt x="644140" y="66649"/>
                </a:cubicBezTo>
                <a:cubicBezTo>
                  <a:pt x="644802" y="79880"/>
                  <a:pt x="634580" y="171305"/>
                  <a:pt x="621405" y="169845"/>
                </a:cubicBezTo>
                <a:cubicBezTo>
                  <a:pt x="618689" y="169547"/>
                  <a:pt x="617795" y="166958"/>
                  <a:pt x="617229" y="164638"/>
                </a:cubicBezTo>
                <a:cubicBezTo>
                  <a:pt x="614775" y="154841"/>
                  <a:pt x="617924" y="86365"/>
                  <a:pt x="618033" y="85485"/>
                </a:cubicBezTo>
                <a:cubicBezTo>
                  <a:pt x="620369" y="67134"/>
                  <a:pt x="626674" y="58340"/>
                  <a:pt x="632506" y="56176"/>
                </a:cubicBezTo>
                <a:moveTo>
                  <a:pt x="103916" y="49935"/>
                </a:moveTo>
                <a:cubicBezTo>
                  <a:pt x="118154" y="48696"/>
                  <a:pt x="167056" y="83718"/>
                  <a:pt x="177870" y="91435"/>
                </a:cubicBezTo>
                <a:cubicBezTo>
                  <a:pt x="218888" y="120961"/>
                  <a:pt x="257415" y="140912"/>
                  <a:pt x="263202" y="153031"/>
                </a:cubicBezTo>
                <a:cubicBezTo>
                  <a:pt x="265277" y="157516"/>
                  <a:pt x="261490" y="159954"/>
                  <a:pt x="256876" y="159280"/>
                </a:cubicBezTo>
                <a:cubicBezTo>
                  <a:pt x="250823" y="158555"/>
                  <a:pt x="241960" y="153996"/>
                  <a:pt x="236450" y="151217"/>
                </a:cubicBezTo>
                <a:cubicBezTo>
                  <a:pt x="196408" y="133770"/>
                  <a:pt x="140018" y="91772"/>
                  <a:pt x="107427" y="62690"/>
                </a:cubicBezTo>
                <a:lnTo>
                  <a:pt x="107427" y="62691"/>
                </a:lnTo>
                <a:cubicBezTo>
                  <a:pt x="103217" y="58808"/>
                  <a:pt x="99478" y="55699"/>
                  <a:pt x="100148" y="52871"/>
                </a:cubicBezTo>
                <a:cubicBezTo>
                  <a:pt x="100555" y="51029"/>
                  <a:pt x="101881" y="50112"/>
                  <a:pt x="103916" y="49935"/>
                </a:cubicBezTo>
                <a:moveTo>
                  <a:pt x="1002219" y="21456"/>
                </a:moveTo>
                <a:cubicBezTo>
                  <a:pt x="1005781" y="21456"/>
                  <a:pt x="1008464" y="24495"/>
                  <a:pt x="1006904" y="28879"/>
                </a:cubicBezTo>
                <a:cubicBezTo>
                  <a:pt x="1001791" y="42804"/>
                  <a:pt x="900805" y="120499"/>
                  <a:pt x="885975" y="131034"/>
                </a:cubicBezTo>
                <a:cubicBezTo>
                  <a:pt x="880462" y="134929"/>
                  <a:pt x="865042" y="146215"/>
                  <a:pt x="860585" y="141181"/>
                </a:cubicBezTo>
                <a:cubicBezTo>
                  <a:pt x="854131" y="133867"/>
                  <a:pt x="912458" y="90653"/>
                  <a:pt x="947497" y="58160"/>
                </a:cubicBezTo>
                <a:cubicBezTo>
                  <a:pt x="956506" y="49632"/>
                  <a:pt x="989772" y="21456"/>
                  <a:pt x="1002219" y="21456"/>
                </a:cubicBezTo>
                <a:moveTo>
                  <a:pt x="933813" y="0"/>
                </a:moveTo>
                <a:lnTo>
                  <a:pt x="961145" y="0"/>
                </a:lnTo>
                <a:lnTo>
                  <a:pt x="956357" y="7244"/>
                </a:lnTo>
                <a:cubicBezTo>
                  <a:pt x="948177" y="16809"/>
                  <a:pt x="936977" y="26708"/>
                  <a:pt x="931293" y="32378"/>
                </a:cubicBezTo>
                <a:cubicBezTo>
                  <a:pt x="938394" y="25277"/>
                  <a:pt x="884695" y="80565"/>
                  <a:pt x="845275" y="111947"/>
                </a:cubicBezTo>
                <a:cubicBezTo>
                  <a:pt x="839586" y="116391"/>
                  <a:pt x="829879" y="125081"/>
                  <a:pt x="824447" y="122034"/>
                </a:cubicBezTo>
                <a:cubicBezTo>
                  <a:pt x="820956" y="119946"/>
                  <a:pt x="821964" y="115097"/>
                  <a:pt x="824062" y="111411"/>
                </a:cubicBezTo>
                <a:cubicBezTo>
                  <a:pt x="835791" y="91658"/>
                  <a:pt x="869984" y="71560"/>
                  <a:pt x="898950" y="37734"/>
                </a:cubicBezTo>
                <a:cubicBezTo>
                  <a:pt x="903785" y="32166"/>
                  <a:pt x="913299" y="21315"/>
                  <a:pt x="923150" y="10839"/>
                </a:cubicBezTo>
                <a:moveTo>
                  <a:pt x="870629" y="0"/>
                </a:moveTo>
                <a:lnTo>
                  <a:pt x="892608" y="0"/>
                </a:lnTo>
                <a:lnTo>
                  <a:pt x="886322" y="7318"/>
                </a:lnTo>
                <a:cubicBezTo>
                  <a:pt x="851133" y="47400"/>
                  <a:pt x="808114" y="91758"/>
                  <a:pt x="804118" y="94562"/>
                </a:cubicBezTo>
                <a:cubicBezTo>
                  <a:pt x="802568" y="95666"/>
                  <a:pt x="800884" y="96763"/>
                  <a:pt x="798958" y="96229"/>
                </a:cubicBezTo>
                <a:cubicBezTo>
                  <a:pt x="785869" y="92966"/>
                  <a:pt x="815082" y="64829"/>
                  <a:pt x="867102" y="4460"/>
                </a:cubicBezTo>
                <a:lnTo>
                  <a:pt x="867102" y="4459"/>
                </a:lnTo>
                <a:moveTo>
                  <a:pt x="800723" y="0"/>
                </a:moveTo>
                <a:lnTo>
                  <a:pt x="829344" y="0"/>
                </a:lnTo>
                <a:lnTo>
                  <a:pt x="818346" y="16060"/>
                </a:lnTo>
                <a:cubicBezTo>
                  <a:pt x="793810" y="50603"/>
                  <a:pt x="768446" y="81166"/>
                  <a:pt x="762453" y="77745"/>
                </a:cubicBezTo>
                <a:cubicBezTo>
                  <a:pt x="760641" y="76710"/>
                  <a:pt x="759124" y="75429"/>
                  <a:pt x="760099" y="70782"/>
                </a:cubicBezTo>
                <a:lnTo>
                  <a:pt x="760099" y="70781"/>
                </a:lnTo>
                <a:cubicBezTo>
                  <a:pt x="761350" y="65209"/>
                  <a:pt x="779570" y="34165"/>
                  <a:pt x="798956" y="2822"/>
                </a:cubicBezTo>
                <a:moveTo>
                  <a:pt x="740748" y="0"/>
                </a:moveTo>
                <a:lnTo>
                  <a:pt x="761146" y="0"/>
                </a:lnTo>
                <a:lnTo>
                  <a:pt x="756144" y="11871"/>
                </a:lnTo>
                <a:cubicBezTo>
                  <a:pt x="751849" y="21810"/>
                  <a:pt x="748320" y="29619"/>
                  <a:pt x="746529" y="32814"/>
                </a:cubicBezTo>
                <a:cubicBezTo>
                  <a:pt x="745597" y="34501"/>
                  <a:pt x="732037" y="58748"/>
                  <a:pt x="727618" y="60458"/>
                </a:cubicBezTo>
                <a:cubicBezTo>
                  <a:pt x="725373" y="61375"/>
                  <a:pt x="723090" y="59937"/>
                  <a:pt x="722696" y="56857"/>
                </a:cubicBezTo>
                <a:lnTo>
                  <a:pt x="722691" y="56858"/>
                </a:lnTo>
                <a:cubicBezTo>
                  <a:pt x="722287" y="53535"/>
                  <a:pt x="725710" y="41651"/>
                  <a:pt x="731276" y="25693"/>
                </a:cubicBezTo>
                <a:moveTo>
                  <a:pt x="686657" y="0"/>
                </a:moveTo>
                <a:lnTo>
                  <a:pt x="705685" y="0"/>
                </a:lnTo>
                <a:lnTo>
                  <a:pt x="700319" y="15202"/>
                </a:lnTo>
                <a:cubicBezTo>
                  <a:pt x="698609" y="19941"/>
                  <a:pt x="697299" y="23470"/>
                  <a:pt x="696569" y="25376"/>
                </a:cubicBezTo>
                <a:cubicBezTo>
                  <a:pt x="685173" y="54502"/>
                  <a:pt x="674999" y="54550"/>
                  <a:pt x="684664" y="9695"/>
                </a:cubicBezTo>
                <a:moveTo>
                  <a:pt x="635841" y="0"/>
                </a:moveTo>
                <a:lnTo>
                  <a:pt x="652134" y="0"/>
                </a:lnTo>
                <a:lnTo>
                  <a:pt x="646944" y="18513"/>
                </a:lnTo>
                <a:cubicBezTo>
                  <a:pt x="642791" y="30742"/>
                  <a:pt x="638642" y="37286"/>
                  <a:pt x="634932" y="33587"/>
                </a:cubicBezTo>
                <a:cubicBezTo>
                  <a:pt x="632661" y="31321"/>
                  <a:pt x="633525" y="17990"/>
                  <a:pt x="635590" y="1773"/>
                </a:cubicBezTo>
                <a:moveTo>
                  <a:pt x="598390" y="0"/>
                </a:moveTo>
                <a:lnTo>
                  <a:pt x="609661" y="0"/>
                </a:lnTo>
                <a:lnTo>
                  <a:pt x="608947" y="4092"/>
                </a:lnTo>
                <a:cubicBezTo>
                  <a:pt x="604458" y="25883"/>
                  <a:pt x="600233" y="33376"/>
                  <a:pt x="598642" y="4419"/>
                </a:cubicBezTo>
                <a:moveTo>
                  <a:pt x="556039" y="0"/>
                </a:moveTo>
                <a:lnTo>
                  <a:pt x="570598" y="0"/>
                </a:lnTo>
                <a:lnTo>
                  <a:pt x="570526" y="4356"/>
                </a:lnTo>
                <a:cubicBezTo>
                  <a:pt x="569900" y="19915"/>
                  <a:pt x="568100" y="31186"/>
                  <a:pt x="564016" y="29685"/>
                </a:cubicBezTo>
                <a:cubicBezTo>
                  <a:pt x="561614" y="28845"/>
                  <a:pt x="559151" y="18507"/>
                  <a:pt x="557237" y="7727"/>
                </a:cubicBezTo>
                <a:moveTo>
                  <a:pt x="511111" y="0"/>
                </a:moveTo>
                <a:lnTo>
                  <a:pt x="525621" y="0"/>
                </a:lnTo>
                <a:lnTo>
                  <a:pt x="527012" y="17781"/>
                </a:lnTo>
                <a:cubicBezTo>
                  <a:pt x="527312" y="24000"/>
                  <a:pt x="527267" y="28272"/>
                  <a:pt x="526802" y="29817"/>
                </a:cubicBezTo>
                <a:cubicBezTo>
                  <a:pt x="524355" y="38362"/>
                  <a:pt x="520775" y="33871"/>
                  <a:pt x="516891" y="21994"/>
                </a:cubicBezTo>
                <a:moveTo>
                  <a:pt x="466481" y="0"/>
                </a:moveTo>
                <a:lnTo>
                  <a:pt x="481095" y="0"/>
                </a:lnTo>
                <a:lnTo>
                  <a:pt x="483012" y="11765"/>
                </a:lnTo>
                <a:cubicBezTo>
                  <a:pt x="485465" y="30027"/>
                  <a:pt x="485192" y="42248"/>
                  <a:pt x="478792" y="37413"/>
                </a:cubicBezTo>
                <a:lnTo>
                  <a:pt x="478792" y="37413"/>
                </a:lnTo>
                <a:cubicBezTo>
                  <a:pt x="478095" y="36890"/>
                  <a:pt x="474790" y="27316"/>
                  <a:pt x="470344" y="12949"/>
                </a:cubicBezTo>
                <a:moveTo>
                  <a:pt x="423433" y="0"/>
                </a:moveTo>
                <a:lnTo>
                  <a:pt x="440035" y="0"/>
                </a:lnTo>
                <a:lnTo>
                  <a:pt x="441941" y="5820"/>
                </a:lnTo>
                <a:cubicBezTo>
                  <a:pt x="448961" y="27920"/>
                  <a:pt x="454300" y="47188"/>
                  <a:pt x="452937" y="50991"/>
                </a:cubicBezTo>
                <a:cubicBezTo>
                  <a:pt x="449637" y="60205"/>
                  <a:pt x="441022" y="44662"/>
                  <a:pt x="431284" y="20664"/>
                </a:cubicBezTo>
                <a:moveTo>
                  <a:pt x="379258" y="0"/>
                </a:moveTo>
                <a:lnTo>
                  <a:pt x="395524" y="0"/>
                </a:lnTo>
                <a:lnTo>
                  <a:pt x="402213" y="18879"/>
                </a:lnTo>
                <a:cubicBezTo>
                  <a:pt x="408374" y="36775"/>
                  <a:pt x="412069" y="49150"/>
                  <a:pt x="412349" y="52542"/>
                </a:cubicBezTo>
                <a:cubicBezTo>
                  <a:pt x="412984" y="60769"/>
                  <a:pt x="407754" y="60934"/>
                  <a:pt x="404950" y="56886"/>
                </a:cubicBezTo>
                <a:lnTo>
                  <a:pt x="404950" y="56886"/>
                </a:lnTo>
                <a:cubicBezTo>
                  <a:pt x="402016" y="52692"/>
                  <a:pt x="392141" y="30611"/>
                  <a:pt x="380818" y="3759"/>
                </a:cubicBezTo>
                <a:moveTo>
                  <a:pt x="324651" y="0"/>
                </a:moveTo>
                <a:lnTo>
                  <a:pt x="347722" y="0"/>
                </a:lnTo>
                <a:lnTo>
                  <a:pt x="348372" y="1298"/>
                </a:lnTo>
                <a:cubicBezTo>
                  <a:pt x="351616" y="8365"/>
                  <a:pt x="353969" y="14589"/>
                  <a:pt x="362144" y="31845"/>
                </a:cubicBezTo>
                <a:cubicBezTo>
                  <a:pt x="366636" y="41245"/>
                  <a:pt x="390131" y="87246"/>
                  <a:pt x="379896" y="88948"/>
                </a:cubicBezTo>
                <a:cubicBezTo>
                  <a:pt x="375706" y="89674"/>
                  <a:pt x="373172" y="84823"/>
                  <a:pt x="369006" y="78414"/>
                </a:cubicBezTo>
                <a:cubicBezTo>
                  <a:pt x="364474" y="71290"/>
                  <a:pt x="352101" y="49873"/>
                  <a:pt x="338093" y="24584"/>
                </a:cubicBezTo>
                <a:moveTo>
                  <a:pt x="246152" y="0"/>
                </a:moveTo>
                <a:lnTo>
                  <a:pt x="268988" y="0"/>
                </a:lnTo>
                <a:lnTo>
                  <a:pt x="282699" y="15952"/>
                </a:lnTo>
                <a:cubicBezTo>
                  <a:pt x="314391" y="53906"/>
                  <a:pt x="342840" y="92544"/>
                  <a:pt x="335400" y="95278"/>
                </a:cubicBezTo>
                <a:cubicBezTo>
                  <a:pt x="326635" y="98525"/>
                  <a:pt x="261749" y="20209"/>
                  <a:pt x="260033" y="17970"/>
                </a:cubicBezTo>
                <a:moveTo>
                  <a:pt x="146994" y="0"/>
                </a:moveTo>
                <a:lnTo>
                  <a:pt x="163479" y="0"/>
                </a:lnTo>
                <a:lnTo>
                  <a:pt x="173727" y="7884"/>
                </a:lnTo>
                <a:cubicBezTo>
                  <a:pt x="214079" y="40771"/>
                  <a:pt x="285574" y="107779"/>
                  <a:pt x="290833" y="117640"/>
                </a:cubicBezTo>
                <a:cubicBezTo>
                  <a:pt x="292628" y="120910"/>
                  <a:pt x="292905" y="122088"/>
                  <a:pt x="292146" y="124573"/>
                </a:cubicBezTo>
                <a:lnTo>
                  <a:pt x="292147" y="124573"/>
                </a:lnTo>
                <a:cubicBezTo>
                  <a:pt x="287852" y="137422"/>
                  <a:pt x="183643" y="39428"/>
                  <a:pt x="152339" y="6183"/>
                </a:cubicBezTo>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close/>
              </a:path>
            </a:pathLst>
          </a:custGeom>
          <a:solidFill>
            <a:srgbClr val="C0B1C5"/>
          </a:solidFill>
          <a:ln/>
        </p:spPr>
      </p:sp>
      <p:sp>
        <p:nvSpPr>
          <p:cNvPr id="48" name="Text 46"/>
          <p:cNvSpPr/>
          <p:nvPr/>
        </p:nvSpPr>
        <p:spPr>
          <a:xfrm>
            <a:off x="6186761" y="1"/>
            <a:ext cx="1122187" cy="952548"/>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9" name="Shape 47"/>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4288">
            <a:solidFill>
              <a:srgbClr val="FFFFFF"/>
            </a:solidFill>
            <a:prstDash val="solid"/>
          </a:ln>
        </p:spPr>
      </p:sp>
      <p:sp>
        <p:nvSpPr>
          <p:cNvPr id="50" name="Text 48"/>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51" name="Text 49"/>
          <p:cNvSpPr/>
          <p:nvPr/>
        </p:nvSpPr>
        <p:spPr>
          <a:xfrm>
            <a:off x="514350" y="229209"/>
            <a:ext cx="5382792" cy="1645920"/>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3713" dirty="0">
                <a:solidFill>
                  <a:srgbClr val="FFFFFF"/>
                </a:solidFill>
                <a:latin typeface="Grandview Display" pitchFamily="34" charset="0"/>
                <a:ea typeface="Grandview Display" pitchFamily="34" charset="-122"/>
                <a:cs typeface="Grandview Display" pitchFamily="34" charset="-120"/>
              </a:rPr>
              <a:t>Mirzo Ulug‘bek: Olim va hukmdor</a:t>
            </a:r>
            <a:endParaRPr lang="en-US" sz="788" dirty="0"/>
          </a:p>
        </p:txBody>
      </p:sp>
      <p:sp>
        <p:nvSpPr>
          <p:cNvPr id="52" name="Text 50"/>
          <p:cNvSpPr/>
          <p:nvPr/>
        </p:nvSpPr>
        <p:spPr>
          <a:xfrm>
            <a:off x="514350" y="1900732"/>
            <a:ext cx="3840480" cy="2437227"/>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000000"/>
                </a:solidFill>
                <a:latin typeface="Grandview Display" pitchFamily="34" charset="0"/>
                <a:ea typeface="Grandview Display" pitchFamily="34" charset="-122"/>
                <a:cs typeface="Grandview Display" pitchFamily="34" charset="-120"/>
              </a:rPr>
              <a:t>Mirzo Ulug‘bek (1394–1449) Temuriylar sulolasining yirik vakili, hukmdor va buyuk astronom edi. U ilm-fanga bo‘lgan mehrini yoshligidan namoyon etgan va Samarqandni ilm markaziga aylantirgan. Ulug‘bekning hukmronligi davrida ilmiy izlanishlar rivoj topdi.</a:t>
            </a:r>
            <a:endParaRPr lang="en-US" sz="788" dirty="0"/>
          </a:p>
        </p:txBody>
      </p:sp>
      <p:sp>
        <p:nvSpPr>
          <p:cNvPr id="53" name="Text 51"/>
          <p:cNvSpPr/>
          <p:nvPr/>
        </p:nvSpPr>
        <p:spPr>
          <a:xfrm>
            <a:off x="4801950" y="1914654"/>
            <a:ext cx="3891808" cy="2438003"/>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350" dirty="0">
                <a:solidFill>
                  <a:srgbClr val="000000"/>
                </a:solidFill>
                <a:latin typeface="Grandview Display" pitchFamily="34" charset="0"/>
                <a:ea typeface="Grandview Display" pitchFamily="34" charset="-122"/>
                <a:cs typeface="Grandview Display" pitchFamily="34" charset="-120"/>
              </a:rPr>
              <a:t> </a:t>
            </a:r>
            <a:endParaRPr lang="en-US" sz="788" dirty="0"/>
          </a:p>
        </p:txBody>
      </p:sp>
      <p:pic>
        <p:nvPicPr>
          <p:cNvPr id="54" name="Image 0" descr="./images\slide4_img6.jpeg"/>
          <p:cNvPicPr>
            <a:picLocks noChangeAspect="1"/>
          </p:cNvPicPr>
          <p:nvPr/>
        </p:nvPicPr>
        <p:blipFill>
          <a:blip r:embed="rId4"/>
          <a:stretch>
            <a:fillRect/>
          </a:stretch>
        </p:blipFill>
        <p:spPr>
          <a:xfrm>
            <a:off x="4801950" y="1914654"/>
            <a:ext cx="3891808" cy="24380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4288">
            <a:solidFill>
              <a:srgbClr val="FFFFFF"/>
            </a:solidFill>
            <a:prstDash val="solid"/>
          </a:ln>
        </p:spPr>
      </p:sp>
      <p:sp>
        <p:nvSpPr>
          <p:cNvPr id="3" name="Text 1"/>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 name="Text 2"/>
          <p:cNvSpPr/>
          <p:nvPr/>
        </p:nvSpPr>
        <p:spPr>
          <a:xfrm>
            <a:off x="620554" y="227171"/>
            <a:ext cx="7896225" cy="1289209"/>
          </a:xfrm>
          <a:prstGeom prst="rect">
            <a:avLst/>
          </a:prstGeom>
          <a:noFill/>
          <a:ln/>
        </p:spPr>
        <p:txBody>
          <a:bodyPr wrap="square" lIns="71438" tIns="71438" rIns="71438" bIns="71438" rtlCol="0" anchor="t">
            <a:spAutoFit/>
          </a:bodyPr>
          <a:lstStyle/>
          <a:p>
            <a:pPr marL="0" indent="0" algn="ctr">
              <a:lnSpc>
                <a:spcPct val="80000"/>
              </a:lnSpc>
              <a:spcBef>
                <a:spcPts val="281"/>
              </a:spcBef>
              <a:buNone/>
            </a:pPr>
            <a:r>
              <a:rPr lang="en-US" sz="2981" dirty="0">
                <a:solidFill>
                  <a:srgbClr val="FFFFFF"/>
                </a:solidFill>
                <a:latin typeface="Grandview Display" pitchFamily="34" charset="0"/>
                <a:ea typeface="Grandview Display" pitchFamily="34" charset="-122"/>
                <a:cs typeface="Grandview Display" pitchFamily="34" charset="-120"/>
              </a:rPr>
              <a:t>Samarqand rasadxonasi</a:t>
            </a:r>
            <a:endParaRPr lang="en-US" sz="788" dirty="0"/>
          </a:p>
        </p:txBody>
      </p:sp>
      <p:sp>
        <p:nvSpPr>
          <p:cNvPr id="5" name="Text 3"/>
          <p:cNvSpPr/>
          <p:nvPr/>
        </p:nvSpPr>
        <p:spPr>
          <a:xfrm>
            <a:off x="6051233"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Ulug‘bek 1428-yilda Samarqandda ulkan rasadxona barpo qildi. Bu markaz Sharqda astronomiya taraqqiyotining eng yirik o‘choqlaridan biri bo‘lib, unda ko‘plab olimlar faoliyat olib bordi. Rasadxona orqali yulduzlar katalogi tuzildi va aniq kuzatuvlar amalga oshirildi.</a:t>
            </a:r>
            <a:endParaRPr lang="en-US" sz="788" dirty="0"/>
          </a:p>
        </p:txBody>
      </p:sp>
      <p:sp>
        <p:nvSpPr>
          <p:cNvPr id="6" name="Text 4"/>
          <p:cNvSpPr/>
          <p:nvPr/>
        </p:nvSpPr>
        <p:spPr>
          <a:xfrm>
            <a:off x="3336131"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Ushbu imperiya orqali savdo yo'llari ochildi, bu O'rta Osiyo va Yaqin Sharq o'rtasidagi aloqalarni mustahkamladi. Temuriylar sulolasi san'at va ilm-fan sohalarida yangi yutuqlarga erishdi.</a:t>
            </a:r>
            <a:endParaRPr lang="en-US" sz="788" dirty="0"/>
          </a:p>
        </p:txBody>
      </p:sp>
      <p:sp>
        <p:nvSpPr>
          <p:cNvPr id="7" name="Text 5"/>
          <p:cNvSpPr/>
          <p:nvPr/>
        </p:nvSpPr>
        <p:spPr>
          <a:xfrm>
            <a:off x="620554"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Amir Temurning merosi uning harbiy yutuqlari va madaniyati bilan bog'liq. U ko'plab me'moriy obidalar qurdirgan, bu esa uning davrining madaniy rivojlanishiga katta ta'sir ko'rsatdi.</a:t>
            </a:r>
            <a:endParaRPr lang="en-US" sz="788"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219652" y="201454"/>
            <a:ext cx="8704696" cy="4740592"/>
          </a:xfrm>
          <a:custGeom>
            <a:avLst/>
            <a:gdLst/>
            <a:ahLst/>
            <a:cxnLst/>
            <a:rect l="l" t="t" r="r" b="b"/>
            <a:pathLst>
              <a:path w="8704696" h="4740592">
                <a:moveTo>
                  <a:pt x="0" y="0"/>
                </a:moveTo>
                <a:lnTo>
                  <a:pt x="8704696" y="0"/>
                </a:lnTo>
                <a:lnTo>
                  <a:pt x="8704696" y="4740592"/>
                </a:lnTo>
                <a:lnTo>
                  <a:pt x="0" y="4740592"/>
                </a:lnTo>
                <a:close/>
              </a:path>
            </a:pathLst>
          </a:custGeom>
          <a:solidFill>
            <a:srgbClr val="000000">
              <a:alpha val="0"/>
            </a:srgbClr>
          </a:solidFill>
          <a:ln w="14288">
            <a:solidFill>
              <a:srgbClr val="FFFFFF"/>
            </a:solidFill>
            <a:prstDash val="solid"/>
          </a:ln>
        </p:spPr>
      </p:sp>
      <p:sp>
        <p:nvSpPr>
          <p:cNvPr id="3" name="Text 1"/>
          <p:cNvSpPr/>
          <p:nvPr/>
        </p:nvSpPr>
        <p:spPr>
          <a:xfrm>
            <a:off x="219652" y="201454"/>
            <a:ext cx="8704696" cy="4740592"/>
          </a:xfrm>
          <a:prstGeom prst="rect">
            <a:avLst/>
          </a:prstGeom>
          <a:noFill/>
          <a:ln/>
        </p:spPr>
        <p:txBody>
          <a:bodyPr wrap="square" rtlCol="0" anchor="ctr"/>
          <a:lstStyle/>
          <a:p>
            <a:pPr marL="0" indent="0" algn="ctr">
              <a:spcBef>
                <a:spcPts val="281"/>
              </a:spcBef>
              <a:buNone/>
            </a:pPr>
            <a:r>
              <a:rPr lang="en-US" sz="1350" dirty="0">
                <a:solidFill>
                  <a:srgbClr val="FFFFFF"/>
                </a:solidFill>
                <a:latin typeface="Grandview Display" pitchFamily="34" charset="0"/>
                <a:ea typeface="Grandview Display" pitchFamily="34" charset="-122"/>
                <a:cs typeface="Grandview Display" pitchFamily="34" charset="-120"/>
              </a:rPr>
              <a:t> </a:t>
            </a:r>
            <a:endParaRPr lang="en-US" sz="788" dirty="0"/>
          </a:p>
        </p:txBody>
      </p:sp>
      <p:sp>
        <p:nvSpPr>
          <p:cNvPr id="4" name="Text 2"/>
          <p:cNvSpPr/>
          <p:nvPr/>
        </p:nvSpPr>
        <p:spPr>
          <a:xfrm>
            <a:off x="620554" y="227171"/>
            <a:ext cx="7896225" cy="1289209"/>
          </a:xfrm>
          <a:prstGeom prst="rect">
            <a:avLst/>
          </a:prstGeom>
          <a:noFill/>
          <a:ln/>
        </p:spPr>
        <p:txBody>
          <a:bodyPr wrap="square" lIns="71438" tIns="71438" rIns="71438" bIns="71438" rtlCol="0" anchor="t">
            <a:spAutoFit/>
          </a:bodyPr>
          <a:lstStyle/>
          <a:p>
            <a:pPr marL="0" indent="0" algn="ctr">
              <a:lnSpc>
                <a:spcPct val="80000"/>
              </a:lnSpc>
              <a:spcBef>
                <a:spcPts val="281"/>
              </a:spcBef>
              <a:buNone/>
            </a:pPr>
            <a:r>
              <a:rPr lang="en-US" sz="2981" dirty="0">
                <a:solidFill>
                  <a:srgbClr val="FFFFFF"/>
                </a:solidFill>
                <a:latin typeface="Grandview Display" pitchFamily="34" charset="0"/>
                <a:ea typeface="Grandview Display" pitchFamily="34" charset="-122"/>
                <a:cs typeface="Grandview Display" pitchFamily="34" charset="-120"/>
              </a:rPr>
              <a:t>Ulug‘bekning merosi va ta’siri</a:t>
            </a:r>
            <a:endParaRPr lang="en-US" sz="788" dirty="0"/>
          </a:p>
        </p:txBody>
      </p:sp>
      <p:sp>
        <p:nvSpPr>
          <p:cNvPr id="5" name="Text 3"/>
          <p:cNvSpPr/>
          <p:nvPr/>
        </p:nvSpPr>
        <p:spPr>
          <a:xfrm>
            <a:off x="6051233"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Ulug‘bekning ilmiy ishlari butun dunyo astronomiyasiga katta ta’sir ko‘rsatgan. Uning yulduzlar jadvali (‘Ziji Jadidi Kuragoniy’) yuz yillar davomida jahon olimlari tomonidan foydalanilgan. U nafaqat astronom, balki ta’limni rivojlantirgan buyuk alloma sifatida ham tarixda o‘chmas iz qoldirgan.</a:t>
            </a:r>
            <a:endParaRPr lang="en-US" sz="788" dirty="0"/>
          </a:p>
        </p:txBody>
      </p:sp>
      <p:sp>
        <p:nvSpPr>
          <p:cNvPr id="6" name="Text 4"/>
          <p:cNvSpPr/>
          <p:nvPr/>
        </p:nvSpPr>
        <p:spPr>
          <a:xfrm>
            <a:off x="3336131"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Bundan tashqari, Temuriylar davrida ilm-fan va san'at rivojlanishi uchun qulay sharoitlar yaratilgan. Bu esa ko'plab olimlar va san'atkorlarning paydo bo'lishiga olib keldi.</a:t>
            </a:r>
            <a:endParaRPr lang="en-US" sz="788" dirty="0"/>
          </a:p>
        </p:txBody>
      </p:sp>
      <p:sp>
        <p:nvSpPr>
          <p:cNvPr id="7" name="Text 5"/>
          <p:cNvSpPr/>
          <p:nvPr/>
        </p:nvSpPr>
        <p:spPr>
          <a:xfrm>
            <a:off x="620554" y="1701165"/>
            <a:ext cx="2472214" cy="2969895"/>
          </a:xfrm>
          <a:prstGeom prst="rect">
            <a:avLst/>
          </a:prstGeom>
          <a:noFill/>
          <a:ln/>
        </p:spPr>
        <p:txBody>
          <a:bodyPr wrap="square" lIns="71438" tIns="71438" rIns="71438" bIns="71438" rtlCol="0" anchor="t">
            <a:spAutoFit/>
          </a:bodyPr>
          <a:lstStyle/>
          <a:p>
            <a:pPr marL="0" indent="0" algn="l">
              <a:lnSpc>
                <a:spcPct val="80000"/>
              </a:lnSpc>
              <a:spcBef>
                <a:spcPts val="281"/>
              </a:spcBef>
              <a:buNone/>
            </a:pPr>
            <a:r>
              <a:rPr lang="en-US" sz="1463" dirty="0">
                <a:solidFill>
                  <a:srgbClr val="FFFFFF"/>
                </a:solidFill>
                <a:latin typeface="Grandview Display" pitchFamily="34" charset="0"/>
                <a:ea typeface="Grandview Display" pitchFamily="34" charset="-122"/>
                <a:cs typeface="Grandview Display" pitchFamily="34" charset="-120"/>
              </a:rPr>
              <a:t>Amir Temurning ta'siri faqat harbiy sohada emas, balki iqtisodiy va madaniy sohalarda ham sezilarli bo'lgan. U savdo yo'llarini rivojlantirib, iqtisodiy barqarorlikni ta'minlagan.</a:t>
            </a:r>
            <a:endParaRPr lang="en-US" sz="78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341</Words>
  <Application>Microsoft Office PowerPoint</Application>
  <PresentationFormat>Экран (16:9)</PresentationFormat>
  <Paragraphs>52</Paragraphs>
  <Slides>6</Slides>
  <Notes>6</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6</vt:i4>
      </vt:variant>
    </vt:vector>
  </HeadingPairs>
  <TitlesOfParts>
    <vt:vector size="10" baseType="lpstr">
      <vt:lpstr>Arial</vt:lpstr>
      <vt:lpstr>Calibri</vt:lpstr>
      <vt:lpstr>Grandview Display</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Azizjon Aliqulov</cp:lastModifiedBy>
  <cp:revision>2</cp:revision>
  <dcterms:created xsi:type="dcterms:W3CDTF">2025-09-30T09:53:29Z</dcterms:created>
  <dcterms:modified xsi:type="dcterms:W3CDTF">2025-09-30T09:54:21Z</dcterms:modified>
</cp:coreProperties>
</file>