
<file path=[Content_Types].xml><?xml version="1.0" encoding="utf-8"?>
<Types xmlns="http://schemas.openxmlformats.org/package/2006/content-types">
  <Default ContentType="image/jpeg" Extension="jpeg"/>
  <Default ContentType="image/.jpg" Extension="jp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app.xml" Type="http://schemas.openxmlformats.org/officeDocument/2006/relationships/extended-properties"/><Relationship Id="rId3" Target="docProps/core.xml" Type="http://schemas.openxmlformats.org/package/2006/relationships/metadata/core-properties"/><Relationship Id="rId4" Target="docProps/thumbnail.jpeg" Type="http://schemas.openxmlformats.org/package/2006/relationships/metadata/thumbnail"/><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
  </p:notesMasterIdLst>
  <p:handoutMasterIdLst>
    <p:handoutMasterId r:id="rId4"/>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8809" autoAdjust="0"/>
    <p:restoredTop sz="94694" autoAdjust="0"/>
  </p:normalViewPr>
  <p:slideViewPr>
    <p:cSldViewPr snapToGrid="0">
      <p:cViewPr varScale="1">
        <p:scale>
          <a:sx n="82" d="100"/>
          <a:sy n="82" d="100"/>
        </p:scale>
        <p:origin x="542" y="58"/>
      </p:cViewPr>
      <p:guideLst/>
    </p:cSldViewPr>
  </p:slideViewPr>
  <p:outlineViewPr>
    <p:cViewPr>
      <p:scale>
        <a:sx n="33" d="100"/>
        <a:sy n="33" d="100"/>
      </p:scale>
      <p:origin x="0" y="-432"/>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slides/slide3.xml" Type="http://schemas.openxmlformats.org/officeDocument/2006/relationships/slide"/><Relationship Id="rId11" Target="slides/slide4.xml" Type="http://schemas.openxmlformats.org/officeDocument/2006/relationships/slide"/><Relationship Id="rId12" Target="slides/slide5.xml" Type="http://schemas.openxmlformats.org/officeDocument/2006/relationships/slide"/><Relationship Id="rId13" Target="slides/slide6.xml" Type="http://schemas.openxmlformats.org/officeDocument/2006/relationships/slide"/><Relationship Id="rId14" Target="slides/slide7.xml" Type="http://schemas.openxmlformats.org/officeDocument/2006/relationships/slide"/><Relationship Id="rId15" Target="slides/slide8.xml" Type="http://schemas.openxmlformats.org/officeDocument/2006/relationships/slide"/><Relationship Id="rId16" Target="slides/slide9.xml" Type="http://schemas.openxmlformats.org/officeDocument/2006/relationships/slide"/><Relationship Id="rId17" Target="slides/slide10.xml" Type="http://schemas.openxmlformats.org/officeDocument/2006/relationships/slide"/><Relationship Id="rId18" Target="slides/slide11.xml" Type="http://schemas.openxmlformats.org/officeDocument/2006/relationships/slide"/><Relationship Id="rId19" Target="slides/slide12.xml" Type="http://schemas.openxmlformats.org/officeDocument/2006/relationships/slide"/><Relationship Id="rId2" Target="theme/theme1.xml" Type="http://schemas.openxmlformats.org/officeDocument/2006/relationships/theme"/><Relationship Id="rId20" Target="slides/slide13.xml" Type="http://schemas.openxmlformats.org/officeDocument/2006/relationships/slide"/><Relationship Id="rId21" Target="slides/slide14.xml" Type="http://schemas.openxmlformats.org/officeDocument/2006/relationships/slide"/><Relationship Id="rId22" Target="slides/slide15.xml" Type="http://schemas.openxmlformats.org/officeDocument/2006/relationships/slide"/><Relationship Id="rId3" Target="notesMasters/notesMaster1.xml" Type="http://schemas.openxmlformats.org/officeDocument/2006/relationships/notesMaster"/><Relationship Id="rId4" Target="handoutMasters/handoutMaster1.xml" Type="http://schemas.openxmlformats.org/officeDocument/2006/relationships/handoutMaster"/><Relationship Id="rId5" Target="presProps.xml" Type="http://schemas.openxmlformats.org/officeDocument/2006/relationships/presProps"/><Relationship Id="rId6" Target="viewProps.xml" Type="http://schemas.openxmlformats.org/officeDocument/2006/relationships/viewProps"/><Relationship Id="rId7" Target="tableStyles.xml" Type="http://schemas.openxmlformats.org/officeDocument/2006/relationships/tableStyles"/><Relationship Id="rId8" Target="slides/slide1.xml" Type="http://schemas.openxmlformats.org/officeDocument/2006/relationships/slide"/><Relationship Id="rId9" Target="slides/slide2.xml" Type="http://schemas.openxmlformats.org/officeDocument/2006/relationships/slide"/></Relationships>
</file>

<file path=ppt/handoutMasters/_rels/handoutMaster1.xml.rels><?xml version="1.0" encoding="UTF-8" standalone="no"?><Relationships xmlns="http://schemas.openxmlformats.org/package/2006/relationships"><Relationship Id="rId1" Target="../theme/theme3.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93CD36-562E-4EEA-8B96-DB5FE3AB0DC1}"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9C5148-8ED6-434E-BA59-EF48324382B2}"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no"?><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0FA4AB-31E7-4D1C-A552-BCF9442B3075}"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33291-C0D9-4415-AEC4-F67D377A5ADC}"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94810" y="822960"/>
            <a:ext cx="7704455" cy="4784090"/>
          </a:xfrm>
        </p:spPr>
        <p:txBody>
          <a:bodyPr lIns="0" tIns="0" rIns="0" bIns="0" anchor="t" anchorCtr="0">
            <a:noAutofit/>
          </a:bodyPr>
          <a:lstStyle>
            <a:lvl1pPr algn="l">
              <a:lnSpc>
                <a:spcPts val="8000"/>
              </a:lnSpc>
              <a:defRPr sz="8000" b="1" spc="-100" baseline="0">
                <a:solidFill>
                  <a:schemeClr val="bg1"/>
                </a:solidFill>
              </a:defRPr>
            </a:lvl1pPr>
          </a:lstStyle>
          <a:p>
            <a:r>
              <a:rPr lang="en-US" dirty="0"/>
              <a:t>Click to add title</a:t>
            </a:r>
            <a:endParaRPr lang="en-US" dirty="0"/>
          </a:p>
        </p:txBody>
      </p:sp>
      <p:sp>
        <p:nvSpPr>
          <p:cNvPr id="9" name="Rectangle 8"/>
          <p:cNvSpPr/>
          <p:nvPr userDrawn="1"/>
        </p:nvSpPr>
        <p:spPr>
          <a:xfrm>
            <a:off x="292869" y="268605"/>
            <a:ext cx="11606262" cy="6320790"/>
          </a:xfrm>
          <a:prstGeom prst="rect">
            <a:avLst/>
          </a:prstGeom>
          <a:noFill/>
          <a:ln w="222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ubtitle 4"/>
          <p:cNvSpPr>
            <a:spLocks noGrp="1"/>
          </p:cNvSpPr>
          <p:nvPr>
            <p:ph type="subTitle" idx="1" hasCustomPrompt="1"/>
          </p:nvPr>
        </p:nvSpPr>
        <p:spPr>
          <a:xfrm>
            <a:off x="4194810" y="5746750"/>
            <a:ext cx="7725410" cy="842645"/>
          </a:xfrm>
        </p:spPr>
        <p:txBody>
          <a:bodyPr lIns="0" tIns="0" rIns="0" bIns="0" anchor="ctr" anchorCtr="0">
            <a:noAutofit/>
          </a:bodyPr>
          <a:lstStyle>
            <a:lvl1pPr marL="0" indent="0" algn="l">
              <a:buNone/>
              <a:defRPr sz="3600" b="1" cap="none" spc="0" baseline="0">
                <a:solidFill>
                  <a:schemeClr val="bg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add subtitle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build="p">
        <p:tmplLst>
          <p:tmpl lvl="1">
            <p:tnLst>
              <p:par>
                <p:cTn presetID="2" presetClass="entr" presetSubtype="4" fill="hold" grpId="0" nodeType="clickEffect">
                  <p:stCondLst>
                    <p:cond delay="0"/>
                  </p:stCondLst>
                  <p:childTnLst>
                    <p:set>
                      <p:cBhvr>
                        <p:cTn dur="1" fill="hold">
                          <p:stCondLst>
                            <p:cond delay="0"/>
                          </p:stCondLst>
                        </p:cTn>
                        <p:tgtEl>
                          <p:spTgt spid="5">
                            <p:txEl>
                              <p:pRg st="0" end="0"/>
                            </p:txEl>
                          </p:spTgt>
                        </p:tgtEl>
                        <p:attrNameLst>
                          <p:attrName>style.visibility</p:attrName>
                        </p:attrNameLst>
                      </p:cBhvr>
                      <p:to>
                        <p:strVal val="visible"/>
                      </p:to>
                    </p:set>
                    <p:anim calcmode="lin" valueType="num">
                      <p:cBhvr additive="base">
                        <p:cTn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5">
                            <p:txEl>
                              <p:pRg st="0" end="0"/>
                            </p:txEl>
                          </p:spTgt>
                        </p:tgtEl>
                        <p:attrNameLst>
                          <p:attrName>ppt_y</p:attrName>
                        </p:attrNameLst>
                      </p:cBhvr>
                      <p:tavLst>
                        <p:tav tm="0">
                          <p:val>
                            <p:strVal val="1+#ppt_h/2"/>
                          </p:val>
                        </p:tav>
                        <p:tav tm="100000">
                          <p:val>
                            <p:strVal val="#ppt_y"/>
                          </p:val>
                        </p:tav>
                      </p:tavLst>
                    </p:anim>
                  </p:childTnLst>
                </p:cTn>
              </p:par>
            </p:tnLst>
          </p:tmpl>
        </p:tmplLst>
      </p:bldP>
      <p:bldP spid="5" grpId="1" build="p">
        <p:tmplLst>
          <p:tmpl lvl="1">
            <p:tnLst>
              <p:par>
                <p:cTn presetID="2" presetClass="entr" presetSubtype="4" fill="hold" grpId="1" nodeType="clickEffect">
                  <p:stCondLst>
                    <p:cond delay="0"/>
                  </p:stCondLst>
                  <p:childTnLst>
                    <p:set>
                      <p:cBhvr>
                        <p:cTn dur="1" fill="hold">
                          <p:stCondLst>
                            <p:cond delay="0"/>
                          </p:stCondLst>
                        </p:cTn>
                        <p:tgtEl>
                          <p:spTgt spid="5">
                            <p:txEl>
                              <p:pRg st="0" end="0"/>
                            </p:txEl>
                          </p:spTgt>
                        </p:tgtEl>
                        <p:attrNameLst>
                          <p:attrName>style.visibility</p:attrName>
                        </p:attrNameLst>
                      </p:cBhvr>
                      <p:to>
                        <p:strVal val="visible"/>
                      </p:to>
                    </p:set>
                    <p:anim calcmode="lin" valueType="num">
                      <p:cBhvr additive="base">
                        <p:cTn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5">
                            <p:txEl>
                              <p:pRg st="0" end="0"/>
                            </p:txEl>
                          </p:spTgt>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5300" y="465455"/>
            <a:ext cx="8845550" cy="2142490"/>
          </a:xfrm>
        </p:spPr>
        <p:txBody>
          <a:bodyPr lIns="0" tIns="0" rIns="0" bIns="0" anchor="ctr" anchorCtr="0">
            <a:noAutofit/>
          </a:bodyPr>
          <a:lstStyle>
            <a:lvl1pPr>
              <a:defRPr sz="5000" b="1" spc="-100" baseline="0">
                <a:solidFill>
                  <a:schemeClr val="bg1"/>
                </a:solidFill>
              </a:defRPr>
            </a:lvl1pPr>
          </a:lstStyle>
          <a:p>
            <a:r>
              <a:rPr lang="en-US" dirty="0"/>
              <a:t>Click to add title</a:t>
            </a:r>
            <a:endParaRPr lang="en-US" dirty="0"/>
          </a:p>
        </p:txBody>
      </p:sp>
      <p:sp>
        <p:nvSpPr>
          <p:cNvPr id="110" name="Content Placeholder 109"/>
          <p:cNvSpPr>
            <a:spLocks noGrp="1"/>
          </p:cNvSpPr>
          <p:nvPr>
            <p:ph sz="quarter" idx="13" hasCustomPrompt="1"/>
          </p:nvPr>
        </p:nvSpPr>
        <p:spPr>
          <a:xfrm>
            <a:off x="3035935" y="2616200"/>
            <a:ext cx="8843010" cy="3327400"/>
          </a:xfrm>
        </p:spPr>
        <p:txBody>
          <a:bodyPr lIns="0" tIns="0" rIns="0">
            <a:normAutofit/>
          </a:bodyPr>
          <a:lstStyle>
            <a:lvl1pPr marL="342900" indent="-342900">
              <a:lnSpc>
                <a:spcPct val="150000"/>
              </a:lnSpc>
              <a:spcBef>
                <a:spcPts val="600"/>
              </a:spcBef>
              <a:buFont typeface="Arial" panose="020B0604020202090204" pitchFamily="34" charset="0"/>
              <a:buChar char="•"/>
              <a:defRPr sz="2400"/>
            </a:lvl1pPr>
            <a:lvl2pPr marL="662940" indent="-342900">
              <a:lnSpc>
                <a:spcPct val="150000"/>
              </a:lnSpc>
              <a:spcBef>
                <a:spcPts val="600"/>
              </a:spcBef>
              <a:buFont typeface="Arial" panose="020B0604020202090204" pitchFamily="34" charset="0"/>
              <a:buChar char="•"/>
              <a:defRPr sz="2000"/>
            </a:lvl2pPr>
            <a:lvl3pPr marL="1062990" indent="-285750">
              <a:lnSpc>
                <a:spcPct val="150000"/>
              </a:lnSpc>
              <a:spcBef>
                <a:spcPts val="600"/>
              </a:spcBef>
              <a:buFont typeface="Arial" panose="020B0604020202090204" pitchFamily="34" charset="0"/>
              <a:buChar char="•"/>
              <a:defRPr sz="1800"/>
            </a:lvl3pPr>
            <a:lvl4pPr marL="1520190" indent="-285750">
              <a:lnSpc>
                <a:spcPct val="150000"/>
              </a:lnSpc>
              <a:spcBef>
                <a:spcPts val="600"/>
              </a:spcBef>
              <a:buFont typeface="Arial" panose="020B0604020202090204" pitchFamily="34" charset="0"/>
              <a:buChar char="•"/>
              <a:defRPr sz="1600"/>
            </a:lvl4pPr>
            <a:lvl5pPr marL="1977390" indent="-285750">
              <a:lnSpc>
                <a:spcPct val="150000"/>
              </a:lnSpc>
              <a:spcBef>
                <a:spcPts val="600"/>
              </a:spcBef>
              <a:buFont typeface="Arial" panose="020B0604020202090204" pitchFamily="34" charset="0"/>
              <a:buChar char="•"/>
              <a:defRPr sz="1600"/>
            </a:lvl5pPr>
          </a:lstStyle>
          <a:p>
            <a:pPr lvl="0"/>
            <a:r>
              <a:rPr lang="en-US" dirty="0"/>
              <a:t>Click to add content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r>
              <a:rPr lang="en-US">
                <a:solidFill>
                  <a:schemeClr val="bg1"/>
                </a:solidFill>
              </a:rPr>
              <a:t>20XX</a:t>
            </a:r>
            <a:endParaRPr lang="en-US" dirty="0">
              <a:solidFill>
                <a:schemeClr val="bg1"/>
              </a:solidFill>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0">
                                            <p:txEl>
                                              <p:pRg st="0" end="0"/>
                                            </p:txEl>
                                          </p:spTgt>
                                        </p:tgtEl>
                                        <p:attrNameLst>
                                          <p:attrName>style.visibility</p:attrName>
                                        </p:attrNameLst>
                                      </p:cBhvr>
                                      <p:to>
                                        <p:strVal val="visible"/>
                                      </p:to>
                                    </p:set>
                                    <p:anim calcmode="lin" valueType="num">
                                      <p:cBhvr additive="base">
                                        <p:cTn id="12" dur="500" fill="hold"/>
                                        <p:tgtEl>
                                          <p:spTgt spid="110">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0">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10">
                                            <p:txEl>
                                              <p:pRg st="1" end="1"/>
                                            </p:txEl>
                                          </p:spTgt>
                                        </p:tgtEl>
                                        <p:attrNameLst>
                                          <p:attrName>style.visibility</p:attrName>
                                        </p:attrNameLst>
                                      </p:cBhvr>
                                      <p:to>
                                        <p:strVal val="visible"/>
                                      </p:to>
                                    </p:set>
                                    <p:anim calcmode="lin" valueType="num">
                                      <p:cBhvr additive="base">
                                        <p:cTn id="16" dur="500" fill="hold"/>
                                        <p:tgtEl>
                                          <p:spTgt spid="110">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10">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110">
                                            <p:txEl>
                                              <p:pRg st="2" end="2"/>
                                            </p:txEl>
                                          </p:spTgt>
                                        </p:tgtEl>
                                        <p:attrNameLst>
                                          <p:attrName>style.visibility</p:attrName>
                                        </p:attrNameLst>
                                      </p:cBhvr>
                                      <p:to>
                                        <p:strVal val="visible"/>
                                      </p:to>
                                    </p:set>
                                    <p:anim calcmode="lin" valueType="num">
                                      <p:cBhvr additive="base">
                                        <p:cTn id="20" dur="500" fill="hold"/>
                                        <p:tgtEl>
                                          <p:spTgt spid="110">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10">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10">
                                            <p:txEl>
                                              <p:pRg st="3" end="3"/>
                                            </p:txEl>
                                          </p:spTgt>
                                        </p:tgtEl>
                                        <p:attrNameLst>
                                          <p:attrName>style.visibility</p:attrName>
                                        </p:attrNameLst>
                                      </p:cBhvr>
                                      <p:to>
                                        <p:strVal val="visible"/>
                                      </p:to>
                                    </p:set>
                                    <p:anim calcmode="lin" valueType="num">
                                      <p:cBhvr additive="base">
                                        <p:cTn id="24" dur="500" fill="hold"/>
                                        <p:tgtEl>
                                          <p:spTgt spid="110">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0">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10">
                                            <p:txEl>
                                              <p:pRg st="4" end="4"/>
                                            </p:txEl>
                                          </p:spTgt>
                                        </p:tgtEl>
                                        <p:attrNameLst>
                                          <p:attrName>style.visibility</p:attrName>
                                        </p:attrNameLst>
                                      </p:cBhvr>
                                      <p:to>
                                        <p:strVal val="visible"/>
                                      </p:to>
                                    </p:set>
                                    <p:anim calcmode="lin" valueType="num">
                                      <p:cBhvr additive="base">
                                        <p:cTn id="28" dur="500" fill="hold"/>
                                        <p:tgtEl>
                                          <p:spTgt spid="110">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10" grpId="0" build="p">
        <p:tmplLst>
          <p:tmpl lvl="1">
            <p:tnLst>
              <p:par>
                <p:cTn presetID="2" presetClass="entr" presetSubtype="4" fill="hold" grpId="0" nodeType="clickEffect">
                  <p:stCondLst>
                    <p:cond delay="0"/>
                  </p:stCondLst>
                  <p:childTnLst>
                    <p:set>
                      <p:cBhvr>
                        <p:cTn dur="1" fill="hold">
                          <p:stCondLst>
                            <p:cond delay="0"/>
                          </p:stCondLst>
                        </p:cTn>
                        <p:tgtEl>
                          <p:spTgt spid="110">
                            <p:txEl>
                              <p:pRg st="0" end="0"/>
                            </p:txEl>
                          </p:spTgt>
                        </p:tgtEl>
                        <p:attrNameLst>
                          <p:attrName>style.visibility</p:attrName>
                        </p:attrNameLst>
                      </p:cBhvr>
                      <p:to>
                        <p:strVal val="visible"/>
                      </p:to>
                    </p:set>
                    <p:anim calcmode="lin" valueType="num">
                      <p:cBhvr additive="base">
                        <p:cTn dur="500" fill="hold"/>
                        <p:tgtEl>
                          <p:spTgt spid="11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0" end="0"/>
                            </p:txEl>
                          </p:spTgt>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grpId="0" nodeType="withEffect">
                  <p:stCondLst>
                    <p:cond delay="0"/>
                  </p:stCondLst>
                  <p:childTnLst>
                    <p:set>
                      <p:cBhvr>
                        <p:cTn dur="1" fill="hold">
                          <p:stCondLst>
                            <p:cond delay="0"/>
                          </p:stCondLst>
                        </p:cTn>
                        <p:tgtEl>
                          <p:spTgt spid="110">
                            <p:txEl>
                              <p:pRg st="1" end="1"/>
                            </p:txEl>
                          </p:spTgt>
                        </p:tgtEl>
                        <p:attrNameLst>
                          <p:attrName>style.visibility</p:attrName>
                        </p:attrNameLst>
                      </p:cBhvr>
                      <p:to>
                        <p:strVal val="visible"/>
                      </p:to>
                    </p:set>
                    <p:anim calcmode="lin" valueType="num">
                      <p:cBhvr additive="base">
                        <p:cTn dur="500" fill="hold"/>
                        <p:tgtEl>
                          <p:spTgt spid="110">
                            <p:txEl>
                              <p:pRg st="1" end="1"/>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1" end="1"/>
                            </p:txEl>
                          </p:spTgt>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grpId="0" nodeType="withEffect">
                  <p:stCondLst>
                    <p:cond delay="0"/>
                  </p:stCondLst>
                  <p:childTnLst>
                    <p:set>
                      <p:cBhvr>
                        <p:cTn dur="1" fill="hold">
                          <p:stCondLst>
                            <p:cond delay="0"/>
                          </p:stCondLst>
                        </p:cTn>
                        <p:tgtEl>
                          <p:spTgt spid="110">
                            <p:txEl>
                              <p:pRg st="2" end="2"/>
                            </p:txEl>
                          </p:spTgt>
                        </p:tgtEl>
                        <p:attrNameLst>
                          <p:attrName>style.visibility</p:attrName>
                        </p:attrNameLst>
                      </p:cBhvr>
                      <p:to>
                        <p:strVal val="visible"/>
                      </p:to>
                    </p:set>
                    <p:anim calcmode="lin" valueType="num">
                      <p:cBhvr additive="base">
                        <p:cTn dur="500" fill="hold"/>
                        <p:tgtEl>
                          <p:spTgt spid="11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2" end="2"/>
                            </p:txEl>
                          </p:spTgt>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grpId="0" nodeType="withEffect">
                  <p:stCondLst>
                    <p:cond delay="0"/>
                  </p:stCondLst>
                  <p:childTnLst>
                    <p:set>
                      <p:cBhvr>
                        <p:cTn dur="1" fill="hold">
                          <p:stCondLst>
                            <p:cond delay="0"/>
                          </p:stCondLst>
                        </p:cTn>
                        <p:tgtEl>
                          <p:spTgt spid="110">
                            <p:txEl>
                              <p:pRg st="3" end="3"/>
                            </p:txEl>
                          </p:spTgt>
                        </p:tgtEl>
                        <p:attrNameLst>
                          <p:attrName>style.visibility</p:attrName>
                        </p:attrNameLst>
                      </p:cBhvr>
                      <p:to>
                        <p:strVal val="visible"/>
                      </p:to>
                    </p:set>
                    <p:anim calcmode="lin" valueType="num">
                      <p:cBhvr additive="base">
                        <p:cTn dur="500" fill="hold"/>
                        <p:tgtEl>
                          <p:spTgt spid="110">
                            <p:txEl>
                              <p:pRg st="3" end="3"/>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3" end="3"/>
                            </p:txEl>
                          </p:spTgt>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grpId="0" nodeType="withEffect">
                  <p:stCondLst>
                    <p:cond delay="0"/>
                  </p:stCondLst>
                  <p:childTnLst>
                    <p:set>
                      <p:cBhvr>
                        <p:cTn dur="1" fill="hold">
                          <p:stCondLst>
                            <p:cond delay="0"/>
                          </p:stCondLst>
                        </p:cTn>
                        <p:tgtEl>
                          <p:spTgt spid="110">
                            <p:txEl>
                              <p:pRg st="4" end="4"/>
                            </p:txEl>
                          </p:spTgt>
                        </p:tgtEl>
                        <p:attrNameLst>
                          <p:attrName>style.visibility</p:attrName>
                        </p:attrNameLst>
                      </p:cBhvr>
                      <p:to>
                        <p:strVal val="visible"/>
                      </p:to>
                    </p:set>
                    <p:anim calcmode="lin" valueType="num">
                      <p:cBhvr additive="base">
                        <p:cTn dur="500" fill="hold"/>
                        <p:tgtEl>
                          <p:spTgt spid="110">
                            <p:txEl>
                              <p:pRg st="4" end="4"/>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4" end="4"/>
                            </p:txEl>
                          </p:spTgt>
                        </p:tgtEl>
                        <p:attrNameLst>
                          <p:attrName>ppt_y</p:attrName>
                        </p:attrNameLst>
                      </p:cBhvr>
                      <p:tavLst>
                        <p:tav tm="0">
                          <p:val>
                            <p:strVal val="1+#ppt_h/2"/>
                          </p:val>
                        </p:tav>
                        <p:tav tm="100000">
                          <p:val>
                            <p:strVal val="#ppt_y"/>
                          </p:val>
                        </p:tav>
                      </p:tavLst>
                    </p:anim>
                  </p:childTnLst>
                </p:cTn>
              </p:par>
            </p:tnLst>
          </p:tmpl>
        </p:tmplLst>
      </p:bldP>
      <p:bldP spid="110" grpId="1" build="p">
        <p:tmplLst>
          <p:tmpl lvl="1">
            <p:tnLst>
              <p:par>
                <p:cTn presetID="2" presetClass="entr" presetSubtype="4" fill="hold" grpId="1" nodeType="clickEffect">
                  <p:stCondLst>
                    <p:cond delay="0"/>
                  </p:stCondLst>
                  <p:childTnLst>
                    <p:set>
                      <p:cBhvr>
                        <p:cTn dur="1" fill="hold">
                          <p:stCondLst>
                            <p:cond delay="0"/>
                          </p:stCondLst>
                        </p:cTn>
                        <p:tgtEl>
                          <p:spTgt spid="110">
                            <p:txEl>
                              <p:pRg st="0" end="0"/>
                            </p:txEl>
                          </p:spTgt>
                        </p:tgtEl>
                        <p:attrNameLst>
                          <p:attrName>style.visibility</p:attrName>
                        </p:attrNameLst>
                      </p:cBhvr>
                      <p:to>
                        <p:strVal val="visible"/>
                      </p:to>
                    </p:set>
                    <p:anim calcmode="lin" valueType="num">
                      <p:cBhvr additive="base">
                        <p:cTn dur="500" fill="hold"/>
                        <p:tgtEl>
                          <p:spTgt spid="11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0" end="0"/>
                            </p:txEl>
                          </p:spTgt>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grpId="1" nodeType="withEffect">
                  <p:stCondLst>
                    <p:cond delay="0"/>
                  </p:stCondLst>
                  <p:childTnLst>
                    <p:set>
                      <p:cBhvr>
                        <p:cTn dur="1" fill="hold">
                          <p:stCondLst>
                            <p:cond delay="0"/>
                          </p:stCondLst>
                        </p:cTn>
                        <p:tgtEl>
                          <p:spTgt spid="110">
                            <p:txEl>
                              <p:pRg st="1" end="1"/>
                            </p:txEl>
                          </p:spTgt>
                        </p:tgtEl>
                        <p:attrNameLst>
                          <p:attrName>style.visibility</p:attrName>
                        </p:attrNameLst>
                      </p:cBhvr>
                      <p:to>
                        <p:strVal val="visible"/>
                      </p:to>
                    </p:set>
                    <p:anim calcmode="lin" valueType="num">
                      <p:cBhvr additive="base">
                        <p:cTn dur="500" fill="hold"/>
                        <p:tgtEl>
                          <p:spTgt spid="110">
                            <p:txEl>
                              <p:pRg st="1" end="1"/>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1" end="1"/>
                            </p:txEl>
                          </p:spTgt>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grpId="1" nodeType="withEffect">
                  <p:stCondLst>
                    <p:cond delay="0"/>
                  </p:stCondLst>
                  <p:childTnLst>
                    <p:set>
                      <p:cBhvr>
                        <p:cTn dur="1" fill="hold">
                          <p:stCondLst>
                            <p:cond delay="0"/>
                          </p:stCondLst>
                        </p:cTn>
                        <p:tgtEl>
                          <p:spTgt spid="110">
                            <p:txEl>
                              <p:pRg st="2" end="2"/>
                            </p:txEl>
                          </p:spTgt>
                        </p:tgtEl>
                        <p:attrNameLst>
                          <p:attrName>style.visibility</p:attrName>
                        </p:attrNameLst>
                      </p:cBhvr>
                      <p:to>
                        <p:strVal val="visible"/>
                      </p:to>
                    </p:set>
                    <p:anim calcmode="lin" valueType="num">
                      <p:cBhvr additive="base">
                        <p:cTn dur="500" fill="hold"/>
                        <p:tgtEl>
                          <p:spTgt spid="11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2" end="2"/>
                            </p:txEl>
                          </p:spTgt>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grpId="1" nodeType="withEffect">
                  <p:stCondLst>
                    <p:cond delay="0"/>
                  </p:stCondLst>
                  <p:childTnLst>
                    <p:set>
                      <p:cBhvr>
                        <p:cTn dur="1" fill="hold">
                          <p:stCondLst>
                            <p:cond delay="0"/>
                          </p:stCondLst>
                        </p:cTn>
                        <p:tgtEl>
                          <p:spTgt spid="110">
                            <p:txEl>
                              <p:pRg st="3" end="3"/>
                            </p:txEl>
                          </p:spTgt>
                        </p:tgtEl>
                        <p:attrNameLst>
                          <p:attrName>style.visibility</p:attrName>
                        </p:attrNameLst>
                      </p:cBhvr>
                      <p:to>
                        <p:strVal val="visible"/>
                      </p:to>
                    </p:set>
                    <p:anim calcmode="lin" valueType="num">
                      <p:cBhvr additive="base">
                        <p:cTn dur="500" fill="hold"/>
                        <p:tgtEl>
                          <p:spTgt spid="110">
                            <p:txEl>
                              <p:pRg st="3" end="3"/>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3" end="3"/>
                            </p:txEl>
                          </p:spTgt>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grpId="1" nodeType="withEffect">
                  <p:stCondLst>
                    <p:cond delay="0"/>
                  </p:stCondLst>
                  <p:childTnLst>
                    <p:set>
                      <p:cBhvr>
                        <p:cTn dur="1" fill="hold">
                          <p:stCondLst>
                            <p:cond delay="0"/>
                          </p:stCondLst>
                        </p:cTn>
                        <p:tgtEl>
                          <p:spTgt spid="110">
                            <p:txEl>
                              <p:pRg st="4" end="4"/>
                            </p:txEl>
                          </p:spTgt>
                        </p:tgtEl>
                        <p:attrNameLst>
                          <p:attrName>style.visibility</p:attrName>
                        </p:attrNameLst>
                      </p:cBhvr>
                      <p:to>
                        <p:strVal val="visible"/>
                      </p:to>
                    </p:set>
                    <p:anim calcmode="lin" valueType="num">
                      <p:cBhvr additive="base">
                        <p:cTn dur="500" fill="hold"/>
                        <p:tgtEl>
                          <p:spTgt spid="110">
                            <p:txEl>
                              <p:pRg st="4" end="4"/>
                            </p:txEl>
                          </p:spTgt>
                        </p:tgtEl>
                        <p:attrNameLst>
                          <p:attrName>ppt_x</p:attrName>
                        </p:attrNameLst>
                      </p:cBhvr>
                      <p:tavLst>
                        <p:tav tm="0">
                          <p:val>
                            <p:strVal val="#ppt_x"/>
                          </p:val>
                        </p:tav>
                        <p:tav tm="100000">
                          <p:val>
                            <p:strVal val="#ppt_x"/>
                          </p:val>
                        </p:tav>
                      </p:tavLst>
                    </p:anim>
                    <p:anim calcmode="lin" valueType="num">
                      <p:cBhvr additive="base">
                        <p:cTn dur="500" fill="hold"/>
                        <p:tgtEl>
                          <p:spTgt spid="110">
                            <p:txEl>
                              <p:pRg st="4" end="4"/>
                            </p:txEl>
                          </p:spTgt>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_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790189" y="1526875"/>
            <a:ext cx="9124776" cy="4645325"/>
          </a:xfrm>
        </p:spPr>
        <p:txBody>
          <a:bodyPr lIns="0" tIns="0" rIns="0" bIns="0" anchor="b" anchorCtr="0">
            <a:noAutofit/>
          </a:bodyPr>
          <a:lstStyle>
            <a:lvl1pPr>
              <a:lnSpc>
                <a:spcPts val="8000"/>
              </a:lnSpc>
              <a:defRPr sz="8000" b="1"/>
            </a:lvl1pPr>
          </a:lstStyle>
          <a:p>
            <a:r>
              <a:rPr lang="en-US" dirty="0"/>
              <a:t>Click to add title</a:t>
            </a:r>
            <a:endParaRPr lang="en-US" dirty="0"/>
          </a:p>
        </p:txBody>
      </p:sp>
      <p:sp>
        <p:nvSpPr>
          <p:cNvPr id="3" name="Subtitle 2"/>
          <p:cNvSpPr>
            <a:spLocks noGrp="1"/>
          </p:cNvSpPr>
          <p:nvPr>
            <p:ph type="subTitle" idx="1" hasCustomPrompt="1"/>
          </p:nvPr>
        </p:nvSpPr>
        <p:spPr>
          <a:xfrm>
            <a:off x="2790191" y="498763"/>
            <a:ext cx="9124774" cy="957097"/>
          </a:xfrm>
        </p:spPr>
        <p:txBody>
          <a:bodyPr lIns="0" tIns="0" rIns="0" bIns="0" anchor="ctr" anchorCtr="0">
            <a:noAutofit/>
          </a:bodyPr>
          <a:lstStyle>
            <a:lvl1pPr marL="0" indent="0" algn="l">
              <a:buNone/>
              <a:defRPr sz="3600" b="1" cap="none" spc="0" baseline="0">
                <a:solidFill>
                  <a:schemeClr val="bg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add subtitle</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40074" y="425563"/>
            <a:ext cx="6798555" cy="2070793"/>
          </a:xfrm>
        </p:spPr>
        <p:txBody>
          <a:bodyPr lIns="0" tIns="0" rIns="0" bIns="0" anchor="ctr" anchorCtr="0">
            <a:noAutofit/>
          </a:bodyPr>
          <a:lstStyle>
            <a:lvl1pPr>
              <a:defRPr sz="5000" b="1" spc="-100" baseline="0">
                <a:solidFill>
                  <a:schemeClr val="bg1"/>
                </a:solidFill>
              </a:defRPr>
            </a:lvl1pPr>
          </a:lstStyle>
          <a:p>
            <a:r>
              <a:rPr lang="en-US" dirty="0"/>
              <a:t>Click to add title</a:t>
            </a:r>
            <a:endParaRPr lang="en-US" dirty="0"/>
          </a:p>
        </p:txBody>
      </p:sp>
      <p:sp>
        <p:nvSpPr>
          <p:cNvPr id="10" name="Content Placeholder 9"/>
          <p:cNvSpPr>
            <a:spLocks noGrp="1"/>
          </p:cNvSpPr>
          <p:nvPr>
            <p:ph sz="quarter" idx="14" hasCustomPrompt="1"/>
          </p:nvPr>
        </p:nvSpPr>
        <p:spPr>
          <a:xfrm>
            <a:off x="4937126" y="2513013"/>
            <a:ext cx="6432490" cy="3413930"/>
          </a:xfrm>
        </p:spPr>
        <p:txBody>
          <a:bodyPr>
            <a:normAutofit/>
          </a:bodyPr>
          <a:lstStyle>
            <a:lvl1pPr marL="0" indent="0">
              <a:lnSpc>
                <a:spcPct val="100000"/>
              </a:lnSpc>
              <a:spcBef>
                <a:spcPts val="1200"/>
              </a:spcBef>
              <a:buNone/>
              <a:defRPr sz="1800"/>
            </a:lvl1pPr>
            <a:lvl2pPr marL="502920" indent="0">
              <a:lnSpc>
                <a:spcPct val="100000"/>
              </a:lnSpc>
              <a:spcBef>
                <a:spcPts val="1200"/>
              </a:spcBef>
              <a:buNone/>
              <a:defRPr sz="1600"/>
            </a:lvl2pPr>
            <a:lvl3pPr marL="960120" indent="0">
              <a:lnSpc>
                <a:spcPct val="100000"/>
              </a:lnSpc>
              <a:spcBef>
                <a:spcPts val="1200"/>
              </a:spcBef>
              <a:buNone/>
              <a:defRPr sz="1400"/>
            </a:lvl3pPr>
            <a:lvl4pPr marL="1417320" indent="0">
              <a:lnSpc>
                <a:spcPct val="100000"/>
              </a:lnSpc>
              <a:spcBef>
                <a:spcPts val="1200"/>
              </a:spcBef>
              <a:buNone/>
              <a:defRPr sz="1200"/>
            </a:lvl4pPr>
            <a:lvl5pPr marL="1874520" indent="0">
              <a:lnSpc>
                <a:spcPct val="100000"/>
              </a:lnSpc>
              <a:spcBef>
                <a:spcPts val="1200"/>
              </a:spcBef>
              <a:buNone/>
              <a:defRPr sz="1200"/>
            </a:lvl5pPr>
          </a:lstStyle>
          <a:p>
            <a:pPr lvl="0"/>
            <a:r>
              <a:rPr lang="en-US" dirty="0"/>
              <a:t>Click to add content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r>
              <a:rPr lang="en-US">
                <a:solidFill>
                  <a:schemeClr val="bg1"/>
                </a:solidFill>
              </a:rPr>
              <a:t>20XX</a:t>
            </a:r>
            <a:endParaRPr lang="en-US" dirty="0">
              <a:solidFill>
                <a:schemeClr val="bg1"/>
              </a:solidFill>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showMasterSp="0">
  <p:cSld name="Section Titl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92655" y="822960"/>
            <a:ext cx="9476600" cy="4362318"/>
          </a:xfrm>
        </p:spPr>
        <p:txBody>
          <a:bodyPr lIns="0" tIns="0" rIns="0" bIns="0" anchor="t" anchorCtr="0">
            <a:noAutofit/>
          </a:bodyPr>
          <a:lstStyle>
            <a:lvl1pPr algn="r">
              <a:lnSpc>
                <a:spcPts val="8000"/>
              </a:lnSpc>
              <a:defRPr sz="8000" b="1" spc="-100" baseline="0">
                <a:solidFill>
                  <a:schemeClr val="bg1"/>
                </a:solidFill>
              </a:defRPr>
            </a:lvl1pPr>
          </a:lstStyle>
          <a:p>
            <a:r>
              <a:rPr lang="en-US" dirty="0"/>
              <a:t>Click to add title</a:t>
            </a:r>
            <a:endParaRPr lang="en-US" dirty="0"/>
          </a:p>
        </p:txBody>
      </p:sp>
      <p:sp>
        <p:nvSpPr>
          <p:cNvPr id="3" name="Subtitle 2"/>
          <p:cNvSpPr>
            <a:spLocks noGrp="1"/>
          </p:cNvSpPr>
          <p:nvPr>
            <p:ph type="subTitle" idx="1" hasCustomPrompt="1"/>
          </p:nvPr>
        </p:nvSpPr>
        <p:spPr>
          <a:xfrm>
            <a:off x="2192654" y="5245567"/>
            <a:ext cx="9476599" cy="1209841"/>
          </a:xfrm>
        </p:spPr>
        <p:txBody>
          <a:bodyPr lIns="0" tIns="0" rIns="0" bIns="0" anchor="ctr" anchorCtr="0">
            <a:noAutofit/>
          </a:bodyPr>
          <a:lstStyle>
            <a:lvl1pPr marL="0" indent="0" algn="r">
              <a:buNone/>
              <a:defRPr sz="3600" b="1" cap="none" spc="0" baseline="0">
                <a:solidFill>
                  <a:schemeClr val="bg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add subtitle</a:t>
            </a:r>
            <a:endParaRPr lang="en-US" dirty="0"/>
          </a:p>
        </p:txBody>
      </p:sp>
      <p:sp>
        <p:nvSpPr>
          <p:cNvPr id="9" name="Rectangle 8"/>
          <p:cNvSpPr/>
          <p:nvPr userDrawn="1"/>
        </p:nvSpPr>
        <p:spPr>
          <a:xfrm>
            <a:off x="292869" y="268605"/>
            <a:ext cx="11606262" cy="6320790"/>
          </a:xfrm>
          <a:prstGeom prst="rect">
            <a:avLst/>
          </a:prstGeom>
          <a:noFill/>
          <a:ln w="190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37760" y="271306"/>
            <a:ext cx="6492240" cy="2250830"/>
          </a:xfrm>
        </p:spPr>
        <p:txBody>
          <a:bodyPr lIns="0" tIns="0" rIns="0" bIns="0" anchor="ctr" anchorCtr="0">
            <a:noAutofit/>
          </a:bodyPr>
          <a:lstStyle>
            <a:lvl1pPr>
              <a:defRPr sz="5000" b="1" spc="-100" baseline="0">
                <a:solidFill>
                  <a:schemeClr val="bg1"/>
                </a:solidFill>
              </a:defRPr>
            </a:lvl1pPr>
          </a:lstStyle>
          <a:p>
            <a:r>
              <a:rPr lang="en-US" dirty="0"/>
              <a:t>Click to add title</a:t>
            </a:r>
            <a:endParaRPr lang="en-US" dirty="0"/>
          </a:p>
        </p:txBody>
      </p:sp>
      <p:sp>
        <p:nvSpPr>
          <p:cNvPr id="7" name="Content Placeholder 32"/>
          <p:cNvSpPr>
            <a:spLocks noGrp="1"/>
          </p:cNvSpPr>
          <p:nvPr>
            <p:ph sz="quarter" idx="13" hasCustomPrompt="1"/>
          </p:nvPr>
        </p:nvSpPr>
        <p:spPr>
          <a:xfrm>
            <a:off x="4937760" y="2522136"/>
            <a:ext cx="6492240" cy="3346101"/>
          </a:xfrm>
        </p:spPr>
        <p:txBody>
          <a:bodyPr/>
          <a:lstStyle>
            <a:lvl1pPr marL="283210" indent="-283210">
              <a:spcBef>
                <a:spcPts val="1200"/>
              </a:spcBef>
              <a:defRPr/>
            </a:lvl1pPr>
            <a:lvl2pPr indent="-283210">
              <a:spcBef>
                <a:spcPts val="1200"/>
              </a:spcBef>
              <a:defRPr/>
            </a:lvl2pPr>
            <a:lvl3pPr indent="-283210">
              <a:spcBef>
                <a:spcPts val="1200"/>
              </a:spcBef>
              <a:defRPr/>
            </a:lvl3pPr>
            <a:lvl4pPr indent="-283210">
              <a:spcBef>
                <a:spcPts val="1200"/>
              </a:spcBef>
              <a:defRPr/>
            </a:lvl4pPr>
            <a:lvl5pPr indent="-283210">
              <a:spcBef>
                <a:spcPts val="1200"/>
              </a:spcBef>
              <a:defRPr/>
            </a:lvl5pPr>
          </a:lstStyle>
          <a:p>
            <a:pPr lvl="0"/>
            <a:r>
              <a:rPr lang="en-US" dirty="0"/>
              <a:t>Click to add content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r>
              <a:rPr lang="en-US">
                <a:solidFill>
                  <a:schemeClr val="bg1"/>
                </a:solidFill>
              </a:rPr>
              <a:t>20XX</a:t>
            </a:r>
            <a:endParaRPr lang="en-US" dirty="0">
              <a:solidFill>
                <a:schemeClr val="bg1"/>
              </a:solidFill>
            </a:endParaRP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2_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85800" y="305612"/>
            <a:ext cx="7177056" cy="2194560"/>
          </a:xfrm>
        </p:spPr>
        <p:txBody>
          <a:bodyPr lIns="0" tIns="0" rIns="0" bIns="0" anchor="ctr" anchorCtr="0">
            <a:noAutofit/>
          </a:bodyPr>
          <a:lstStyle>
            <a:lvl1pPr>
              <a:defRPr sz="5000" b="1" spc="-100" baseline="0">
                <a:solidFill>
                  <a:schemeClr val="bg1"/>
                </a:solidFill>
              </a:defRPr>
            </a:lvl1pPr>
          </a:lstStyle>
          <a:p>
            <a:r>
              <a:rPr lang="en-US" dirty="0"/>
              <a:t>Click to add title</a:t>
            </a:r>
            <a:endParaRPr lang="en-US" dirty="0"/>
          </a:p>
        </p:txBody>
      </p:sp>
      <p:sp>
        <p:nvSpPr>
          <p:cNvPr id="4" name="Content Placeholder 3"/>
          <p:cNvSpPr>
            <a:spLocks noGrp="1"/>
          </p:cNvSpPr>
          <p:nvPr>
            <p:ph sz="half" idx="2" hasCustomPrompt="1"/>
          </p:nvPr>
        </p:nvSpPr>
        <p:spPr>
          <a:xfrm>
            <a:off x="685800" y="2534309"/>
            <a:ext cx="5120640" cy="3249636"/>
          </a:xfrm>
        </p:spPr>
        <p:txBody>
          <a:bodyPr lIns="0" rIns="0" anchor="t" anchorCtr="0"/>
          <a:lstStyle>
            <a:lvl1pPr marL="0" indent="0">
              <a:lnSpc>
                <a:spcPct val="90000"/>
              </a:lnSpc>
              <a:spcBef>
                <a:spcPts val="2400"/>
              </a:spcBef>
              <a:buNone/>
              <a:defRPr sz="2000"/>
            </a:lvl1pPr>
            <a:lvl2pPr marL="502920" indent="0">
              <a:lnSpc>
                <a:spcPct val="90000"/>
              </a:lnSpc>
              <a:spcBef>
                <a:spcPts val="2400"/>
              </a:spcBef>
              <a:buNone/>
              <a:defRPr sz="1800"/>
            </a:lvl2pPr>
            <a:lvl3pPr marL="960120" indent="0">
              <a:lnSpc>
                <a:spcPct val="90000"/>
              </a:lnSpc>
              <a:spcBef>
                <a:spcPts val="2400"/>
              </a:spcBef>
              <a:buNone/>
              <a:defRPr sz="1600"/>
            </a:lvl3pPr>
            <a:lvl4pPr marL="1417320" indent="0">
              <a:lnSpc>
                <a:spcPct val="90000"/>
              </a:lnSpc>
              <a:spcBef>
                <a:spcPts val="2400"/>
              </a:spcBef>
              <a:buNone/>
              <a:defRPr sz="1400"/>
            </a:lvl4pPr>
            <a:lvl5pPr marL="1874520" indent="0">
              <a:lnSpc>
                <a:spcPct val="90000"/>
              </a:lnSpc>
              <a:spcBef>
                <a:spcPts val="2400"/>
              </a:spcBef>
              <a:buNone/>
              <a:defRPr sz="1400"/>
            </a:lvl5pPr>
            <a:lvl6pPr>
              <a:defRPr sz="1400"/>
            </a:lvl6pPr>
            <a:lvl7pPr>
              <a:defRPr sz="1400"/>
            </a:lvl7pPr>
            <a:lvl8pPr>
              <a:defRPr sz="1400"/>
            </a:lvl8pPr>
            <a:lvl9pPr>
              <a:defRPr sz="1400"/>
            </a:lvl9pPr>
          </a:lstStyle>
          <a:p>
            <a:pPr lvl="0"/>
            <a:r>
              <a:rPr lang="en-US" dirty="0"/>
              <a:t>Click to add content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 name="Date Placeholder 1"/>
          <p:cNvSpPr>
            <a:spLocks noGrp="1"/>
          </p:cNvSpPr>
          <p:nvPr>
            <p:ph type="dt" sz="half" idx="10"/>
          </p:nvPr>
        </p:nvSpPr>
        <p:spPr/>
        <p:txBody>
          <a:bodyPr/>
          <a:lstStyle/>
          <a:p>
            <a:r>
              <a:rPr lang="en-US"/>
              <a:t>20XX</a:t>
            </a:r>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fld>
            <a:endParaRPr lang="en-US" dirty="0"/>
          </a:p>
        </p:txBody>
      </p:sp>
      <p:cxnSp>
        <p:nvCxnSpPr>
          <p:cNvPr id="8" name="Straight Connector 7"/>
          <p:cNvCxnSpPr/>
          <p:nvPr userDrawn="1"/>
        </p:nvCxnSpPr>
        <p:spPr>
          <a:xfrm>
            <a:off x="6096000" y="2546252"/>
            <a:ext cx="0" cy="3249637"/>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userDrawn="1"/>
        </p:nvGrpSpPr>
        <p:grpSpPr>
          <a:xfrm>
            <a:off x="8249015" y="1"/>
            <a:ext cx="3401790" cy="1270064"/>
            <a:chOff x="7869182" y="1"/>
            <a:chExt cx="3401790" cy="1270064"/>
          </a:xfrm>
        </p:grpSpPr>
        <p:grpSp>
          <p:nvGrpSpPr>
            <p:cNvPr id="10" name="Graphic 8"/>
            <p:cNvGrpSpPr/>
            <p:nvPr/>
          </p:nvGrpSpPr>
          <p:grpSpPr>
            <a:xfrm rot="17686075" flipH="1">
              <a:off x="10083707" y="13507"/>
              <a:ext cx="881707" cy="1492822"/>
              <a:chOff x="1381066" y="2136023"/>
              <a:chExt cx="1237072" cy="2094494"/>
            </a:xfrm>
            <a:solidFill>
              <a:schemeClr val="accent2">
                <a:lumMod val="75000"/>
                <a:alpha val="70000"/>
              </a:schemeClr>
            </a:solidFill>
          </p:grpSpPr>
          <p:sp>
            <p:nvSpPr>
              <p:cNvPr id="16" name="Freeform 43"/>
              <p:cNvSpPr/>
              <p:nvPr/>
            </p:nvSpPr>
            <p:spPr>
              <a:xfrm>
                <a:off x="2003351" y="3598755"/>
                <a:ext cx="154099" cy="174228"/>
              </a:xfrm>
              <a:custGeom>
                <a:avLst/>
                <a:gdLst>
                  <a:gd name="connsiteX0" fmla="*/ 148108 w 154099"/>
                  <a:gd name="connsiteY0" fmla="*/ 49833 h 174228"/>
                  <a:gd name="connsiteX1" fmla="*/ 117076 w 154099"/>
                  <a:gd name="connsiteY1" fmla="*/ 13629 h 174228"/>
                  <a:gd name="connsiteX2" fmla="*/ 63632 w 154099"/>
                  <a:gd name="connsiteY2" fmla="*/ 1561 h 174228"/>
                  <a:gd name="connsiteX3" fmla="*/ 29153 w 154099"/>
                  <a:gd name="connsiteY3" fmla="*/ 29145 h 174228"/>
                  <a:gd name="connsiteX4" fmla="*/ 1569 w 154099"/>
                  <a:gd name="connsiteY4" fmla="*/ 82589 h 174228"/>
                  <a:gd name="connsiteX5" fmla="*/ 11913 w 154099"/>
                  <a:gd name="connsiteY5" fmla="*/ 139481 h 174228"/>
                  <a:gd name="connsiteX6" fmla="*/ 44669 w 154099"/>
                  <a:gd name="connsiteY6" fmla="*/ 161893 h 174228"/>
                  <a:gd name="connsiteX7" fmla="*/ 86044 w 154099"/>
                  <a:gd name="connsiteY7" fmla="*/ 173961 h 174228"/>
                  <a:gd name="connsiteX8" fmla="*/ 111904 w 154099"/>
                  <a:gd name="connsiteY8" fmla="*/ 163617 h 174228"/>
                  <a:gd name="connsiteX9" fmla="*/ 148108 w 154099"/>
                  <a:gd name="connsiteY9" fmla="*/ 49833 h 17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099" h="174228">
                    <a:moveTo>
                      <a:pt x="148108" y="49833"/>
                    </a:moveTo>
                    <a:cubicBezTo>
                      <a:pt x="149832" y="32593"/>
                      <a:pt x="132592" y="20525"/>
                      <a:pt x="117076" y="13629"/>
                    </a:cubicBezTo>
                    <a:cubicBezTo>
                      <a:pt x="99836" y="5009"/>
                      <a:pt x="80872" y="-3611"/>
                      <a:pt x="63632" y="1561"/>
                    </a:cubicBezTo>
                    <a:cubicBezTo>
                      <a:pt x="49841" y="5009"/>
                      <a:pt x="39497" y="17077"/>
                      <a:pt x="29153" y="29145"/>
                    </a:cubicBezTo>
                    <a:cubicBezTo>
                      <a:pt x="17085" y="44661"/>
                      <a:pt x="5017" y="63625"/>
                      <a:pt x="1569" y="82589"/>
                    </a:cubicBezTo>
                    <a:cubicBezTo>
                      <a:pt x="-1879" y="101553"/>
                      <a:pt x="-155" y="123965"/>
                      <a:pt x="11913" y="139481"/>
                    </a:cubicBezTo>
                    <a:cubicBezTo>
                      <a:pt x="20533" y="149825"/>
                      <a:pt x="32601" y="156721"/>
                      <a:pt x="44669" y="161893"/>
                    </a:cubicBezTo>
                    <a:cubicBezTo>
                      <a:pt x="58461" y="168789"/>
                      <a:pt x="72252" y="175685"/>
                      <a:pt x="86044" y="173961"/>
                    </a:cubicBezTo>
                    <a:cubicBezTo>
                      <a:pt x="96388" y="173961"/>
                      <a:pt x="105008" y="168789"/>
                      <a:pt x="111904" y="163617"/>
                    </a:cubicBezTo>
                    <a:cubicBezTo>
                      <a:pt x="148108" y="141205"/>
                      <a:pt x="163624" y="91209"/>
                      <a:pt x="148108" y="49833"/>
                    </a:cubicBezTo>
                  </a:path>
                </a:pathLst>
              </a:custGeom>
              <a:grpFill/>
              <a:ln w="17193" cap="flat">
                <a:noFill/>
                <a:prstDash val="solid"/>
                <a:miter/>
              </a:ln>
            </p:spPr>
            <p:txBody>
              <a:bodyPr rtlCol="0" anchor="ctr"/>
              <a:lstStyle/>
              <a:p>
                <a:endParaRPr lang="en-US" dirty="0"/>
              </a:p>
            </p:txBody>
          </p:sp>
          <p:sp>
            <p:nvSpPr>
              <p:cNvPr id="17" name="Freeform 44"/>
              <p:cNvSpPr/>
              <p:nvPr/>
            </p:nvSpPr>
            <p:spPr>
              <a:xfrm>
                <a:off x="2253383" y="4063780"/>
                <a:ext cx="156483" cy="166737"/>
              </a:xfrm>
              <a:custGeom>
                <a:avLst/>
                <a:gdLst>
                  <a:gd name="connsiteX0" fmla="*/ 117024 w 156483"/>
                  <a:gd name="connsiteY0" fmla="*/ 19254 h 166737"/>
                  <a:gd name="connsiteX1" fmla="*/ 48064 w 156483"/>
                  <a:gd name="connsiteY1" fmla="*/ 2014 h 166737"/>
                  <a:gd name="connsiteX2" fmla="*/ 20480 w 156483"/>
                  <a:gd name="connsiteY2" fmla="*/ 22702 h 166737"/>
                  <a:gd name="connsiteX3" fmla="*/ 13584 w 156483"/>
                  <a:gd name="connsiteY3" fmla="*/ 131313 h 166737"/>
                  <a:gd name="connsiteX4" fmla="*/ 117024 w 156483"/>
                  <a:gd name="connsiteY4" fmla="*/ 158897 h 166737"/>
                  <a:gd name="connsiteX5" fmla="*/ 117024 w 156483"/>
                  <a:gd name="connsiteY5" fmla="*/ 19254 h 166737"/>
                  <a:gd name="connsiteX6" fmla="*/ 117024 w 156483"/>
                  <a:gd name="connsiteY6" fmla="*/ 19254 h 166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6483" h="166737">
                    <a:moveTo>
                      <a:pt x="117024" y="19254"/>
                    </a:moveTo>
                    <a:cubicBezTo>
                      <a:pt x="96336" y="7186"/>
                      <a:pt x="70476" y="-4882"/>
                      <a:pt x="48064" y="2014"/>
                    </a:cubicBezTo>
                    <a:cubicBezTo>
                      <a:pt x="37720" y="5462"/>
                      <a:pt x="27376" y="14082"/>
                      <a:pt x="20480" y="22702"/>
                    </a:cubicBezTo>
                    <a:cubicBezTo>
                      <a:pt x="-3656" y="53734"/>
                      <a:pt x="-7104" y="98557"/>
                      <a:pt x="13584" y="131313"/>
                    </a:cubicBezTo>
                    <a:cubicBezTo>
                      <a:pt x="35996" y="164069"/>
                      <a:pt x="82544" y="176137"/>
                      <a:pt x="117024" y="158897"/>
                    </a:cubicBezTo>
                    <a:cubicBezTo>
                      <a:pt x="172191" y="129589"/>
                      <a:pt x="167019" y="48562"/>
                      <a:pt x="117024" y="19254"/>
                    </a:cubicBezTo>
                    <a:lnTo>
                      <a:pt x="117024" y="19254"/>
                    </a:lnTo>
                    <a:close/>
                  </a:path>
                </a:pathLst>
              </a:custGeom>
              <a:grpFill/>
              <a:ln w="17193" cap="flat">
                <a:noFill/>
                <a:prstDash val="solid"/>
                <a:miter/>
              </a:ln>
            </p:spPr>
            <p:txBody>
              <a:bodyPr rtlCol="0" anchor="ctr"/>
              <a:lstStyle/>
              <a:p>
                <a:endParaRPr lang="en-US" dirty="0"/>
              </a:p>
            </p:txBody>
          </p:sp>
          <p:sp>
            <p:nvSpPr>
              <p:cNvPr id="18" name="Freeform 45"/>
              <p:cNvSpPr/>
              <p:nvPr/>
            </p:nvSpPr>
            <p:spPr>
              <a:xfrm>
                <a:off x="2252140" y="3687972"/>
                <a:ext cx="159641" cy="178035"/>
              </a:xfrm>
              <a:custGeom>
                <a:avLst/>
                <a:gdLst>
                  <a:gd name="connsiteX0" fmla="*/ 154470 w 159641"/>
                  <a:gd name="connsiteY0" fmla="*/ 112327 h 178035"/>
                  <a:gd name="connsiteX1" fmla="*/ 114818 w 159641"/>
                  <a:gd name="connsiteY1" fmla="*/ 12336 h 178035"/>
                  <a:gd name="connsiteX2" fmla="*/ 76890 w 159641"/>
                  <a:gd name="connsiteY2" fmla="*/ 268 h 178035"/>
                  <a:gd name="connsiteX3" fmla="*/ 30342 w 159641"/>
                  <a:gd name="connsiteY3" fmla="*/ 27852 h 178035"/>
                  <a:gd name="connsiteX4" fmla="*/ 1034 w 159641"/>
                  <a:gd name="connsiteY4" fmla="*/ 86468 h 178035"/>
                  <a:gd name="connsiteX5" fmla="*/ 16550 w 159641"/>
                  <a:gd name="connsiteY5" fmla="*/ 150255 h 178035"/>
                  <a:gd name="connsiteX6" fmla="*/ 102750 w 159641"/>
                  <a:gd name="connsiteY6" fmla="*/ 172667 h 178035"/>
                  <a:gd name="connsiteX7" fmla="*/ 159642 w 159641"/>
                  <a:gd name="connsiteY7" fmla="*/ 100260 h 178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641" h="178035">
                    <a:moveTo>
                      <a:pt x="154470" y="112327"/>
                    </a:moveTo>
                    <a:cubicBezTo>
                      <a:pt x="161366" y="74400"/>
                      <a:pt x="145850" y="33024"/>
                      <a:pt x="114818" y="12336"/>
                    </a:cubicBezTo>
                    <a:cubicBezTo>
                      <a:pt x="104474" y="5440"/>
                      <a:pt x="90682" y="-1456"/>
                      <a:pt x="76890" y="268"/>
                    </a:cubicBezTo>
                    <a:cubicBezTo>
                      <a:pt x="57926" y="1992"/>
                      <a:pt x="42410" y="14060"/>
                      <a:pt x="30342" y="27852"/>
                    </a:cubicBezTo>
                    <a:cubicBezTo>
                      <a:pt x="16550" y="45092"/>
                      <a:pt x="4482" y="65780"/>
                      <a:pt x="1034" y="86468"/>
                    </a:cubicBezTo>
                    <a:cubicBezTo>
                      <a:pt x="-2414" y="108879"/>
                      <a:pt x="2758" y="131291"/>
                      <a:pt x="16550" y="150255"/>
                    </a:cubicBezTo>
                    <a:cubicBezTo>
                      <a:pt x="35514" y="176115"/>
                      <a:pt x="73442" y="184735"/>
                      <a:pt x="102750" y="172667"/>
                    </a:cubicBezTo>
                    <a:cubicBezTo>
                      <a:pt x="132058" y="160599"/>
                      <a:pt x="154470" y="133016"/>
                      <a:pt x="159642" y="100260"/>
                    </a:cubicBezTo>
                  </a:path>
                </a:pathLst>
              </a:custGeom>
              <a:grpFill/>
              <a:ln w="17193" cap="flat">
                <a:noFill/>
                <a:prstDash val="solid"/>
                <a:miter/>
              </a:ln>
            </p:spPr>
            <p:txBody>
              <a:bodyPr rtlCol="0" anchor="ctr"/>
              <a:lstStyle/>
              <a:p>
                <a:endParaRPr lang="en-US" dirty="0"/>
              </a:p>
            </p:txBody>
          </p:sp>
          <p:sp>
            <p:nvSpPr>
              <p:cNvPr id="19" name="Freeform 46"/>
              <p:cNvSpPr/>
              <p:nvPr/>
            </p:nvSpPr>
            <p:spPr>
              <a:xfrm>
                <a:off x="2128917" y="3055535"/>
                <a:ext cx="156204" cy="177613"/>
              </a:xfrm>
              <a:custGeom>
                <a:avLst/>
                <a:gdLst>
                  <a:gd name="connsiteX0" fmla="*/ 82882 w 156204"/>
                  <a:gd name="connsiteY0" fmla="*/ 177571 h 177613"/>
                  <a:gd name="connsiteX1" fmla="*/ 43230 w 156204"/>
                  <a:gd name="connsiteY1" fmla="*/ 160331 h 177613"/>
                  <a:gd name="connsiteX2" fmla="*/ 130 w 156204"/>
                  <a:gd name="connsiteY2" fmla="*/ 84476 h 177613"/>
                  <a:gd name="connsiteX3" fmla="*/ 41506 w 156204"/>
                  <a:gd name="connsiteY3" fmla="*/ 8620 h 177613"/>
                  <a:gd name="connsiteX4" fmla="*/ 86330 w 156204"/>
                  <a:gd name="connsiteY4" fmla="*/ 0 h 177613"/>
                  <a:gd name="connsiteX5" fmla="*/ 148393 w 156204"/>
                  <a:gd name="connsiteY5" fmla="*/ 29308 h 177613"/>
                  <a:gd name="connsiteX6" fmla="*/ 148393 w 156204"/>
                  <a:gd name="connsiteY6" fmla="*/ 96544 h 177613"/>
                  <a:gd name="connsiteX7" fmla="*/ 82882 w 156204"/>
                  <a:gd name="connsiteY7" fmla="*/ 177571 h 177613"/>
                  <a:gd name="connsiteX8" fmla="*/ 82882 w 156204"/>
                  <a:gd name="connsiteY8" fmla="*/ 177571 h 177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204" h="177613">
                    <a:moveTo>
                      <a:pt x="82882" y="177571"/>
                    </a:moveTo>
                    <a:cubicBezTo>
                      <a:pt x="67366" y="175847"/>
                      <a:pt x="53574" y="168951"/>
                      <a:pt x="43230" y="160331"/>
                    </a:cubicBezTo>
                    <a:cubicBezTo>
                      <a:pt x="19094" y="141367"/>
                      <a:pt x="1854" y="113784"/>
                      <a:pt x="130" y="84476"/>
                    </a:cubicBezTo>
                    <a:cubicBezTo>
                      <a:pt x="-1594" y="53444"/>
                      <a:pt x="13922" y="22412"/>
                      <a:pt x="41506" y="8620"/>
                    </a:cubicBezTo>
                    <a:cubicBezTo>
                      <a:pt x="55298" y="1724"/>
                      <a:pt x="70814" y="0"/>
                      <a:pt x="86330" y="0"/>
                    </a:cubicBezTo>
                    <a:cubicBezTo>
                      <a:pt x="110465" y="0"/>
                      <a:pt x="136325" y="8620"/>
                      <a:pt x="148393" y="29308"/>
                    </a:cubicBezTo>
                    <a:cubicBezTo>
                      <a:pt x="160461" y="48272"/>
                      <a:pt x="157013" y="74132"/>
                      <a:pt x="148393" y="96544"/>
                    </a:cubicBezTo>
                    <a:cubicBezTo>
                      <a:pt x="134601" y="127576"/>
                      <a:pt x="125981" y="179295"/>
                      <a:pt x="82882" y="177571"/>
                    </a:cubicBezTo>
                    <a:lnTo>
                      <a:pt x="82882" y="177571"/>
                    </a:lnTo>
                    <a:close/>
                  </a:path>
                </a:pathLst>
              </a:custGeom>
              <a:grpFill/>
              <a:ln w="17193" cap="flat">
                <a:noFill/>
                <a:prstDash val="solid"/>
                <a:miter/>
              </a:ln>
            </p:spPr>
            <p:txBody>
              <a:bodyPr rtlCol="0" anchor="ctr"/>
              <a:lstStyle/>
              <a:p>
                <a:endParaRPr lang="en-US" dirty="0"/>
              </a:p>
            </p:txBody>
          </p:sp>
          <p:sp>
            <p:nvSpPr>
              <p:cNvPr id="20" name="Freeform 47"/>
              <p:cNvSpPr/>
              <p:nvPr/>
            </p:nvSpPr>
            <p:spPr>
              <a:xfrm>
                <a:off x="2433100" y="2854223"/>
                <a:ext cx="169080" cy="170728"/>
              </a:xfrm>
              <a:custGeom>
                <a:avLst/>
                <a:gdLst>
                  <a:gd name="connsiteX0" fmla="*/ 135566 w 169080"/>
                  <a:gd name="connsiteY0" fmla="*/ 170280 h 170728"/>
                  <a:gd name="connsiteX1" fmla="*/ 104534 w 169080"/>
                  <a:gd name="connsiteY1" fmla="*/ 163384 h 170728"/>
                  <a:gd name="connsiteX2" fmla="*/ 51090 w 169080"/>
                  <a:gd name="connsiteY2" fmla="*/ 134076 h 170728"/>
                  <a:gd name="connsiteX3" fmla="*/ 4542 w 169080"/>
                  <a:gd name="connsiteY3" fmla="*/ 80632 h 170728"/>
                  <a:gd name="connsiteX4" fmla="*/ 16610 w 169080"/>
                  <a:gd name="connsiteY4" fmla="*/ 13396 h 170728"/>
                  <a:gd name="connsiteX5" fmla="*/ 106258 w 169080"/>
                  <a:gd name="connsiteY5" fmla="*/ 9948 h 170728"/>
                  <a:gd name="connsiteX6" fmla="*/ 159701 w 169080"/>
                  <a:gd name="connsiteY6" fmla="*/ 47876 h 170728"/>
                  <a:gd name="connsiteX7" fmla="*/ 135566 w 169080"/>
                  <a:gd name="connsiteY7" fmla="*/ 170280 h 17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080" h="170728">
                    <a:moveTo>
                      <a:pt x="135566" y="170280"/>
                    </a:moveTo>
                    <a:cubicBezTo>
                      <a:pt x="125222" y="172004"/>
                      <a:pt x="114878" y="168556"/>
                      <a:pt x="104534" y="163384"/>
                    </a:cubicBezTo>
                    <a:cubicBezTo>
                      <a:pt x="85570" y="156488"/>
                      <a:pt x="66606" y="146144"/>
                      <a:pt x="51090" y="134076"/>
                    </a:cubicBezTo>
                    <a:cubicBezTo>
                      <a:pt x="32126" y="120284"/>
                      <a:pt x="13162" y="103044"/>
                      <a:pt x="4542" y="80632"/>
                    </a:cubicBezTo>
                    <a:cubicBezTo>
                      <a:pt x="-4078" y="58220"/>
                      <a:pt x="-630" y="30636"/>
                      <a:pt x="16610" y="13396"/>
                    </a:cubicBezTo>
                    <a:cubicBezTo>
                      <a:pt x="40746" y="-7292"/>
                      <a:pt x="76950" y="-396"/>
                      <a:pt x="106258" y="9948"/>
                    </a:cubicBezTo>
                    <a:cubicBezTo>
                      <a:pt x="126946" y="18568"/>
                      <a:pt x="147634" y="28912"/>
                      <a:pt x="159701" y="47876"/>
                    </a:cubicBezTo>
                    <a:cubicBezTo>
                      <a:pt x="173493" y="75460"/>
                      <a:pt x="176941" y="165108"/>
                      <a:pt x="135566" y="170280"/>
                    </a:cubicBezTo>
                    <a:close/>
                  </a:path>
                </a:pathLst>
              </a:custGeom>
              <a:grpFill/>
              <a:ln w="17193" cap="flat">
                <a:noFill/>
                <a:prstDash val="solid"/>
                <a:miter/>
              </a:ln>
            </p:spPr>
            <p:txBody>
              <a:bodyPr rtlCol="0" anchor="ctr"/>
              <a:lstStyle/>
              <a:p>
                <a:endParaRPr lang="en-US" dirty="0"/>
              </a:p>
            </p:txBody>
          </p:sp>
          <p:sp>
            <p:nvSpPr>
              <p:cNvPr id="21" name="Freeform 48"/>
              <p:cNvSpPr/>
              <p:nvPr/>
            </p:nvSpPr>
            <p:spPr>
              <a:xfrm>
                <a:off x="2359534" y="3013717"/>
                <a:ext cx="73938" cy="81588"/>
              </a:xfrm>
              <a:custGeom>
                <a:avLst/>
                <a:gdLst>
                  <a:gd name="connsiteX0" fmla="*/ 71212 w 73938"/>
                  <a:gd name="connsiteY0" fmla="*/ 34921 h 81588"/>
                  <a:gd name="connsiteX1" fmla="*/ 31560 w 73938"/>
                  <a:gd name="connsiteY1" fmla="*/ 442 h 81588"/>
                  <a:gd name="connsiteX2" fmla="*/ 528 w 73938"/>
                  <a:gd name="connsiteY2" fmla="*/ 46989 h 81588"/>
                  <a:gd name="connsiteX3" fmla="*/ 41904 w 73938"/>
                  <a:gd name="connsiteY3" fmla="*/ 81469 h 81588"/>
                  <a:gd name="connsiteX4" fmla="*/ 72936 w 73938"/>
                  <a:gd name="connsiteY4" fmla="*/ 38369 h 81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38" h="81588">
                    <a:moveTo>
                      <a:pt x="71212" y="34921"/>
                    </a:moveTo>
                    <a:cubicBezTo>
                      <a:pt x="72936" y="14234"/>
                      <a:pt x="50524" y="-3006"/>
                      <a:pt x="31560" y="442"/>
                    </a:cubicBezTo>
                    <a:cubicBezTo>
                      <a:pt x="10872" y="3889"/>
                      <a:pt x="-2920" y="26301"/>
                      <a:pt x="528" y="46989"/>
                    </a:cubicBezTo>
                    <a:cubicBezTo>
                      <a:pt x="3976" y="65953"/>
                      <a:pt x="22940" y="83193"/>
                      <a:pt x="41904" y="81469"/>
                    </a:cubicBezTo>
                    <a:cubicBezTo>
                      <a:pt x="62592" y="79745"/>
                      <a:pt x="78108" y="57333"/>
                      <a:pt x="72936" y="38369"/>
                    </a:cubicBezTo>
                  </a:path>
                </a:pathLst>
              </a:custGeom>
              <a:grpFill/>
              <a:ln w="17193" cap="flat">
                <a:noFill/>
                <a:prstDash val="solid"/>
                <a:miter/>
              </a:ln>
            </p:spPr>
            <p:txBody>
              <a:bodyPr rtlCol="0" anchor="ctr"/>
              <a:lstStyle/>
              <a:p>
                <a:endParaRPr lang="en-US" dirty="0"/>
              </a:p>
            </p:txBody>
          </p:sp>
          <p:sp>
            <p:nvSpPr>
              <p:cNvPr id="22" name="Freeform 49"/>
              <p:cNvSpPr/>
              <p:nvPr/>
            </p:nvSpPr>
            <p:spPr>
              <a:xfrm>
                <a:off x="2087507" y="2688324"/>
                <a:ext cx="176124" cy="179295"/>
              </a:xfrm>
              <a:custGeom>
                <a:avLst/>
                <a:gdLst>
                  <a:gd name="connsiteX0" fmla="*/ 139808 w 176124"/>
                  <a:gd name="connsiteY0" fmla="*/ 27584 h 179295"/>
                  <a:gd name="connsiteX1" fmla="*/ 79468 w 176124"/>
                  <a:gd name="connsiteY1" fmla="*/ 1724 h 179295"/>
                  <a:gd name="connsiteX2" fmla="*/ 44988 w 176124"/>
                  <a:gd name="connsiteY2" fmla="*/ 3448 h 179295"/>
                  <a:gd name="connsiteX3" fmla="*/ 26024 w 176124"/>
                  <a:gd name="connsiteY3" fmla="*/ 20688 h 179295"/>
                  <a:gd name="connsiteX4" fmla="*/ 164 w 176124"/>
                  <a:gd name="connsiteY4" fmla="*/ 86200 h 179295"/>
                  <a:gd name="connsiteX5" fmla="*/ 31196 w 176124"/>
                  <a:gd name="connsiteY5" fmla="*/ 139643 h 179295"/>
                  <a:gd name="connsiteX6" fmla="*/ 88088 w 176124"/>
                  <a:gd name="connsiteY6" fmla="*/ 168951 h 179295"/>
                  <a:gd name="connsiteX7" fmla="*/ 127740 w 176124"/>
                  <a:gd name="connsiteY7" fmla="*/ 179295 h 179295"/>
                  <a:gd name="connsiteX8" fmla="*/ 163944 w 176124"/>
                  <a:gd name="connsiteY8" fmla="*/ 165503 h 179295"/>
                  <a:gd name="connsiteX9" fmla="*/ 139808 w 176124"/>
                  <a:gd name="connsiteY9" fmla="*/ 27584 h 179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6124" h="179295">
                    <a:moveTo>
                      <a:pt x="139808" y="27584"/>
                    </a:moveTo>
                    <a:cubicBezTo>
                      <a:pt x="122568" y="13792"/>
                      <a:pt x="101880" y="6896"/>
                      <a:pt x="79468" y="1724"/>
                    </a:cubicBezTo>
                    <a:cubicBezTo>
                      <a:pt x="67400" y="0"/>
                      <a:pt x="55332" y="-1724"/>
                      <a:pt x="44988" y="3448"/>
                    </a:cubicBezTo>
                    <a:cubicBezTo>
                      <a:pt x="38092" y="6896"/>
                      <a:pt x="31196" y="13792"/>
                      <a:pt x="26024" y="20688"/>
                    </a:cubicBezTo>
                    <a:cubicBezTo>
                      <a:pt x="10508" y="39652"/>
                      <a:pt x="-1560" y="62064"/>
                      <a:pt x="164" y="86200"/>
                    </a:cubicBezTo>
                    <a:cubicBezTo>
                      <a:pt x="1888" y="106887"/>
                      <a:pt x="15680" y="125851"/>
                      <a:pt x="31196" y="139643"/>
                    </a:cubicBezTo>
                    <a:cubicBezTo>
                      <a:pt x="48436" y="153435"/>
                      <a:pt x="69124" y="160331"/>
                      <a:pt x="88088" y="168951"/>
                    </a:cubicBezTo>
                    <a:cubicBezTo>
                      <a:pt x="100156" y="174123"/>
                      <a:pt x="113948" y="179295"/>
                      <a:pt x="127740" y="179295"/>
                    </a:cubicBezTo>
                    <a:cubicBezTo>
                      <a:pt x="141532" y="179295"/>
                      <a:pt x="155324" y="175847"/>
                      <a:pt x="163944" y="165503"/>
                    </a:cubicBezTo>
                    <a:cubicBezTo>
                      <a:pt x="191527" y="131023"/>
                      <a:pt x="167391" y="49996"/>
                      <a:pt x="139808" y="27584"/>
                    </a:cubicBezTo>
                    <a:close/>
                  </a:path>
                </a:pathLst>
              </a:custGeom>
              <a:grpFill/>
              <a:ln w="17193" cap="flat">
                <a:noFill/>
                <a:prstDash val="solid"/>
                <a:miter/>
              </a:ln>
            </p:spPr>
            <p:txBody>
              <a:bodyPr rtlCol="0" anchor="ctr"/>
              <a:lstStyle/>
              <a:p>
                <a:endParaRPr lang="en-US" dirty="0"/>
              </a:p>
            </p:txBody>
          </p:sp>
          <p:sp>
            <p:nvSpPr>
              <p:cNvPr id="23" name="Freeform 50"/>
              <p:cNvSpPr/>
              <p:nvPr/>
            </p:nvSpPr>
            <p:spPr>
              <a:xfrm>
                <a:off x="2311000" y="2722310"/>
                <a:ext cx="93886" cy="100774"/>
              </a:xfrm>
              <a:custGeom>
                <a:avLst/>
                <a:gdLst>
                  <a:gd name="connsiteX0" fmla="*/ 88714 w 93886"/>
                  <a:gd name="connsiteY0" fmla="*/ 33250 h 100774"/>
                  <a:gd name="connsiteX1" fmla="*/ 83542 w 93886"/>
                  <a:gd name="connsiteY1" fmla="*/ 14286 h 100774"/>
                  <a:gd name="connsiteX2" fmla="*/ 64578 w 93886"/>
                  <a:gd name="connsiteY2" fmla="*/ 5666 h 100774"/>
                  <a:gd name="connsiteX3" fmla="*/ 14582 w 93886"/>
                  <a:gd name="connsiteY3" fmla="*/ 7390 h 100774"/>
                  <a:gd name="connsiteX4" fmla="*/ 2514 w 93886"/>
                  <a:gd name="connsiteY4" fmla="*/ 33250 h 100774"/>
                  <a:gd name="connsiteX5" fmla="*/ 18030 w 93886"/>
                  <a:gd name="connsiteY5" fmla="*/ 95313 h 100774"/>
                  <a:gd name="connsiteX6" fmla="*/ 71474 w 93886"/>
                  <a:gd name="connsiteY6" fmla="*/ 86693 h 100774"/>
                  <a:gd name="connsiteX7" fmla="*/ 93886 w 93886"/>
                  <a:gd name="connsiteY7" fmla="*/ 33250 h 100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886" h="100774">
                    <a:moveTo>
                      <a:pt x="88714" y="33250"/>
                    </a:moveTo>
                    <a:cubicBezTo>
                      <a:pt x="90438" y="26354"/>
                      <a:pt x="88714" y="19458"/>
                      <a:pt x="83542" y="14286"/>
                    </a:cubicBezTo>
                    <a:cubicBezTo>
                      <a:pt x="78370" y="9114"/>
                      <a:pt x="71474" y="7390"/>
                      <a:pt x="64578" y="5666"/>
                    </a:cubicBezTo>
                    <a:cubicBezTo>
                      <a:pt x="47338" y="494"/>
                      <a:pt x="26650" y="-4678"/>
                      <a:pt x="14582" y="7390"/>
                    </a:cubicBezTo>
                    <a:cubicBezTo>
                      <a:pt x="7686" y="14286"/>
                      <a:pt x="4238" y="22905"/>
                      <a:pt x="2514" y="33250"/>
                    </a:cubicBezTo>
                    <a:cubicBezTo>
                      <a:pt x="-2658" y="55661"/>
                      <a:pt x="-934" y="83245"/>
                      <a:pt x="18030" y="95313"/>
                    </a:cubicBezTo>
                    <a:cubicBezTo>
                      <a:pt x="35270" y="105657"/>
                      <a:pt x="57682" y="100485"/>
                      <a:pt x="71474" y="86693"/>
                    </a:cubicBezTo>
                    <a:cubicBezTo>
                      <a:pt x="85266" y="72901"/>
                      <a:pt x="92162" y="52213"/>
                      <a:pt x="93886" y="33250"/>
                    </a:cubicBezTo>
                  </a:path>
                </a:pathLst>
              </a:custGeom>
              <a:grpFill/>
              <a:ln w="17193" cap="flat">
                <a:noFill/>
                <a:prstDash val="solid"/>
                <a:miter/>
              </a:ln>
            </p:spPr>
            <p:txBody>
              <a:bodyPr rtlCol="0" anchor="ctr"/>
              <a:lstStyle/>
              <a:p>
                <a:endParaRPr lang="en-US" dirty="0"/>
              </a:p>
            </p:txBody>
          </p:sp>
          <p:sp>
            <p:nvSpPr>
              <p:cNvPr id="24" name="Freeform 51"/>
              <p:cNvSpPr/>
              <p:nvPr/>
            </p:nvSpPr>
            <p:spPr>
              <a:xfrm>
                <a:off x="2161290" y="2459593"/>
                <a:ext cx="172339" cy="145979"/>
              </a:xfrm>
              <a:custGeom>
                <a:avLst/>
                <a:gdLst>
                  <a:gd name="connsiteX0" fmla="*/ 41889 w 172339"/>
                  <a:gd name="connsiteY0" fmla="*/ 1164 h 145979"/>
                  <a:gd name="connsiteX1" fmla="*/ 22925 w 172339"/>
                  <a:gd name="connsiteY1" fmla="*/ 8060 h 145979"/>
                  <a:gd name="connsiteX2" fmla="*/ 10857 w 172339"/>
                  <a:gd name="connsiteY2" fmla="*/ 28748 h 145979"/>
                  <a:gd name="connsiteX3" fmla="*/ 3961 w 172339"/>
                  <a:gd name="connsiteY3" fmla="*/ 94260 h 145979"/>
                  <a:gd name="connsiteX4" fmla="*/ 41889 w 172339"/>
                  <a:gd name="connsiteY4" fmla="*/ 128739 h 145979"/>
                  <a:gd name="connsiteX5" fmla="*/ 93609 w 172339"/>
                  <a:gd name="connsiteY5" fmla="*/ 145979 h 145979"/>
                  <a:gd name="connsiteX6" fmla="*/ 167741 w 172339"/>
                  <a:gd name="connsiteY6" fmla="*/ 63228 h 145979"/>
                  <a:gd name="connsiteX7" fmla="*/ 41889 w 172339"/>
                  <a:gd name="connsiteY7" fmla="*/ 1164 h 14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339" h="145979">
                    <a:moveTo>
                      <a:pt x="41889" y="1164"/>
                    </a:moveTo>
                    <a:cubicBezTo>
                      <a:pt x="34993" y="2888"/>
                      <a:pt x="28097" y="4612"/>
                      <a:pt x="22925" y="8060"/>
                    </a:cubicBezTo>
                    <a:cubicBezTo>
                      <a:pt x="16029" y="13232"/>
                      <a:pt x="14305" y="21852"/>
                      <a:pt x="10857" y="28748"/>
                    </a:cubicBezTo>
                    <a:cubicBezTo>
                      <a:pt x="2237" y="49436"/>
                      <a:pt x="-4659" y="73572"/>
                      <a:pt x="3961" y="94260"/>
                    </a:cubicBezTo>
                    <a:cubicBezTo>
                      <a:pt x="10857" y="109775"/>
                      <a:pt x="26373" y="120119"/>
                      <a:pt x="41889" y="128739"/>
                    </a:cubicBezTo>
                    <a:cubicBezTo>
                      <a:pt x="57405" y="137359"/>
                      <a:pt x="74645" y="145979"/>
                      <a:pt x="93609" y="145979"/>
                    </a:cubicBezTo>
                    <a:cubicBezTo>
                      <a:pt x="134985" y="144255"/>
                      <a:pt x="188428" y="106328"/>
                      <a:pt x="167741" y="63228"/>
                    </a:cubicBezTo>
                    <a:cubicBezTo>
                      <a:pt x="145329" y="18404"/>
                      <a:pt x="88437" y="-5732"/>
                      <a:pt x="41889" y="1164"/>
                    </a:cubicBezTo>
                    <a:close/>
                  </a:path>
                </a:pathLst>
              </a:custGeom>
              <a:grpFill/>
              <a:ln w="17193" cap="flat">
                <a:noFill/>
                <a:prstDash val="solid"/>
                <a:miter/>
              </a:ln>
            </p:spPr>
            <p:txBody>
              <a:bodyPr rtlCol="0" anchor="ctr"/>
              <a:lstStyle/>
              <a:p>
                <a:endParaRPr lang="en-US" dirty="0"/>
              </a:p>
            </p:txBody>
          </p:sp>
          <p:sp>
            <p:nvSpPr>
              <p:cNvPr id="25" name="Freeform 52"/>
              <p:cNvSpPr/>
              <p:nvPr/>
            </p:nvSpPr>
            <p:spPr>
              <a:xfrm>
                <a:off x="2371837" y="2543204"/>
                <a:ext cx="110661" cy="119069"/>
              </a:xfrm>
              <a:custGeom>
                <a:avLst/>
                <a:gdLst>
                  <a:gd name="connsiteX0" fmla="*/ 100284 w 110661"/>
                  <a:gd name="connsiteY0" fmla="*/ 38233 h 119069"/>
                  <a:gd name="connsiteX1" fmla="*/ 70976 w 110661"/>
                  <a:gd name="connsiteY1" fmla="*/ 2029 h 119069"/>
                  <a:gd name="connsiteX2" fmla="*/ 24429 w 110661"/>
                  <a:gd name="connsiteY2" fmla="*/ 12373 h 119069"/>
                  <a:gd name="connsiteX3" fmla="*/ 5465 w 110661"/>
                  <a:gd name="connsiteY3" fmla="*/ 86505 h 119069"/>
                  <a:gd name="connsiteX4" fmla="*/ 74424 w 110661"/>
                  <a:gd name="connsiteY4" fmla="*/ 115812 h 119069"/>
                  <a:gd name="connsiteX5" fmla="*/ 108904 w 110661"/>
                  <a:gd name="connsiteY5" fmla="*/ 39957 h 11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661" h="119069">
                    <a:moveTo>
                      <a:pt x="100284" y="38233"/>
                    </a:moveTo>
                    <a:cubicBezTo>
                      <a:pt x="100284" y="20993"/>
                      <a:pt x="86492" y="7201"/>
                      <a:pt x="70976" y="2029"/>
                    </a:cubicBezTo>
                    <a:cubicBezTo>
                      <a:pt x="55460" y="-3143"/>
                      <a:pt x="36497" y="2029"/>
                      <a:pt x="24429" y="12373"/>
                    </a:cubicBezTo>
                    <a:cubicBezTo>
                      <a:pt x="2017" y="29613"/>
                      <a:pt x="-6603" y="60645"/>
                      <a:pt x="5465" y="86505"/>
                    </a:cubicBezTo>
                    <a:cubicBezTo>
                      <a:pt x="17533" y="110641"/>
                      <a:pt x="48564" y="126157"/>
                      <a:pt x="74424" y="115812"/>
                    </a:cubicBezTo>
                    <a:cubicBezTo>
                      <a:pt x="102008" y="103745"/>
                      <a:pt x="115800" y="69265"/>
                      <a:pt x="108904" y="39957"/>
                    </a:cubicBezTo>
                  </a:path>
                </a:pathLst>
              </a:custGeom>
              <a:grpFill/>
              <a:ln w="17193" cap="flat">
                <a:noFill/>
                <a:prstDash val="solid"/>
                <a:miter/>
              </a:ln>
            </p:spPr>
            <p:txBody>
              <a:bodyPr rtlCol="0" anchor="ctr"/>
              <a:lstStyle/>
              <a:p>
                <a:endParaRPr lang="en-US" dirty="0"/>
              </a:p>
            </p:txBody>
          </p:sp>
          <p:sp>
            <p:nvSpPr>
              <p:cNvPr id="26" name="Freeform 53"/>
              <p:cNvSpPr/>
              <p:nvPr/>
            </p:nvSpPr>
            <p:spPr>
              <a:xfrm>
                <a:off x="1381066" y="2338354"/>
                <a:ext cx="165158" cy="184907"/>
              </a:xfrm>
              <a:custGeom>
                <a:avLst/>
                <a:gdLst>
                  <a:gd name="connsiteX0" fmla="*/ 89417 w 165158"/>
                  <a:gd name="connsiteY0" fmla="*/ 0 h 184907"/>
                  <a:gd name="connsiteX1" fmla="*/ 8389 w 165158"/>
                  <a:gd name="connsiteY1" fmla="*/ 51720 h 184907"/>
                  <a:gd name="connsiteX2" fmla="*/ 17009 w 165158"/>
                  <a:gd name="connsiteY2" fmla="*/ 148263 h 184907"/>
                  <a:gd name="connsiteX3" fmla="*/ 87693 w 165158"/>
                  <a:gd name="connsiteY3" fmla="*/ 184467 h 184907"/>
                  <a:gd name="connsiteX4" fmla="*/ 149756 w 165158"/>
                  <a:gd name="connsiteY4" fmla="*/ 137919 h 184907"/>
                  <a:gd name="connsiteX5" fmla="*/ 89417 w 165158"/>
                  <a:gd name="connsiteY5" fmla="*/ 0 h 18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58" h="184907">
                    <a:moveTo>
                      <a:pt x="89417" y="0"/>
                    </a:moveTo>
                    <a:cubicBezTo>
                      <a:pt x="54937" y="0"/>
                      <a:pt x="23905" y="20688"/>
                      <a:pt x="8389" y="51720"/>
                    </a:cubicBezTo>
                    <a:cubicBezTo>
                      <a:pt x="-5403" y="82752"/>
                      <a:pt x="-1955" y="120679"/>
                      <a:pt x="17009" y="148263"/>
                    </a:cubicBezTo>
                    <a:cubicBezTo>
                      <a:pt x="32525" y="170675"/>
                      <a:pt x="60109" y="187915"/>
                      <a:pt x="87693" y="184467"/>
                    </a:cubicBezTo>
                    <a:cubicBezTo>
                      <a:pt x="115276" y="182743"/>
                      <a:pt x="137688" y="162055"/>
                      <a:pt x="149756" y="137919"/>
                    </a:cubicBezTo>
                    <a:cubicBezTo>
                      <a:pt x="180788" y="81028"/>
                      <a:pt x="166996" y="1724"/>
                      <a:pt x="89417" y="0"/>
                    </a:cubicBezTo>
                    <a:close/>
                  </a:path>
                </a:pathLst>
              </a:custGeom>
              <a:grpFill/>
              <a:ln w="17193" cap="flat">
                <a:noFill/>
                <a:prstDash val="solid"/>
                <a:miter/>
              </a:ln>
            </p:spPr>
            <p:txBody>
              <a:bodyPr rtlCol="0" anchor="ctr"/>
              <a:lstStyle/>
              <a:p>
                <a:endParaRPr lang="en-US" dirty="0"/>
              </a:p>
            </p:txBody>
          </p:sp>
          <p:sp>
            <p:nvSpPr>
              <p:cNvPr id="27" name="Freeform 54"/>
              <p:cNvSpPr/>
              <p:nvPr/>
            </p:nvSpPr>
            <p:spPr>
              <a:xfrm>
                <a:off x="1631502" y="2727976"/>
                <a:ext cx="147061" cy="147080"/>
              </a:xfrm>
              <a:custGeom>
                <a:avLst/>
                <a:gdLst>
                  <a:gd name="connsiteX0" fmla="*/ 97579 w 147061"/>
                  <a:gd name="connsiteY0" fmla="*/ 6896 h 147080"/>
                  <a:gd name="connsiteX1" fmla="*/ 32068 w 147061"/>
                  <a:gd name="connsiteY1" fmla="*/ 8620 h 147080"/>
                  <a:gd name="connsiteX2" fmla="*/ 2760 w 147061"/>
                  <a:gd name="connsiteY2" fmla="*/ 87924 h 147080"/>
                  <a:gd name="connsiteX3" fmla="*/ 68271 w 147061"/>
                  <a:gd name="connsiteY3" fmla="*/ 144815 h 147080"/>
                  <a:gd name="connsiteX4" fmla="*/ 109647 w 147061"/>
                  <a:gd name="connsiteY4" fmla="*/ 141367 h 147080"/>
                  <a:gd name="connsiteX5" fmla="*/ 97579 w 147061"/>
                  <a:gd name="connsiteY5" fmla="*/ 6896 h 147080"/>
                  <a:gd name="connsiteX6" fmla="*/ 97579 w 147061"/>
                  <a:gd name="connsiteY6" fmla="*/ 6896 h 14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061" h="147080">
                    <a:moveTo>
                      <a:pt x="97579" y="6896"/>
                    </a:moveTo>
                    <a:cubicBezTo>
                      <a:pt x="76891" y="-1724"/>
                      <a:pt x="51031" y="-3448"/>
                      <a:pt x="32068" y="8620"/>
                    </a:cubicBezTo>
                    <a:cubicBezTo>
                      <a:pt x="6208" y="24136"/>
                      <a:pt x="-5860" y="58616"/>
                      <a:pt x="2760" y="87924"/>
                    </a:cubicBezTo>
                    <a:cubicBezTo>
                      <a:pt x="11380" y="117232"/>
                      <a:pt x="38963" y="137919"/>
                      <a:pt x="68271" y="144815"/>
                    </a:cubicBezTo>
                    <a:cubicBezTo>
                      <a:pt x="82063" y="148263"/>
                      <a:pt x="97579" y="148263"/>
                      <a:pt x="109647" y="141367"/>
                    </a:cubicBezTo>
                    <a:cubicBezTo>
                      <a:pt x="169987" y="106888"/>
                      <a:pt x="151023" y="29308"/>
                      <a:pt x="97579" y="6896"/>
                    </a:cubicBezTo>
                    <a:lnTo>
                      <a:pt x="97579" y="6896"/>
                    </a:lnTo>
                    <a:close/>
                  </a:path>
                </a:pathLst>
              </a:custGeom>
              <a:grpFill/>
              <a:ln w="17193" cap="flat">
                <a:noFill/>
                <a:prstDash val="solid"/>
                <a:miter/>
              </a:ln>
            </p:spPr>
            <p:txBody>
              <a:bodyPr rtlCol="0" anchor="ctr"/>
              <a:lstStyle/>
              <a:p>
                <a:endParaRPr lang="en-US" dirty="0"/>
              </a:p>
            </p:txBody>
          </p:sp>
          <p:sp>
            <p:nvSpPr>
              <p:cNvPr id="28" name="Freeform 55"/>
              <p:cNvSpPr/>
              <p:nvPr/>
            </p:nvSpPr>
            <p:spPr>
              <a:xfrm>
                <a:off x="1770457" y="2566512"/>
                <a:ext cx="147740" cy="141867"/>
              </a:xfrm>
              <a:custGeom>
                <a:avLst/>
                <a:gdLst>
                  <a:gd name="connsiteX0" fmla="*/ 89648 w 147740"/>
                  <a:gd name="connsiteY0" fmla="*/ 9752 h 141867"/>
                  <a:gd name="connsiteX1" fmla="*/ 37928 w 147740"/>
                  <a:gd name="connsiteY1" fmla="*/ 2856 h 141867"/>
                  <a:gd name="connsiteX2" fmla="*/ 5172 w 147740"/>
                  <a:gd name="connsiteY2" fmla="*/ 45956 h 141867"/>
                  <a:gd name="connsiteX3" fmla="*/ 0 w 147740"/>
                  <a:gd name="connsiteY3" fmla="*/ 70092 h 141867"/>
                  <a:gd name="connsiteX4" fmla="*/ 10344 w 147740"/>
                  <a:gd name="connsiteY4" fmla="*/ 94228 h 141867"/>
                  <a:gd name="connsiteX5" fmla="*/ 58616 w 147740"/>
                  <a:gd name="connsiteY5" fmla="*/ 135604 h 141867"/>
                  <a:gd name="connsiteX6" fmla="*/ 120679 w 147740"/>
                  <a:gd name="connsiteY6" fmla="*/ 133880 h 141867"/>
                  <a:gd name="connsiteX7" fmla="*/ 146539 w 147740"/>
                  <a:gd name="connsiteY7" fmla="*/ 78712 h 141867"/>
                  <a:gd name="connsiteX8" fmla="*/ 89648 w 147740"/>
                  <a:gd name="connsiteY8" fmla="*/ 9752 h 141867"/>
                  <a:gd name="connsiteX9" fmla="*/ 89648 w 147740"/>
                  <a:gd name="connsiteY9" fmla="*/ 9752 h 14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740" h="141867">
                    <a:moveTo>
                      <a:pt x="89648" y="9752"/>
                    </a:moveTo>
                    <a:cubicBezTo>
                      <a:pt x="72408" y="2856"/>
                      <a:pt x="55168" y="-4040"/>
                      <a:pt x="37928" y="2856"/>
                    </a:cubicBezTo>
                    <a:cubicBezTo>
                      <a:pt x="20688" y="9752"/>
                      <a:pt x="12068" y="28716"/>
                      <a:pt x="5172" y="45956"/>
                    </a:cubicBezTo>
                    <a:cubicBezTo>
                      <a:pt x="1724" y="52852"/>
                      <a:pt x="0" y="61472"/>
                      <a:pt x="0" y="70092"/>
                    </a:cubicBezTo>
                    <a:cubicBezTo>
                      <a:pt x="0" y="78712"/>
                      <a:pt x="5172" y="87332"/>
                      <a:pt x="10344" y="94228"/>
                    </a:cubicBezTo>
                    <a:cubicBezTo>
                      <a:pt x="22412" y="111468"/>
                      <a:pt x="39652" y="126984"/>
                      <a:pt x="58616" y="135604"/>
                    </a:cubicBezTo>
                    <a:cubicBezTo>
                      <a:pt x="79304" y="144224"/>
                      <a:pt x="101716" y="144224"/>
                      <a:pt x="120679" y="133880"/>
                    </a:cubicBezTo>
                    <a:cubicBezTo>
                      <a:pt x="139643" y="123536"/>
                      <a:pt x="151711" y="99400"/>
                      <a:pt x="146539" y="78712"/>
                    </a:cubicBezTo>
                    <a:cubicBezTo>
                      <a:pt x="137919" y="42508"/>
                      <a:pt x="124127" y="23544"/>
                      <a:pt x="89648" y="9752"/>
                    </a:cubicBezTo>
                    <a:lnTo>
                      <a:pt x="89648" y="9752"/>
                    </a:lnTo>
                    <a:close/>
                  </a:path>
                </a:pathLst>
              </a:custGeom>
              <a:grpFill/>
              <a:ln w="17193" cap="flat">
                <a:noFill/>
                <a:prstDash val="solid"/>
                <a:miter/>
              </a:ln>
            </p:spPr>
            <p:txBody>
              <a:bodyPr rtlCol="0" anchor="ctr"/>
              <a:lstStyle/>
              <a:p>
                <a:endParaRPr lang="en-US" dirty="0"/>
              </a:p>
            </p:txBody>
          </p:sp>
          <p:sp>
            <p:nvSpPr>
              <p:cNvPr id="29" name="Freeform 56"/>
              <p:cNvSpPr/>
              <p:nvPr/>
            </p:nvSpPr>
            <p:spPr>
              <a:xfrm>
                <a:off x="2133513" y="2201192"/>
                <a:ext cx="165500" cy="172615"/>
              </a:xfrm>
              <a:custGeom>
                <a:avLst/>
                <a:gdLst>
                  <a:gd name="connsiteX0" fmla="*/ 54150 w 165500"/>
                  <a:gd name="connsiteY0" fmla="*/ 11310 h 172615"/>
                  <a:gd name="connsiteX1" fmla="*/ 9326 w 165500"/>
                  <a:gd name="connsiteY1" fmla="*/ 59582 h 172615"/>
                  <a:gd name="connsiteX2" fmla="*/ 2430 w 165500"/>
                  <a:gd name="connsiteY2" fmla="*/ 114750 h 172615"/>
                  <a:gd name="connsiteX3" fmla="*/ 33462 w 165500"/>
                  <a:gd name="connsiteY3" fmla="*/ 156125 h 172615"/>
                  <a:gd name="connsiteX4" fmla="*/ 111042 w 165500"/>
                  <a:gd name="connsiteY4" fmla="*/ 166469 h 172615"/>
                  <a:gd name="connsiteX5" fmla="*/ 145521 w 165500"/>
                  <a:gd name="connsiteY5" fmla="*/ 133713 h 172615"/>
                  <a:gd name="connsiteX6" fmla="*/ 54150 w 165500"/>
                  <a:gd name="connsiteY6" fmla="*/ 11310 h 172615"/>
                  <a:gd name="connsiteX7" fmla="*/ 54150 w 165500"/>
                  <a:gd name="connsiteY7" fmla="*/ 11310 h 172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5500" h="172615">
                    <a:moveTo>
                      <a:pt x="54150" y="11310"/>
                    </a:moveTo>
                    <a:cubicBezTo>
                      <a:pt x="33462" y="21654"/>
                      <a:pt x="19670" y="38894"/>
                      <a:pt x="9326" y="59582"/>
                    </a:cubicBezTo>
                    <a:cubicBezTo>
                      <a:pt x="706" y="76822"/>
                      <a:pt x="-2742" y="95786"/>
                      <a:pt x="2430" y="114750"/>
                    </a:cubicBezTo>
                    <a:cubicBezTo>
                      <a:pt x="7602" y="131989"/>
                      <a:pt x="19670" y="145781"/>
                      <a:pt x="33462" y="156125"/>
                    </a:cubicBezTo>
                    <a:cubicBezTo>
                      <a:pt x="55874" y="171641"/>
                      <a:pt x="86906" y="178537"/>
                      <a:pt x="111042" y="166469"/>
                    </a:cubicBezTo>
                    <a:cubicBezTo>
                      <a:pt x="124834" y="159573"/>
                      <a:pt x="136901" y="145781"/>
                      <a:pt x="145521" y="133713"/>
                    </a:cubicBezTo>
                    <a:cubicBezTo>
                      <a:pt x="197241" y="64754"/>
                      <a:pt x="142074" y="-33514"/>
                      <a:pt x="54150" y="11310"/>
                    </a:cubicBezTo>
                    <a:lnTo>
                      <a:pt x="54150" y="11310"/>
                    </a:lnTo>
                    <a:close/>
                  </a:path>
                </a:pathLst>
              </a:custGeom>
              <a:grpFill/>
              <a:ln w="17193" cap="flat">
                <a:noFill/>
                <a:prstDash val="solid"/>
                <a:miter/>
              </a:ln>
            </p:spPr>
            <p:txBody>
              <a:bodyPr rtlCol="0" anchor="ctr"/>
              <a:lstStyle/>
              <a:p>
                <a:endParaRPr lang="en-US" dirty="0"/>
              </a:p>
            </p:txBody>
          </p:sp>
          <p:sp>
            <p:nvSpPr>
              <p:cNvPr id="30" name="Freeform 57"/>
              <p:cNvSpPr/>
              <p:nvPr/>
            </p:nvSpPr>
            <p:spPr>
              <a:xfrm>
                <a:off x="1645737" y="2434466"/>
                <a:ext cx="66078" cy="71869"/>
              </a:xfrm>
              <a:custGeom>
                <a:avLst/>
                <a:gdLst>
                  <a:gd name="connsiteX0" fmla="*/ 47140 w 66078"/>
                  <a:gd name="connsiteY0" fmla="*/ 10775 h 71869"/>
                  <a:gd name="connsiteX1" fmla="*/ 26452 w 66078"/>
                  <a:gd name="connsiteY1" fmla="*/ 431 h 71869"/>
                  <a:gd name="connsiteX2" fmla="*/ 7488 w 66078"/>
                  <a:gd name="connsiteY2" fmla="*/ 15947 h 71869"/>
                  <a:gd name="connsiteX3" fmla="*/ 592 w 66078"/>
                  <a:gd name="connsiteY3" fmla="*/ 33187 h 71869"/>
                  <a:gd name="connsiteX4" fmla="*/ 24728 w 66078"/>
                  <a:gd name="connsiteY4" fmla="*/ 71115 h 71869"/>
                  <a:gd name="connsiteX5" fmla="*/ 64380 w 66078"/>
                  <a:gd name="connsiteY5" fmla="*/ 50427 h 71869"/>
                  <a:gd name="connsiteX6" fmla="*/ 47140 w 66078"/>
                  <a:gd name="connsiteY6" fmla="*/ 9051 h 7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78" h="71869">
                    <a:moveTo>
                      <a:pt x="47140" y="10775"/>
                    </a:moveTo>
                    <a:cubicBezTo>
                      <a:pt x="43692" y="2155"/>
                      <a:pt x="35072" y="-1293"/>
                      <a:pt x="26452" y="431"/>
                    </a:cubicBezTo>
                    <a:cubicBezTo>
                      <a:pt x="17832" y="2155"/>
                      <a:pt x="10936" y="9051"/>
                      <a:pt x="7488" y="15947"/>
                    </a:cubicBezTo>
                    <a:cubicBezTo>
                      <a:pt x="4040" y="21119"/>
                      <a:pt x="592" y="26291"/>
                      <a:pt x="592" y="33187"/>
                    </a:cubicBezTo>
                    <a:cubicBezTo>
                      <a:pt x="-2856" y="48703"/>
                      <a:pt x="9212" y="67667"/>
                      <a:pt x="24728" y="71115"/>
                    </a:cubicBezTo>
                    <a:cubicBezTo>
                      <a:pt x="40244" y="74563"/>
                      <a:pt x="59208" y="65943"/>
                      <a:pt x="64380" y="50427"/>
                    </a:cubicBezTo>
                    <a:cubicBezTo>
                      <a:pt x="69552" y="34911"/>
                      <a:pt x="62656" y="15947"/>
                      <a:pt x="47140" y="9051"/>
                    </a:cubicBezTo>
                  </a:path>
                </a:pathLst>
              </a:custGeom>
              <a:grpFill/>
              <a:ln w="17193" cap="flat">
                <a:noFill/>
                <a:prstDash val="solid"/>
                <a:miter/>
              </a:ln>
            </p:spPr>
            <p:txBody>
              <a:bodyPr rtlCol="0" anchor="ctr"/>
              <a:lstStyle/>
              <a:p>
                <a:endParaRPr lang="en-US" dirty="0"/>
              </a:p>
            </p:txBody>
          </p:sp>
          <p:sp>
            <p:nvSpPr>
              <p:cNvPr id="31" name="Freeform 58"/>
              <p:cNvSpPr/>
              <p:nvPr/>
            </p:nvSpPr>
            <p:spPr>
              <a:xfrm>
                <a:off x="1541418" y="2572817"/>
                <a:ext cx="99739" cy="97440"/>
              </a:xfrm>
              <a:custGeom>
                <a:avLst/>
                <a:gdLst>
                  <a:gd name="connsiteX0" fmla="*/ 79051 w 99739"/>
                  <a:gd name="connsiteY0" fmla="*/ 24136 h 97440"/>
                  <a:gd name="connsiteX1" fmla="*/ 46295 w 99739"/>
                  <a:gd name="connsiteY1" fmla="*/ 0 h 97440"/>
                  <a:gd name="connsiteX2" fmla="*/ 10092 w 99739"/>
                  <a:gd name="connsiteY2" fmla="*/ 22412 h 97440"/>
                  <a:gd name="connsiteX3" fmla="*/ 3196 w 99739"/>
                  <a:gd name="connsiteY3" fmla="*/ 65512 h 97440"/>
                  <a:gd name="connsiteX4" fmla="*/ 18711 w 99739"/>
                  <a:gd name="connsiteY4" fmla="*/ 82752 h 97440"/>
                  <a:gd name="connsiteX5" fmla="*/ 66983 w 99739"/>
                  <a:gd name="connsiteY5" fmla="*/ 96544 h 97440"/>
                  <a:gd name="connsiteX6" fmla="*/ 99739 w 99739"/>
                  <a:gd name="connsiteY6" fmla="*/ 62064 h 97440"/>
                  <a:gd name="connsiteX7" fmla="*/ 82499 w 99739"/>
                  <a:gd name="connsiteY7" fmla="*/ 25860 h 9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739" h="97440">
                    <a:moveTo>
                      <a:pt x="79051" y="24136"/>
                    </a:moveTo>
                    <a:cubicBezTo>
                      <a:pt x="75603" y="10344"/>
                      <a:pt x="60087" y="0"/>
                      <a:pt x="46295" y="0"/>
                    </a:cubicBezTo>
                    <a:cubicBezTo>
                      <a:pt x="30779" y="0"/>
                      <a:pt x="18711" y="10344"/>
                      <a:pt x="10092" y="22412"/>
                    </a:cubicBezTo>
                    <a:cubicBezTo>
                      <a:pt x="1472" y="34480"/>
                      <a:pt x="-3700" y="51720"/>
                      <a:pt x="3196" y="65512"/>
                    </a:cubicBezTo>
                    <a:cubicBezTo>
                      <a:pt x="6644" y="72408"/>
                      <a:pt x="11816" y="77580"/>
                      <a:pt x="18711" y="82752"/>
                    </a:cubicBezTo>
                    <a:cubicBezTo>
                      <a:pt x="32503" y="93096"/>
                      <a:pt x="49743" y="99992"/>
                      <a:pt x="66983" y="96544"/>
                    </a:cubicBezTo>
                    <a:cubicBezTo>
                      <a:pt x="84223" y="93096"/>
                      <a:pt x="99739" y="79304"/>
                      <a:pt x="99739" y="62064"/>
                    </a:cubicBezTo>
                    <a:cubicBezTo>
                      <a:pt x="99739" y="48272"/>
                      <a:pt x="91119" y="36204"/>
                      <a:pt x="82499" y="25860"/>
                    </a:cubicBezTo>
                  </a:path>
                </a:pathLst>
              </a:custGeom>
              <a:grpFill/>
              <a:ln w="17193" cap="flat">
                <a:noFill/>
                <a:prstDash val="solid"/>
                <a:miter/>
              </a:ln>
            </p:spPr>
            <p:txBody>
              <a:bodyPr rtlCol="0" anchor="ctr"/>
              <a:lstStyle/>
              <a:p>
                <a:endParaRPr lang="en-US" dirty="0"/>
              </a:p>
            </p:txBody>
          </p:sp>
          <p:sp>
            <p:nvSpPr>
              <p:cNvPr id="32" name="Freeform 59"/>
              <p:cNvSpPr/>
              <p:nvPr/>
            </p:nvSpPr>
            <p:spPr>
              <a:xfrm>
                <a:off x="1480259" y="2136023"/>
                <a:ext cx="127838" cy="139001"/>
              </a:xfrm>
              <a:custGeom>
                <a:avLst/>
                <a:gdLst>
                  <a:gd name="connsiteX0" fmla="*/ 54011 w 127838"/>
                  <a:gd name="connsiteY0" fmla="*/ 623 h 139001"/>
                  <a:gd name="connsiteX1" fmla="*/ 9187 w 127838"/>
                  <a:gd name="connsiteY1" fmla="*/ 41999 h 139001"/>
                  <a:gd name="connsiteX2" fmla="*/ 5739 w 127838"/>
                  <a:gd name="connsiteY2" fmla="*/ 100615 h 139001"/>
                  <a:gd name="connsiteX3" fmla="*/ 50563 w 127838"/>
                  <a:gd name="connsiteY3" fmla="*/ 133371 h 139001"/>
                  <a:gd name="connsiteX4" fmla="*/ 78146 w 127838"/>
                  <a:gd name="connsiteY4" fmla="*/ 138543 h 139001"/>
                  <a:gd name="connsiteX5" fmla="*/ 98834 w 127838"/>
                  <a:gd name="connsiteY5" fmla="*/ 123027 h 139001"/>
                  <a:gd name="connsiteX6" fmla="*/ 124694 w 127838"/>
                  <a:gd name="connsiteY6" fmla="*/ 86823 h 139001"/>
                  <a:gd name="connsiteX7" fmla="*/ 54011 w 127838"/>
                  <a:gd name="connsiteY7" fmla="*/ 623 h 139001"/>
                  <a:gd name="connsiteX8" fmla="*/ 54011 w 127838"/>
                  <a:gd name="connsiteY8" fmla="*/ 623 h 13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838" h="139001">
                    <a:moveTo>
                      <a:pt x="54011" y="623"/>
                    </a:moveTo>
                    <a:cubicBezTo>
                      <a:pt x="33323" y="4071"/>
                      <a:pt x="17807" y="23035"/>
                      <a:pt x="9187" y="41999"/>
                    </a:cubicBezTo>
                    <a:cubicBezTo>
                      <a:pt x="567" y="60963"/>
                      <a:pt x="-4605" y="83375"/>
                      <a:pt x="5739" y="100615"/>
                    </a:cubicBezTo>
                    <a:cubicBezTo>
                      <a:pt x="14359" y="117855"/>
                      <a:pt x="33323" y="126475"/>
                      <a:pt x="50563" y="133371"/>
                    </a:cubicBezTo>
                    <a:cubicBezTo>
                      <a:pt x="59183" y="136819"/>
                      <a:pt x="69527" y="140267"/>
                      <a:pt x="78146" y="138543"/>
                    </a:cubicBezTo>
                    <a:cubicBezTo>
                      <a:pt x="86766" y="136819"/>
                      <a:pt x="93662" y="129923"/>
                      <a:pt x="98834" y="123027"/>
                    </a:cubicBezTo>
                    <a:cubicBezTo>
                      <a:pt x="109178" y="112683"/>
                      <a:pt x="119522" y="100615"/>
                      <a:pt x="124694" y="86823"/>
                    </a:cubicBezTo>
                    <a:cubicBezTo>
                      <a:pt x="140210" y="45447"/>
                      <a:pt x="95386" y="-6273"/>
                      <a:pt x="54011" y="623"/>
                    </a:cubicBezTo>
                    <a:lnTo>
                      <a:pt x="54011" y="623"/>
                    </a:lnTo>
                    <a:close/>
                  </a:path>
                </a:pathLst>
              </a:custGeom>
              <a:grpFill/>
              <a:ln w="17193" cap="flat">
                <a:noFill/>
                <a:prstDash val="solid"/>
                <a:miter/>
              </a:ln>
            </p:spPr>
            <p:txBody>
              <a:bodyPr rtlCol="0" anchor="ctr"/>
              <a:lstStyle/>
              <a:p>
                <a:endParaRPr lang="en-US" dirty="0"/>
              </a:p>
            </p:txBody>
          </p:sp>
          <p:sp>
            <p:nvSpPr>
              <p:cNvPr id="33" name="Freeform 60"/>
              <p:cNvSpPr/>
              <p:nvPr/>
            </p:nvSpPr>
            <p:spPr>
              <a:xfrm>
                <a:off x="2459018" y="3374473"/>
                <a:ext cx="148332" cy="147080"/>
              </a:xfrm>
              <a:custGeom>
                <a:avLst/>
                <a:gdLst>
                  <a:gd name="connsiteX0" fmla="*/ 97579 w 148332"/>
                  <a:gd name="connsiteY0" fmla="*/ 6896 h 147080"/>
                  <a:gd name="connsiteX1" fmla="*/ 32068 w 148332"/>
                  <a:gd name="connsiteY1" fmla="*/ 8620 h 147080"/>
                  <a:gd name="connsiteX2" fmla="*/ 2760 w 148332"/>
                  <a:gd name="connsiteY2" fmla="*/ 87924 h 147080"/>
                  <a:gd name="connsiteX3" fmla="*/ 68271 w 148332"/>
                  <a:gd name="connsiteY3" fmla="*/ 144815 h 147080"/>
                  <a:gd name="connsiteX4" fmla="*/ 109647 w 148332"/>
                  <a:gd name="connsiteY4" fmla="*/ 141367 h 147080"/>
                  <a:gd name="connsiteX5" fmla="*/ 97579 w 148332"/>
                  <a:gd name="connsiteY5" fmla="*/ 6896 h 147080"/>
                  <a:gd name="connsiteX6" fmla="*/ 97579 w 148332"/>
                  <a:gd name="connsiteY6" fmla="*/ 6896 h 14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332" h="147080">
                    <a:moveTo>
                      <a:pt x="97579" y="6896"/>
                    </a:moveTo>
                    <a:cubicBezTo>
                      <a:pt x="76891" y="-1724"/>
                      <a:pt x="51031" y="-3448"/>
                      <a:pt x="32068" y="8620"/>
                    </a:cubicBezTo>
                    <a:cubicBezTo>
                      <a:pt x="6208" y="24136"/>
                      <a:pt x="-5860" y="58616"/>
                      <a:pt x="2760" y="87924"/>
                    </a:cubicBezTo>
                    <a:cubicBezTo>
                      <a:pt x="11380" y="117231"/>
                      <a:pt x="38963" y="137919"/>
                      <a:pt x="68271" y="144815"/>
                    </a:cubicBezTo>
                    <a:cubicBezTo>
                      <a:pt x="82063" y="148263"/>
                      <a:pt x="97579" y="148263"/>
                      <a:pt x="109647" y="141367"/>
                    </a:cubicBezTo>
                    <a:cubicBezTo>
                      <a:pt x="171711" y="106887"/>
                      <a:pt x="152747" y="29308"/>
                      <a:pt x="97579" y="6896"/>
                    </a:cubicBezTo>
                    <a:lnTo>
                      <a:pt x="97579" y="6896"/>
                    </a:lnTo>
                    <a:close/>
                  </a:path>
                </a:pathLst>
              </a:custGeom>
              <a:grpFill/>
              <a:ln w="17193" cap="flat">
                <a:noFill/>
                <a:prstDash val="solid"/>
                <a:miter/>
              </a:ln>
            </p:spPr>
            <p:txBody>
              <a:bodyPr rtlCol="0" anchor="ctr"/>
              <a:lstStyle/>
              <a:p>
                <a:endParaRPr lang="en-US" dirty="0"/>
              </a:p>
            </p:txBody>
          </p:sp>
          <p:sp>
            <p:nvSpPr>
              <p:cNvPr id="34" name="Freeform 61"/>
              <p:cNvSpPr/>
              <p:nvPr/>
            </p:nvSpPr>
            <p:spPr>
              <a:xfrm>
                <a:off x="2470398" y="3783651"/>
                <a:ext cx="147740" cy="141868"/>
              </a:xfrm>
              <a:custGeom>
                <a:avLst/>
                <a:gdLst>
                  <a:gd name="connsiteX0" fmla="*/ 89648 w 147740"/>
                  <a:gd name="connsiteY0" fmla="*/ 9752 h 141868"/>
                  <a:gd name="connsiteX1" fmla="*/ 37928 w 147740"/>
                  <a:gd name="connsiteY1" fmla="*/ 2856 h 141868"/>
                  <a:gd name="connsiteX2" fmla="*/ 5172 w 147740"/>
                  <a:gd name="connsiteY2" fmla="*/ 45956 h 141868"/>
                  <a:gd name="connsiteX3" fmla="*/ 0 w 147740"/>
                  <a:gd name="connsiteY3" fmla="*/ 70092 h 141868"/>
                  <a:gd name="connsiteX4" fmla="*/ 10344 w 147740"/>
                  <a:gd name="connsiteY4" fmla="*/ 94228 h 141868"/>
                  <a:gd name="connsiteX5" fmla="*/ 58616 w 147740"/>
                  <a:gd name="connsiteY5" fmla="*/ 135604 h 141868"/>
                  <a:gd name="connsiteX6" fmla="*/ 120679 w 147740"/>
                  <a:gd name="connsiteY6" fmla="*/ 133880 h 141868"/>
                  <a:gd name="connsiteX7" fmla="*/ 146539 w 147740"/>
                  <a:gd name="connsiteY7" fmla="*/ 78712 h 141868"/>
                  <a:gd name="connsiteX8" fmla="*/ 89648 w 147740"/>
                  <a:gd name="connsiteY8" fmla="*/ 9752 h 141868"/>
                  <a:gd name="connsiteX9" fmla="*/ 89648 w 147740"/>
                  <a:gd name="connsiteY9" fmla="*/ 9752 h 14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7740" h="141868">
                    <a:moveTo>
                      <a:pt x="89648" y="9752"/>
                    </a:moveTo>
                    <a:cubicBezTo>
                      <a:pt x="72408" y="2856"/>
                      <a:pt x="55168" y="-4040"/>
                      <a:pt x="37928" y="2856"/>
                    </a:cubicBezTo>
                    <a:cubicBezTo>
                      <a:pt x="20688" y="9752"/>
                      <a:pt x="12068" y="28716"/>
                      <a:pt x="5172" y="45956"/>
                    </a:cubicBezTo>
                    <a:cubicBezTo>
                      <a:pt x="1724" y="52852"/>
                      <a:pt x="0" y="61472"/>
                      <a:pt x="0" y="70092"/>
                    </a:cubicBezTo>
                    <a:cubicBezTo>
                      <a:pt x="0" y="78712"/>
                      <a:pt x="5172" y="87332"/>
                      <a:pt x="10344" y="94228"/>
                    </a:cubicBezTo>
                    <a:cubicBezTo>
                      <a:pt x="22412" y="111468"/>
                      <a:pt x="39652" y="126984"/>
                      <a:pt x="58616" y="135604"/>
                    </a:cubicBezTo>
                    <a:cubicBezTo>
                      <a:pt x="79304" y="144224"/>
                      <a:pt x="101716" y="144224"/>
                      <a:pt x="120679" y="133880"/>
                    </a:cubicBezTo>
                    <a:cubicBezTo>
                      <a:pt x="139643" y="123536"/>
                      <a:pt x="151711" y="99400"/>
                      <a:pt x="146539" y="78712"/>
                    </a:cubicBezTo>
                    <a:cubicBezTo>
                      <a:pt x="137919" y="44232"/>
                      <a:pt x="124128" y="23544"/>
                      <a:pt x="89648" y="9752"/>
                    </a:cubicBezTo>
                    <a:lnTo>
                      <a:pt x="89648" y="9752"/>
                    </a:lnTo>
                    <a:close/>
                  </a:path>
                </a:pathLst>
              </a:custGeom>
              <a:grpFill/>
              <a:ln w="17193" cap="flat">
                <a:noFill/>
                <a:prstDash val="solid"/>
                <a:miter/>
              </a:ln>
            </p:spPr>
            <p:txBody>
              <a:bodyPr rtlCol="0" anchor="ctr"/>
              <a:lstStyle/>
              <a:p>
                <a:endParaRPr lang="en-US" dirty="0"/>
              </a:p>
            </p:txBody>
          </p:sp>
          <p:sp>
            <p:nvSpPr>
              <p:cNvPr id="35" name="Freeform 62"/>
              <p:cNvSpPr/>
              <p:nvPr/>
            </p:nvSpPr>
            <p:spPr>
              <a:xfrm>
                <a:off x="2368935" y="3219314"/>
                <a:ext cx="99739" cy="97440"/>
              </a:xfrm>
              <a:custGeom>
                <a:avLst/>
                <a:gdLst>
                  <a:gd name="connsiteX0" fmla="*/ 79051 w 99739"/>
                  <a:gd name="connsiteY0" fmla="*/ 24136 h 97440"/>
                  <a:gd name="connsiteX1" fmla="*/ 46295 w 99739"/>
                  <a:gd name="connsiteY1" fmla="*/ 0 h 97440"/>
                  <a:gd name="connsiteX2" fmla="*/ 10092 w 99739"/>
                  <a:gd name="connsiteY2" fmla="*/ 22412 h 97440"/>
                  <a:gd name="connsiteX3" fmla="*/ 3196 w 99739"/>
                  <a:gd name="connsiteY3" fmla="*/ 65512 h 97440"/>
                  <a:gd name="connsiteX4" fmla="*/ 18712 w 99739"/>
                  <a:gd name="connsiteY4" fmla="*/ 82752 h 97440"/>
                  <a:gd name="connsiteX5" fmla="*/ 66983 w 99739"/>
                  <a:gd name="connsiteY5" fmla="*/ 96544 h 97440"/>
                  <a:gd name="connsiteX6" fmla="*/ 99739 w 99739"/>
                  <a:gd name="connsiteY6" fmla="*/ 62064 h 97440"/>
                  <a:gd name="connsiteX7" fmla="*/ 82499 w 99739"/>
                  <a:gd name="connsiteY7" fmla="*/ 25860 h 9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739" h="97440">
                    <a:moveTo>
                      <a:pt x="79051" y="24136"/>
                    </a:moveTo>
                    <a:cubicBezTo>
                      <a:pt x="75603" y="10344"/>
                      <a:pt x="60087" y="0"/>
                      <a:pt x="46295" y="0"/>
                    </a:cubicBezTo>
                    <a:cubicBezTo>
                      <a:pt x="30779" y="0"/>
                      <a:pt x="18712" y="10344"/>
                      <a:pt x="10092" y="22412"/>
                    </a:cubicBezTo>
                    <a:cubicBezTo>
                      <a:pt x="1472" y="34480"/>
                      <a:pt x="-3700" y="51720"/>
                      <a:pt x="3196" y="65512"/>
                    </a:cubicBezTo>
                    <a:cubicBezTo>
                      <a:pt x="6643" y="72408"/>
                      <a:pt x="11816" y="77580"/>
                      <a:pt x="18712" y="82752"/>
                    </a:cubicBezTo>
                    <a:cubicBezTo>
                      <a:pt x="32503" y="93096"/>
                      <a:pt x="49743" y="99992"/>
                      <a:pt x="66983" y="96544"/>
                    </a:cubicBezTo>
                    <a:cubicBezTo>
                      <a:pt x="84223" y="93096"/>
                      <a:pt x="99739" y="79304"/>
                      <a:pt x="99739" y="62064"/>
                    </a:cubicBezTo>
                    <a:cubicBezTo>
                      <a:pt x="99739" y="48272"/>
                      <a:pt x="91119" y="36204"/>
                      <a:pt x="82499" y="25860"/>
                    </a:cubicBezTo>
                  </a:path>
                </a:pathLst>
              </a:custGeom>
              <a:grpFill/>
              <a:ln w="17193" cap="flat">
                <a:noFill/>
                <a:prstDash val="solid"/>
                <a:miter/>
              </a:ln>
            </p:spPr>
            <p:txBody>
              <a:bodyPr rtlCol="0" anchor="ctr"/>
              <a:lstStyle/>
              <a:p>
                <a:endParaRPr lang="en-US" dirty="0"/>
              </a:p>
            </p:txBody>
          </p:sp>
          <p:sp>
            <p:nvSpPr>
              <p:cNvPr id="36" name="Freeform 63"/>
              <p:cNvSpPr/>
              <p:nvPr/>
            </p:nvSpPr>
            <p:spPr>
              <a:xfrm>
                <a:off x="2161236" y="3510063"/>
                <a:ext cx="127838" cy="138983"/>
              </a:xfrm>
              <a:custGeom>
                <a:avLst/>
                <a:gdLst>
                  <a:gd name="connsiteX0" fmla="*/ 54011 w 127838"/>
                  <a:gd name="connsiteY0" fmla="*/ 606 h 138983"/>
                  <a:gd name="connsiteX1" fmla="*/ 9187 w 127838"/>
                  <a:gd name="connsiteY1" fmla="*/ 41981 h 138983"/>
                  <a:gd name="connsiteX2" fmla="*/ 5739 w 127838"/>
                  <a:gd name="connsiteY2" fmla="*/ 100597 h 138983"/>
                  <a:gd name="connsiteX3" fmla="*/ 50563 w 127838"/>
                  <a:gd name="connsiteY3" fmla="*/ 133353 h 138983"/>
                  <a:gd name="connsiteX4" fmla="*/ 78146 w 127838"/>
                  <a:gd name="connsiteY4" fmla="*/ 138525 h 138983"/>
                  <a:gd name="connsiteX5" fmla="*/ 98834 w 127838"/>
                  <a:gd name="connsiteY5" fmla="*/ 123009 h 138983"/>
                  <a:gd name="connsiteX6" fmla="*/ 124694 w 127838"/>
                  <a:gd name="connsiteY6" fmla="*/ 86805 h 138983"/>
                  <a:gd name="connsiteX7" fmla="*/ 54011 w 127838"/>
                  <a:gd name="connsiteY7" fmla="*/ 606 h 138983"/>
                  <a:gd name="connsiteX8" fmla="*/ 54011 w 127838"/>
                  <a:gd name="connsiteY8" fmla="*/ 606 h 138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838" h="138983">
                    <a:moveTo>
                      <a:pt x="54011" y="606"/>
                    </a:moveTo>
                    <a:cubicBezTo>
                      <a:pt x="33323" y="4054"/>
                      <a:pt x="17807" y="23017"/>
                      <a:pt x="9187" y="41981"/>
                    </a:cubicBezTo>
                    <a:cubicBezTo>
                      <a:pt x="567" y="60945"/>
                      <a:pt x="-4605" y="83357"/>
                      <a:pt x="5739" y="100597"/>
                    </a:cubicBezTo>
                    <a:cubicBezTo>
                      <a:pt x="14359" y="117837"/>
                      <a:pt x="33323" y="126457"/>
                      <a:pt x="50563" y="133353"/>
                    </a:cubicBezTo>
                    <a:cubicBezTo>
                      <a:pt x="59183" y="136801"/>
                      <a:pt x="69526" y="140249"/>
                      <a:pt x="78146" y="138525"/>
                    </a:cubicBezTo>
                    <a:cubicBezTo>
                      <a:pt x="86766" y="136801"/>
                      <a:pt x="93662" y="129905"/>
                      <a:pt x="98834" y="123009"/>
                    </a:cubicBezTo>
                    <a:cubicBezTo>
                      <a:pt x="109178" y="112665"/>
                      <a:pt x="119522" y="100597"/>
                      <a:pt x="124694" y="86805"/>
                    </a:cubicBezTo>
                    <a:cubicBezTo>
                      <a:pt x="140210" y="47153"/>
                      <a:pt x="95386" y="-6290"/>
                      <a:pt x="54011" y="606"/>
                    </a:cubicBezTo>
                    <a:lnTo>
                      <a:pt x="54011" y="606"/>
                    </a:lnTo>
                    <a:close/>
                  </a:path>
                </a:pathLst>
              </a:custGeom>
              <a:grpFill/>
              <a:ln w="17193" cap="flat">
                <a:noFill/>
                <a:prstDash val="solid"/>
                <a:miter/>
              </a:ln>
            </p:spPr>
            <p:txBody>
              <a:bodyPr rtlCol="0" anchor="ctr"/>
              <a:lstStyle/>
              <a:p>
                <a:endParaRPr lang="en-US" dirty="0"/>
              </a:p>
            </p:txBody>
          </p:sp>
        </p:grpSp>
        <p:grpSp>
          <p:nvGrpSpPr>
            <p:cNvPr id="13" name="Group 12"/>
            <p:cNvGrpSpPr/>
            <p:nvPr/>
          </p:nvGrpSpPr>
          <p:grpSpPr>
            <a:xfrm>
              <a:off x="7869182" y="1"/>
              <a:ext cx="1496249" cy="1270064"/>
              <a:chOff x="7766442" y="1"/>
              <a:chExt cx="1770138" cy="1502550"/>
            </a:xfrm>
          </p:grpSpPr>
          <p:sp>
            <p:nvSpPr>
              <p:cNvPr id="14" name="Freeform 64"/>
              <p:cNvSpPr/>
              <p:nvPr/>
            </p:nvSpPr>
            <p:spPr>
              <a:xfrm>
                <a:off x="8412770" y="349484"/>
                <a:ext cx="545336" cy="553720"/>
              </a:xfrm>
              <a:custGeom>
                <a:avLst/>
                <a:gdLst>
                  <a:gd name="connsiteX0" fmla="*/ 241061 w 765130"/>
                  <a:gd name="connsiteY0" fmla="*/ 560982 h 776894"/>
                  <a:gd name="connsiteX1" fmla="*/ 96097 w 765130"/>
                  <a:gd name="connsiteY1" fmla="*/ 585017 h 776894"/>
                  <a:gd name="connsiteX2" fmla="*/ 241061 w 765130"/>
                  <a:gd name="connsiteY2" fmla="*/ 560982 h 776894"/>
                  <a:gd name="connsiteX3" fmla="*/ 384067 w 765130"/>
                  <a:gd name="connsiteY3" fmla="*/ 519587 h 776894"/>
                  <a:gd name="connsiteX4" fmla="*/ 487336 w 765130"/>
                  <a:gd name="connsiteY4" fmla="*/ 431099 h 776894"/>
                  <a:gd name="connsiteX5" fmla="*/ 455396 w 765130"/>
                  <a:gd name="connsiteY5" fmla="*/ 395382 h 776894"/>
                  <a:gd name="connsiteX6" fmla="*/ 384067 w 765130"/>
                  <a:gd name="connsiteY6" fmla="*/ 519587 h 776894"/>
                  <a:gd name="connsiteX7" fmla="*/ 600097 w 765130"/>
                  <a:gd name="connsiteY7" fmla="*/ 481814 h 776894"/>
                  <a:gd name="connsiteX8" fmla="*/ 640697 w 765130"/>
                  <a:gd name="connsiteY8" fmla="*/ 588292 h 776894"/>
                  <a:gd name="connsiteX9" fmla="*/ 644896 w 765130"/>
                  <a:gd name="connsiteY9" fmla="*/ 453434 h 776894"/>
                  <a:gd name="connsiteX10" fmla="*/ 600097 w 765130"/>
                  <a:gd name="connsiteY10" fmla="*/ 481814 h 776894"/>
                  <a:gd name="connsiteX11" fmla="*/ 229053 w 765130"/>
                  <a:gd name="connsiteY11" fmla="*/ 751855 h 776894"/>
                  <a:gd name="connsiteX12" fmla="*/ 353559 w 765130"/>
                  <a:gd name="connsiteY12" fmla="*/ 743490 h 776894"/>
                  <a:gd name="connsiteX13" fmla="*/ 290564 w 765130"/>
                  <a:gd name="connsiteY13" fmla="*/ 712790 h 776894"/>
                  <a:gd name="connsiteX14" fmla="*/ 229053 w 765130"/>
                  <a:gd name="connsiteY14" fmla="*/ 751866 h 776894"/>
                  <a:gd name="connsiteX15" fmla="*/ 105979 w 765130"/>
                  <a:gd name="connsiteY15" fmla="*/ 346651 h 776894"/>
                  <a:gd name="connsiteX16" fmla="*/ 98655 w 765130"/>
                  <a:gd name="connsiteY16" fmla="*/ 327623 h 776894"/>
                  <a:gd name="connsiteX17" fmla="*/ 3660 w 765130"/>
                  <a:gd name="connsiteY17" fmla="*/ 440073 h 776894"/>
                  <a:gd name="connsiteX18" fmla="*/ 105979 w 765130"/>
                  <a:gd name="connsiteY18" fmla="*/ 346651 h 776894"/>
                  <a:gd name="connsiteX19" fmla="*/ 552277 w 765130"/>
                  <a:gd name="connsiteY19" fmla="*/ 656503 h 776894"/>
                  <a:gd name="connsiteX20" fmla="*/ 393843 w 765130"/>
                  <a:gd name="connsiteY20" fmla="*/ 631082 h 776894"/>
                  <a:gd name="connsiteX21" fmla="*/ 552277 w 765130"/>
                  <a:gd name="connsiteY21" fmla="*/ 656503 h 776894"/>
                  <a:gd name="connsiteX22" fmla="*/ 404704 w 765130"/>
                  <a:gd name="connsiteY22" fmla="*/ 241653 h 776894"/>
                  <a:gd name="connsiteX23" fmla="*/ 544511 w 765130"/>
                  <a:gd name="connsiteY23" fmla="*/ 203166 h 776894"/>
                  <a:gd name="connsiteX24" fmla="*/ 404704 w 765130"/>
                  <a:gd name="connsiteY24" fmla="*/ 241653 h 776894"/>
                  <a:gd name="connsiteX25" fmla="*/ 305834 w 765130"/>
                  <a:gd name="connsiteY25" fmla="*/ 24274 h 776894"/>
                  <a:gd name="connsiteX26" fmla="*/ 413291 w 765130"/>
                  <a:gd name="connsiteY26" fmla="*/ 125860 h 776894"/>
                  <a:gd name="connsiteX27" fmla="*/ 420952 w 765130"/>
                  <a:gd name="connsiteY27" fmla="*/ 93966 h 776894"/>
                  <a:gd name="connsiteX28" fmla="*/ 319809 w 765130"/>
                  <a:gd name="connsiteY28" fmla="*/ 570 h 776894"/>
                  <a:gd name="connsiteX29" fmla="*/ 305845 w 765130"/>
                  <a:gd name="connsiteY29" fmla="*/ 24273 h 776894"/>
                  <a:gd name="connsiteX30" fmla="*/ 669290 w 765130"/>
                  <a:gd name="connsiteY30" fmla="*/ 98336 h 776894"/>
                  <a:gd name="connsiteX31" fmla="*/ 665133 w 765130"/>
                  <a:gd name="connsiteY31" fmla="*/ 82930 h 776894"/>
                  <a:gd name="connsiteX32" fmla="*/ 555350 w 765130"/>
                  <a:gd name="connsiteY32" fmla="*/ 37438 h 776894"/>
                  <a:gd name="connsiteX33" fmla="*/ 669290 w 765130"/>
                  <a:gd name="connsiteY33" fmla="*/ 98336 h 776894"/>
                  <a:gd name="connsiteX34" fmla="*/ 200818 w 765130"/>
                  <a:gd name="connsiteY34" fmla="*/ 382043 h 776894"/>
                  <a:gd name="connsiteX35" fmla="*/ 238619 w 765130"/>
                  <a:gd name="connsiteY35" fmla="*/ 420950 h 776894"/>
                  <a:gd name="connsiteX36" fmla="*/ 307128 w 765130"/>
                  <a:gd name="connsiteY36" fmla="*/ 345906 h 776894"/>
                  <a:gd name="connsiteX37" fmla="*/ 200818 w 765130"/>
                  <a:gd name="connsiteY37" fmla="*/ 382043 h 776894"/>
                  <a:gd name="connsiteX38" fmla="*/ 640192 w 765130"/>
                  <a:gd name="connsiteY38" fmla="*/ 269194 h 776894"/>
                  <a:gd name="connsiteX39" fmla="*/ 743271 w 765130"/>
                  <a:gd name="connsiteY39" fmla="*/ 345759 h 776894"/>
                  <a:gd name="connsiteX40" fmla="*/ 665217 w 765130"/>
                  <a:gd name="connsiteY40" fmla="*/ 255298 h 776894"/>
                  <a:gd name="connsiteX41" fmla="*/ 640192 w 765130"/>
                  <a:gd name="connsiteY41" fmla="*/ 269194 h 776894"/>
                  <a:gd name="connsiteX42" fmla="*/ 118776 w 765130"/>
                  <a:gd name="connsiteY42" fmla="*/ 221145 h 776894"/>
                  <a:gd name="connsiteX43" fmla="*/ 248491 w 765130"/>
                  <a:gd name="connsiteY43" fmla="*/ 163535 h 776894"/>
                  <a:gd name="connsiteX44" fmla="*/ 104643 w 765130"/>
                  <a:gd name="connsiteY44" fmla="*/ 172288 h 776894"/>
                  <a:gd name="connsiteX45" fmla="*/ 118776 w 765130"/>
                  <a:gd name="connsiteY45" fmla="*/ 221145 h 776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65130" h="776894">
                    <a:moveTo>
                      <a:pt x="241061" y="560982"/>
                    </a:moveTo>
                    <a:cubicBezTo>
                      <a:pt x="257562" y="513531"/>
                      <a:pt x="84406" y="539256"/>
                      <a:pt x="96097" y="585017"/>
                    </a:cubicBezTo>
                    <a:cubicBezTo>
                      <a:pt x="104748" y="618897"/>
                      <a:pt x="227601" y="599732"/>
                      <a:pt x="241061" y="560982"/>
                    </a:cubicBezTo>
                    <a:close/>
                    <a:moveTo>
                      <a:pt x="384067" y="519587"/>
                    </a:moveTo>
                    <a:cubicBezTo>
                      <a:pt x="404872" y="554191"/>
                      <a:pt x="470056" y="482381"/>
                      <a:pt x="487336" y="431099"/>
                    </a:cubicBezTo>
                    <a:cubicBezTo>
                      <a:pt x="497975" y="399507"/>
                      <a:pt x="475549" y="380699"/>
                      <a:pt x="455396" y="395382"/>
                    </a:cubicBezTo>
                    <a:cubicBezTo>
                      <a:pt x="428593" y="414925"/>
                      <a:pt x="367639" y="492288"/>
                      <a:pt x="384067" y="519587"/>
                    </a:cubicBezTo>
                    <a:close/>
                    <a:moveTo>
                      <a:pt x="600097" y="481814"/>
                    </a:moveTo>
                    <a:cubicBezTo>
                      <a:pt x="601317" y="498921"/>
                      <a:pt x="623533" y="585101"/>
                      <a:pt x="640697" y="588292"/>
                    </a:cubicBezTo>
                    <a:cubicBezTo>
                      <a:pt x="672552" y="594222"/>
                      <a:pt x="658714" y="482433"/>
                      <a:pt x="644896" y="453434"/>
                    </a:cubicBezTo>
                    <a:cubicBezTo>
                      <a:pt x="626343" y="414495"/>
                      <a:pt x="597076" y="439191"/>
                      <a:pt x="600097" y="481814"/>
                    </a:cubicBezTo>
                    <a:close/>
                    <a:moveTo>
                      <a:pt x="229053" y="751855"/>
                    </a:moveTo>
                    <a:cubicBezTo>
                      <a:pt x="286123" y="791025"/>
                      <a:pt x="381941" y="781180"/>
                      <a:pt x="353559" y="743490"/>
                    </a:cubicBezTo>
                    <a:cubicBezTo>
                      <a:pt x="338952" y="724084"/>
                      <a:pt x="314379" y="717986"/>
                      <a:pt x="290564" y="712790"/>
                    </a:cubicBezTo>
                    <a:cubicBezTo>
                      <a:pt x="210911" y="695389"/>
                      <a:pt x="191852" y="726319"/>
                      <a:pt x="229053" y="751866"/>
                    </a:cubicBezTo>
                    <a:close/>
                    <a:moveTo>
                      <a:pt x="105979" y="346651"/>
                    </a:moveTo>
                    <a:cubicBezTo>
                      <a:pt x="108073" y="338045"/>
                      <a:pt x="106358" y="332178"/>
                      <a:pt x="98655" y="327623"/>
                    </a:cubicBezTo>
                    <a:cubicBezTo>
                      <a:pt x="75534" y="313947"/>
                      <a:pt x="-19703" y="420309"/>
                      <a:pt x="3660" y="440073"/>
                    </a:cubicBezTo>
                    <a:cubicBezTo>
                      <a:pt x="38188" y="469292"/>
                      <a:pt x="98549" y="377162"/>
                      <a:pt x="105979" y="346651"/>
                    </a:cubicBezTo>
                    <a:close/>
                    <a:moveTo>
                      <a:pt x="552277" y="656503"/>
                    </a:moveTo>
                    <a:cubicBezTo>
                      <a:pt x="548583" y="624848"/>
                      <a:pt x="420521" y="598430"/>
                      <a:pt x="393843" y="631082"/>
                    </a:cubicBezTo>
                    <a:cubicBezTo>
                      <a:pt x="347560" y="687716"/>
                      <a:pt x="559823" y="721292"/>
                      <a:pt x="552277" y="656503"/>
                    </a:cubicBezTo>
                    <a:close/>
                    <a:moveTo>
                      <a:pt x="404704" y="241653"/>
                    </a:moveTo>
                    <a:cubicBezTo>
                      <a:pt x="412249" y="290720"/>
                      <a:pt x="547331" y="230885"/>
                      <a:pt x="544511" y="203166"/>
                    </a:cubicBezTo>
                    <a:cubicBezTo>
                      <a:pt x="540680" y="165550"/>
                      <a:pt x="398821" y="203470"/>
                      <a:pt x="404704" y="241653"/>
                    </a:cubicBezTo>
                    <a:close/>
                    <a:moveTo>
                      <a:pt x="305834" y="24274"/>
                    </a:moveTo>
                    <a:cubicBezTo>
                      <a:pt x="305824" y="62616"/>
                      <a:pt x="392581" y="123369"/>
                      <a:pt x="413291" y="125860"/>
                    </a:cubicBezTo>
                    <a:cubicBezTo>
                      <a:pt x="428087" y="127641"/>
                      <a:pt x="427951" y="107458"/>
                      <a:pt x="420952" y="93966"/>
                    </a:cubicBezTo>
                    <a:cubicBezTo>
                      <a:pt x="396022" y="45867"/>
                      <a:pt x="349360" y="-6031"/>
                      <a:pt x="319809" y="570"/>
                    </a:cubicBezTo>
                    <a:cubicBezTo>
                      <a:pt x="310822" y="2576"/>
                      <a:pt x="305845" y="13714"/>
                      <a:pt x="305845" y="24273"/>
                    </a:cubicBezTo>
                    <a:close/>
                    <a:moveTo>
                      <a:pt x="669290" y="98336"/>
                    </a:moveTo>
                    <a:cubicBezTo>
                      <a:pt x="670858" y="93532"/>
                      <a:pt x="667743" y="87293"/>
                      <a:pt x="665133" y="82930"/>
                    </a:cubicBezTo>
                    <a:cubicBezTo>
                      <a:pt x="649916" y="57434"/>
                      <a:pt x="570483" y="14688"/>
                      <a:pt x="555350" y="37438"/>
                    </a:cubicBezTo>
                    <a:cubicBezTo>
                      <a:pt x="531367" y="73511"/>
                      <a:pt x="657672" y="134072"/>
                      <a:pt x="669290" y="98336"/>
                    </a:cubicBezTo>
                    <a:close/>
                    <a:moveTo>
                      <a:pt x="200818" y="382043"/>
                    </a:moveTo>
                    <a:cubicBezTo>
                      <a:pt x="177708" y="403013"/>
                      <a:pt x="187506" y="432348"/>
                      <a:pt x="238619" y="420950"/>
                    </a:cubicBezTo>
                    <a:cubicBezTo>
                      <a:pt x="303193" y="406550"/>
                      <a:pt x="368818" y="345360"/>
                      <a:pt x="307128" y="345906"/>
                    </a:cubicBezTo>
                    <a:cubicBezTo>
                      <a:pt x="270843" y="346221"/>
                      <a:pt x="215088" y="369101"/>
                      <a:pt x="200818" y="382043"/>
                    </a:cubicBezTo>
                    <a:close/>
                    <a:moveTo>
                      <a:pt x="640192" y="269194"/>
                    </a:moveTo>
                    <a:cubicBezTo>
                      <a:pt x="639445" y="297637"/>
                      <a:pt x="713131" y="339283"/>
                      <a:pt x="743271" y="345759"/>
                    </a:cubicBezTo>
                    <a:cubicBezTo>
                      <a:pt x="796405" y="357178"/>
                      <a:pt x="745807" y="279574"/>
                      <a:pt x="665217" y="255298"/>
                    </a:cubicBezTo>
                    <a:cubicBezTo>
                      <a:pt x="651000" y="251026"/>
                      <a:pt x="640592" y="254175"/>
                      <a:pt x="640192" y="269194"/>
                    </a:cubicBezTo>
                    <a:close/>
                    <a:moveTo>
                      <a:pt x="118776" y="221145"/>
                    </a:moveTo>
                    <a:cubicBezTo>
                      <a:pt x="212121" y="241895"/>
                      <a:pt x="308981" y="183938"/>
                      <a:pt x="248491" y="163535"/>
                    </a:cubicBezTo>
                    <a:cubicBezTo>
                      <a:pt x="223065" y="154960"/>
                      <a:pt x="141370" y="153333"/>
                      <a:pt x="104643" y="172288"/>
                    </a:cubicBezTo>
                    <a:cubicBezTo>
                      <a:pt x="87678" y="181052"/>
                      <a:pt x="84216" y="213462"/>
                      <a:pt x="118776" y="221145"/>
                    </a:cubicBezTo>
                    <a:close/>
                  </a:path>
                </a:pathLst>
              </a:custGeom>
              <a:solidFill>
                <a:schemeClr val="accent1">
                  <a:lumMod val="50000"/>
                </a:schemeClr>
              </a:solidFill>
              <a:ln w="10492" cap="flat">
                <a:noFill/>
                <a:prstDash val="solid"/>
                <a:miter/>
              </a:ln>
            </p:spPr>
            <p:txBody>
              <a:bodyPr rtlCol="0" anchor="ctr"/>
              <a:lstStyle/>
              <a:p>
                <a:endParaRPr lang="en-US" dirty="0"/>
              </a:p>
            </p:txBody>
          </p:sp>
          <p:sp>
            <p:nvSpPr>
              <p:cNvPr id="15" name="Freeform 65"/>
              <p:cNvSpPr/>
              <p:nvPr/>
            </p:nvSpPr>
            <p:spPr>
              <a:xfrm>
                <a:off x="7766442" y="1"/>
                <a:ext cx="1770138" cy="1502550"/>
              </a:xfrm>
              <a:custGeom>
                <a:avLst/>
                <a:gdLst>
                  <a:gd name="connsiteX0" fmla="*/ 1105651 w 2483579"/>
                  <a:gd name="connsiteY0" fmla="*/ 1686441 h 2108143"/>
                  <a:gd name="connsiteX1" fmla="*/ 1114422 w 2483579"/>
                  <a:gd name="connsiteY1" fmla="*/ 1687115 h 2108143"/>
                  <a:gd name="connsiteX2" fmla="*/ 1118779 w 2483579"/>
                  <a:gd name="connsiteY2" fmla="*/ 1741703 h 2108143"/>
                  <a:gd name="connsiteX3" fmla="*/ 1080820 w 2483579"/>
                  <a:gd name="connsiteY3" fmla="*/ 1948372 h 2108143"/>
                  <a:gd name="connsiteX4" fmla="*/ 1024371 w 2483579"/>
                  <a:gd name="connsiteY4" fmla="*/ 2046401 h 2108143"/>
                  <a:gd name="connsiteX5" fmla="*/ 1067613 w 2483579"/>
                  <a:gd name="connsiteY5" fmla="*/ 1798715 h 2108143"/>
                  <a:gd name="connsiteX6" fmla="*/ 1105651 w 2483579"/>
                  <a:gd name="connsiteY6" fmla="*/ 1686441 h 2108143"/>
                  <a:gd name="connsiteX7" fmla="*/ 1180953 w 2483579"/>
                  <a:gd name="connsiteY7" fmla="*/ 1680765 h 2108143"/>
                  <a:gd name="connsiteX8" fmla="*/ 1188951 w 2483579"/>
                  <a:gd name="connsiteY8" fmla="*/ 1688091 h 2108143"/>
                  <a:gd name="connsiteX9" fmla="*/ 1163073 w 2483579"/>
                  <a:gd name="connsiteY9" fmla="*/ 1903849 h 2108143"/>
                  <a:gd name="connsiteX10" fmla="*/ 1134154 w 2483579"/>
                  <a:gd name="connsiteY10" fmla="*/ 2060475 h 2108143"/>
                  <a:gd name="connsiteX11" fmla="*/ 1110518 w 2483579"/>
                  <a:gd name="connsiteY11" fmla="*/ 2062910 h 2108143"/>
                  <a:gd name="connsiteX12" fmla="*/ 1166967 w 2483579"/>
                  <a:gd name="connsiteY12" fmla="*/ 1690789 h 2108143"/>
                  <a:gd name="connsiteX13" fmla="*/ 1180953 w 2483579"/>
                  <a:gd name="connsiteY13" fmla="*/ 1680765 h 2108143"/>
                  <a:gd name="connsiteX14" fmla="*/ 1261580 w 2483579"/>
                  <a:gd name="connsiteY14" fmla="*/ 1676861 h 2108143"/>
                  <a:gd name="connsiteX15" fmla="*/ 1270593 w 2483579"/>
                  <a:gd name="connsiteY15" fmla="*/ 1679348 h 2108143"/>
                  <a:gd name="connsiteX16" fmla="*/ 1272761 w 2483579"/>
                  <a:gd name="connsiteY16" fmla="*/ 1782038 h 2108143"/>
                  <a:gd name="connsiteX17" fmla="*/ 1268941 w 2483579"/>
                  <a:gd name="connsiteY17" fmla="*/ 1831566 h 2108143"/>
                  <a:gd name="connsiteX18" fmla="*/ 1228015 w 2483579"/>
                  <a:gd name="connsiteY18" fmla="*/ 2085182 h 2108143"/>
                  <a:gd name="connsiteX19" fmla="*/ 1228214 w 2483579"/>
                  <a:gd name="connsiteY19" fmla="*/ 1885755 h 2108143"/>
                  <a:gd name="connsiteX20" fmla="*/ 1253892 w 2483579"/>
                  <a:gd name="connsiteY20" fmla="*/ 1684355 h 2108143"/>
                  <a:gd name="connsiteX21" fmla="*/ 1261580 w 2483579"/>
                  <a:gd name="connsiteY21" fmla="*/ 1676861 h 2108143"/>
                  <a:gd name="connsiteX22" fmla="*/ 1407254 w 2483579"/>
                  <a:gd name="connsiteY22" fmla="*/ 1671046 h 2108143"/>
                  <a:gd name="connsiteX23" fmla="*/ 1423513 w 2483579"/>
                  <a:gd name="connsiteY23" fmla="*/ 1703016 h 2108143"/>
                  <a:gd name="connsiteX24" fmla="*/ 1436520 w 2483579"/>
                  <a:gd name="connsiteY24" fmla="*/ 1881105 h 2108143"/>
                  <a:gd name="connsiteX25" fmla="*/ 1436520 w 2483579"/>
                  <a:gd name="connsiteY25" fmla="*/ 1881116 h 2108143"/>
                  <a:gd name="connsiteX26" fmla="*/ 1451969 w 2483579"/>
                  <a:gd name="connsiteY26" fmla="*/ 2026480 h 2108143"/>
                  <a:gd name="connsiteX27" fmla="*/ 1442855 w 2483579"/>
                  <a:gd name="connsiteY27" fmla="*/ 2077510 h 2108143"/>
                  <a:gd name="connsiteX28" fmla="*/ 1417640 w 2483579"/>
                  <a:gd name="connsiteY28" fmla="*/ 2084353 h 2108143"/>
                  <a:gd name="connsiteX29" fmla="*/ 1400739 w 2483579"/>
                  <a:gd name="connsiteY29" fmla="*/ 2026942 h 2108143"/>
                  <a:gd name="connsiteX30" fmla="*/ 1392426 w 2483579"/>
                  <a:gd name="connsiteY30" fmla="*/ 1799597 h 2108143"/>
                  <a:gd name="connsiteX31" fmla="*/ 1407254 w 2483579"/>
                  <a:gd name="connsiteY31" fmla="*/ 1671046 h 2108143"/>
                  <a:gd name="connsiteX32" fmla="*/ 1335082 w 2483579"/>
                  <a:gd name="connsiteY32" fmla="*/ 1663752 h 2108143"/>
                  <a:gd name="connsiteX33" fmla="*/ 1341365 w 2483579"/>
                  <a:gd name="connsiteY33" fmla="*/ 1901089 h 2108143"/>
                  <a:gd name="connsiteX34" fmla="*/ 1335608 w 2483579"/>
                  <a:gd name="connsiteY34" fmla="*/ 2081897 h 2108143"/>
                  <a:gd name="connsiteX35" fmla="*/ 1299965 w 2483579"/>
                  <a:gd name="connsiteY35" fmla="*/ 2103024 h 2108143"/>
                  <a:gd name="connsiteX36" fmla="*/ 1290851 w 2483579"/>
                  <a:gd name="connsiteY36" fmla="*/ 2083807 h 2108143"/>
                  <a:gd name="connsiteX37" fmla="*/ 1317129 w 2483579"/>
                  <a:gd name="connsiteY37" fmla="*/ 1680020 h 2108143"/>
                  <a:gd name="connsiteX38" fmla="*/ 1335082 w 2483579"/>
                  <a:gd name="connsiteY38" fmla="*/ 1663752 h 2108143"/>
                  <a:gd name="connsiteX39" fmla="*/ 1559920 w 2483579"/>
                  <a:gd name="connsiteY39" fmla="*/ 1650800 h 2108143"/>
                  <a:gd name="connsiteX40" fmla="*/ 1624241 w 2483579"/>
                  <a:gd name="connsiteY40" fmla="*/ 1834620 h 2108143"/>
                  <a:gd name="connsiteX41" fmla="*/ 1670029 w 2483579"/>
                  <a:gd name="connsiteY41" fmla="*/ 2032463 h 2108143"/>
                  <a:gd name="connsiteX42" fmla="*/ 1649761 w 2483579"/>
                  <a:gd name="connsiteY42" fmla="*/ 2027656 h 2108143"/>
                  <a:gd name="connsiteX43" fmla="*/ 1579779 w 2483579"/>
                  <a:gd name="connsiteY43" fmla="*/ 1792743 h 2108143"/>
                  <a:gd name="connsiteX44" fmla="*/ 1559920 w 2483579"/>
                  <a:gd name="connsiteY44" fmla="*/ 1650800 h 2108143"/>
                  <a:gd name="connsiteX45" fmla="*/ 1031066 w 2483579"/>
                  <a:gd name="connsiteY45" fmla="*/ 1640422 h 2108143"/>
                  <a:gd name="connsiteX46" fmla="*/ 1041651 w 2483579"/>
                  <a:gd name="connsiteY46" fmla="*/ 1647851 h 2108143"/>
                  <a:gd name="connsiteX47" fmla="*/ 983034 w 2483579"/>
                  <a:gd name="connsiteY47" fmla="*/ 1874462 h 2108143"/>
                  <a:gd name="connsiteX48" fmla="*/ 942299 w 2483579"/>
                  <a:gd name="connsiteY48" fmla="*/ 2019973 h 2108143"/>
                  <a:gd name="connsiteX49" fmla="*/ 905991 w 2483579"/>
                  <a:gd name="connsiteY49" fmla="*/ 2017076 h 2108143"/>
                  <a:gd name="connsiteX50" fmla="*/ 973784 w 2483579"/>
                  <a:gd name="connsiteY50" fmla="*/ 1748252 h 2108143"/>
                  <a:gd name="connsiteX51" fmla="*/ 1013795 w 2483579"/>
                  <a:gd name="connsiteY51" fmla="*/ 1651672 h 2108143"/>
                  <a:gd name="connsiteX52" fmla="*/ 1031066 w 2483579"/>
                  <a:gd name="connsiteY52" fmla="*/ 1640422 h 2108143"/>
                  <a:gd name="connsiteX53" fmla="*/ 1469817 w 2483579"/>
                  <a:gd name="connsiteY53" fmla="*/ 1639521 h 2108143"/>
                  <a:gd name="connsiteX54" fmla="*/ 1484129 w 2483579"/>
                  <a:gd name="connsiteY54" fmla="*/ 1648649 h 2108143"/>
                  <a:gd name="connsiteX55" fmla="*/ 1503082 w 2483579"/>
                  <a:gd name="connsiteY55" fmla="*/ 1695323 h 2108143"/>
                  <a:gd name="connsiteX56" fmla="*/ 1536747 w 2483579"/>
                  <a:gd name="connsiteY56" fmla="*/ 1885031 h 2108143"/>
                  <a:gd name="connsiteX57" fmla="*/ 1530138 w 2483579"/>
                  <a:gd name="connsiteY57" fmla="*/ 2064610 h 2108143"/>
                  <a:gd name="connsiteX58" fmla="*/ 1463208 w 2483579"/>
                  <a:gd name="connsiteY58" fmla="*/ 1657528 h 2108143"/>
                  <a:gd name="connsiteX59" fmla="*/ 1469817 w 2483579"/>
                  <a:gd name="connsiteY59" fmla="*/ 1639521 h 2108143"/>
                  <a:gd name="connsiteX60" fmla="*/ 935646 w 2483579"/>
                  <a:gd name="connsiteY60" fmla="*/ 1638961 h 2108143"/>
                  <a:gd name="connsiteX61" fmla="*/ 946750 w 2483579"/>
                  <a:gd name="connsiteY61" fmla="*/ 1654432 h 2108143"/>
                  <a:gd name="connsiteX62" fmla="*/ 946748 w 2483579"/>
                  <a:gd name="connsiteY62" fmla="*/ 1654432 h 2108143"/>
                  <a:gd name="connsiteX63" fmla="*/ 867230 w 2483579"/>
                  <a:gd name="connsiteY63" fmla="*/ 1873045 h 2108143"/>
                  <a:gd name="connsiteX64" fmla="*/ 785343 w 2483579"/>
                  <a:gd name="connsiteY64" fmla="*/ 1985935 h 2108143"/>
                  <a:gd name="connsiteX65" fmla="*/ 920475 w 2483579"/>
                  <a:gd name="connsiteY65" fmla="*/ 1652921 h 2108143"/>
                  <a:gd name="connsiteX66" fmla="*/ 935646 w 2483579"/>
                  <a:gd name="connsiteY66" fmla="*/ 1638961 h 2108143"/>
                  <a:gd name="connsiteX67" fmla="*/ 1626103 w 2483579"/>
                  <a:gd name="connsiteY67" fmla="*/ 1622524 h 2108143"/>
                  <a:gd name="connsiteX68" fmla="*/ 1701022 w 2483579"/>
                  <a:gd name="connsiteY68" fmla="*/ 1753615 h 2108143"/>
                  <a:gd name="connsiteX69" fmla="*/ 1772456 w 2483579"/>
                  <a:gd name="connsiteY69" fmla="*/ 1992075 h 2108143"/>
                  <a:gd name="connsiteX70" fmla="*/ 1750599 w 2483579"/>
                  <a:gd name="connsiteY70" fmla="*/ 1975115 h 2108143"/>
                  <a:gd name="connsiteX71" fmla="*/ 1669472 w 2483579"/>
                  <a:gd name="connsiteY71" fmla="*/ 1796144 h 2108143"/>
                  <a:gd name="connsiteX72" fmla="*/ 1616590 w 2483579"/>
                  <a:gd name="connsiteY72" fmla="*/ 1627395 h 2108143"/>
                  <a:gd name="connsiteX73" fmla="*/ 1626103 w 2483579"/>
                  <a:gd name="connsiteY73" fmla="*/ 1622524 h 2108143"/>
                  <a:gd name="connsiteX74" fmla="*/ 876195 w 2483579"/>
                  <a:gd name="connsiteY74" fmla="*/ 1597871 h 2108143"/>
                  <a:gd name="connsiteX75" fmla="*/ 883310 w 2483579"/>
                  <a:gd name="connsiteY75" fmla="*/ 1603812 h 2108143"/>
                  <a:gd name="connsiteX76" fmla="*/ 800461 w 2483579"/>
                  <a:gd name="connsiteY76" fmla="*/ 1777230 h 2108143"/>
                  <a:gd name="connsiteX77" fmla="*/ 686652 w 2483579"/>
                  <a:gd name="connsiteY77" fmla="*/ 1935504 h 2108143"/>
                  <a:gd name="connsiteX78" fmla="*/ 751874 w 2483579"/>
                  <a:gd name="connsiteY78" fmla="*/ 1778542 h 2108143"/>
                  <a:gd name="connsiteX79" fmla="*/ 876195 w 2483579"/>
                  <a:gd name="connsiteY79" fmla="*/ 1597871 h 2108143"/>
                  <a:gd name="connsiteX80" fmla="*/ 1710598 w 2483579"/>
                  <a:gd name="connsiteY80" fmla="*/ 1590220 h 2108143"/>
                  <a:gd name="connsiteX81" fmla="*/ 1787305 w 2483579"/>
                  <a:gd name="connsiteY81" fmla="*/ 1700959 h 2108143"/>
                  <a:gd name="connsiteX82" fmla="*/ 1900919 w 2483579"/>
                  <a:gd name="connsiteY82" fmla="*/ 1904458 h 2108143"/>
                  <a:gd name="connsiteX83" fmla="*/ 1881439 w 2483579"/>
                  <a:gd name="connsiteY83" fmla="*/ 1939493 h 2108143"/>
                  <a:gd name="connsiteX84" fmla="*/ 1866127 w 2483579"/>
                  <a:gd name="connsiteY84" fmla="*/ 1919740 h 2108143"/>
                  <a:gd name="connsiteX85" fmla="*/ 1700032 w 2483579"/>
                  <a:gd name="connsiteY85" fmla="*/ 1605953 h 2108143"/>
                  <a:gd name="connsiteX86" fmla="*/ 1710598 w 2483579"/>
                  <a:gd name="connsiteY86" fmla="*/ 1590220 h 2108143"/>
                  <a:gd name="connsiteX87" fmla="*/ 1786737 w 2483579"/>
                  <a:gd name="connsiteY87" fmla="*/ 1574581 h 2108143"/>
                  <a:gd name="connsiteX88" fmla="*/ 1928754 w 2483579"/>
                  <a:gd name="connsiteY88" fmla="*/ 1787359 h 2108143"/>
                  <a:gd name="connsiteX89" fmla="*/ 1971859 w 2483579"/>
                  <a:gd name="connsiteY89" fmla="*/ 1886185 h 2108143"/>
                  <a:gd name="connsiteX90" fmla="*/ 1961230 w 2483579"/>
                  <a:gd name="connsiteY90" fmla="*/ 1890593 h 2108143"/>
                  <a:gd name="connsiteX91" fmla="*/ 1786737 w 2483579"/>
                  <a:gd name="connsiteY91" fmla="*/ 1574581 h 2108143"/>
                  <a:gd name="connsiteX92" fmla="*/ 819691 w 2483579"/>
                  <a:gd name="connsiteY92" fmla="*/ 1559279 h 2108143"/>
                  <a:gd name="connsiteX93" fmla="*/ 825967 w 2483579"/>
                  <a:gd name="connsiteY93" fmla="*/ 1570688 h 2108143"/>
                  <a:gd name="connsiteX94" fmla="*/ 719088 w 2483579"/>
                  <a:gd name="connsiteY94" fmla="*/ 1738292 h 2108143"/>
                  <a:gd name="connsiteX95" fmla="*/ 719089 w 2483579"/>
                  <a:gd name="connsiteY95" fmla="*/ 1738292 h 2108143"/>
                  <a:gd name="connsiteX96" fmla="*/ 591746 w 2483579"/>
                  <a:gd name="connsiteY96" fmla="*/ 1898675 h 2108143"/>
                  <a:gd name="connsiteX97" fmla="*/ 577685 w 2483579"/>
                  <a:gd name="connsiteY97" fmla="*/ 1887424 h 2108143"/>
                  <a:gd name="connsiteX98" fmla="*/ 679875 w 2483579"/>
                  <a:gd name="connsiteY98" fmla="*/ 1736455 h 2108143"/>
                  <a:gd name="connsiteX99" fmla="*/ 819691 w 2483579"/>
                  <a:gd name="connsiteY99" fmla="*/ 1559279 h 2108143"/>
                  <a:gd name="connsiteX100" fmla="*/ 1845533 w 2483579"/>
                  <a:gd name="connsiteY100" fmla="*/ 1503148 h 2108143"/>
                  <a:gd name="connsiteX101" fmla="*/ 2058584 w 2483579"/>
                  <a:gd name="connsiteY101" fmla="*/ 1765591 h 2108143"/>
                  <a:gd name="connsiteX102" fmla="*/ 2046240 w 2483579"/>
                  <a:gd name="connsiteY102" fmla="*/ 1798054 h 2108143"/>
                  <a:gd name="connsiteX103" fmla="*/ 1845533 w 2483579"/>
                  <a:gd name="connsiteY103" fmla="*/ 1503148 h 2108143"/>
                  <a:gd name="connsiteX104" fmla="*/ 751161 w 2483579"/>
                  <a:gd name="connsiteY104" fmla="*/ 1498205 h 2108143"/>
                  <a:gd name="connsiteX105" fmla="*/ 766080 w 2483579"/>
                  <a:gd name="connsiteY105" fmla="*/ 1516184 h 2108143"/>
                  <a:gd name="connsiteX106" fmla="*/ 633193 w 2483579"/>
                  <a:gd name="connsiteY106" fmla="*/ 1689078 h 2108143"/>
                  <a:gd name="connsiteX107" fmla="*/ 633192 w 2483579"/>
                  <a:gd name="connsiteY107" fmla="*/ 1689078 h 2108143"/>
                  <a:gd name="connsiteX108" fmla="*/ 511395 w 2483579"/>
                  <a:gd name="connsiteY108" fmla="*/ 1850973 h 2108143"/>
                  <a:gd name="connsiteX109" fmla="*/ 483339 w 2483579"/>
                  <a:gd name="connsiteY109" fmla="*/ 1851298 h 2108143"/>
                  <a:gd name="connsiteX110" fmla="*/ 516413 w 2483579"/>
                  <a:gd name="connsiteY110" fmla="*/ 1773148 h 2108143"/>
                  <a:gd name="connsiteX111" fmla="*/ 751161 w 2483579"/>
                  <a:gd name="connsiteY111" fmla="*/ 1498205 h 2108143"/>
                  <a:gd name="connsiteX112" fmla="*/ 699129 w 2483579"/>
                  <a:gd name="connsiteY112" fmla="*/ 1452528 h 2108143"/>
                  <a:gd name="connsiteX113" fmla="*/ 706740 w 2483579"/>
                  <a:gd name="connsiteY113" fmla="*/ 1467146 h 2108143"/>
                  <a:gd name="connsiteX114" fmla="*/ 691266 w 2483579"/>
                  <a:gd name="connsiteY114" fmla="*/ 1491785 h 2108143"/>
                  <a:gd name="connsiteX115" fmla="*/ 689115 w 2483579"/>
                  <a:gd name="connsiteY115" fmla="*/ 1495211 h 2108143"/>
                  <a:gd name="connsiteX116" fmla="*/ 607435 w 2483579"/>
                  <a:gd name="connsiteY116" fmla="*/ 1581771 h 2108143"/>
                  <a:gd name="connsiteX117" fmla="*/ 424970 w 2483579"/>
                  <a:gd name="connsiteY117" fmla="*/ 1775530 h 2108143"/>
                  <a:gd name="connsiteX118" fmla="*/ 405033 w 2483579"/>
                  <a:gd name="connsiteY118" fmla="*/ 1750183 h 2108143"/>
                  <a:gd name="connsiteX119" fmla="*/ 503858 w 2483579"/>
                  <a:gd name="connsiteY119" fmla="*/ 1642215 h 2108143"/>
                  <a:gd name="connsiteX120" fmla="*/ 699129 w 2483579"/>
                  <a:gd name="connsiteY120" fmla="*/ 1452528 h 2108143"/>
                  <a:gd name="connsiteX121" fmla="*/ 1895587 w 2483579"/>
                  <a:gd name="connsiteY121" fmla="*/ 1451199 h 2108143"/>
                  <a:gd name="connsiteX122" fmla="*/ 2127704 w 2483579"/>
                  <a:gd name="connsiteY122" fmla="*/ 1653382 h 2108143"/>
                  <a:gd name="connsiteX123" fmla="*/ 2145194 w 2483579"/>
                  <a:gd name="connsiteY123" fmla="*/ 1690978 h 2108143"/>
                  <a:gd name="connsiteX124" fmla="*/ 2043619 w 2483579"/>
                  <a:gd name="connsiteY124" fmla="*/ 1617603 h 2108143"/>
                  <a:gd name="connsiteX125" fmla="*/ 1906686 w 2483579"/>
                  <a:gd name="connsiteY125" fmla="*/ 1483910 h 2108143"/>
                  <a:gd name="connsiteX126" fmla="*/ 1895587 w 2483579"/>
                  <a:gd name="connsiteY126" fmla="*/ 1451199 h 2108143"/>
                  <a:gd name="connsiteX127" fmla="*/ 635674 w 2483579"/>
                  <a:gd name="connsiteY127" fmla="*/ 1402496 h 2108143"/>
                  <a:gd name="connsiteX128" fmla="*/ 652045 w 2483579"/>
                  <a:gd name="connsiteY128" fmla="*/ 1422311 h 2108143"/>
                  <a:gd name="connsiteX129" fmla="*/ 431368 w 2483579"/>
                  <a:gd name="connsiteY129" fmla="*/ 1625202 h 2108143"/>
                  <a:gd name="connsiteX130" fmla="*/ 431369 w 2483579"/>
                  <a:gd name="connsiteY130" fmla="*/ 1625202 h 2108143"/>
                  <a:gd name="connsiteX131" fmla="*/ 327650 w 2483579"/>
                  <a:gd name="connsiteY131" fmla="*/ 1704108 h 2108143"/>
                  <a:gd name="connsiteX132" fmla="*/ 400926 w 2483579"/>
                  <a:gd name="connsiteY132" fmla="*/ 1605869 h 2108143"/>
                  <a:gd name="connsiteX133" fmla="*/ 635674 w 2483579"/>
                  <a:gd name="connsiteY133" fmla="*/ 1402496 h 2108143"/>
                  <a:gd name="connsiteX134" fmla="*/ 1951133 w 2483579"/>
                  <a:gd name="connsiteY134" fmla="*/ 1368472 h 2108143"/>
                  <a:gd name="connsiteX135" fmla="*/ 2116801 w 2483579"/>
                  <a:gd name="connsiteY135" fmla="*/ 1480520 h 2108143"/>
                  <a:gd name="connsiteX136" fmla="*/ 2233519 w 2483579"/>
                  <a:gd name="connsiteY136" fmla="*/ 1583681 h 2108143"/>
                  <a:gd name="connsiteX137" fmla="*/ 2227836 w 2483579"/>
                  <a:gd name="connsiteY137" fmla="*/ 1591521 h 2108143"/>
                  <a:gd name="connsiteX138" fmla="*/ 1934268 w 2483579"/>
                  <a:gd name="connsiteY138" fmla="*/ 1376162 h 2108143"/>
                  <a:gd name="connsiteX139" fmla="*/ 1951133 w 2483579"/>
                  <a:gd name="connsiteY139" fmla="*/ 1368472 h 2108143"/>
                  <a:gd name="connsiteX140" fmla="*/ 1276143 w 2483579"/>
                  <a:gd name="connsiteY140" fmla="*/ 1353452 h 2108143"/>
                  <a:gd name="connsiteX141" fmla="*/ 1284821 w 2483579"/>
                  <a:gd name="connsiteY141" fmla="*/ 1361962 h 2108143"/>
                  <a:gd name="connsiteX142" fmla="*/ 1292346 w 2483579"/>
                  <a:gd name="connsiteY142" fmla="*/ 1401268 h 2108143"/>
                  <a:gd name="connsiteX143" fmla="*/ 1279875 w 2483579"/>
                  <a:gd name="connsiteY143" fmla="*/ 1609448 h 2108143"/>
                  <a:gd name="connsiteX144" fmla="*/ 1259870 w 2483579"/>
                  <a:gd name="connsiteY144" fmla="*/ 1611096 h 2108143"/>
                  <a:gd name="connsiteX145" fmla="*/ 1266005 w 2483579"/>
                  <a:gd name="connsiteY145" fmla="*/ 1358466 h 2108143"/>
                  <a:gd name="connsiteX146" fmla="*/ 1276143 w 2483579"/>
                  <a:gd name="connsiteY146" fmla="*/ 1353452 h 2108143"/>
                  <a:gd name="connsiteX147" fmla="*/ 591071 w 2483579"/>
                  <a:gd name="connsiteY147" fmla="*/ 1351093 h 2108143"/>
                  <a:gd name="connsiteX148" fmla="*/ 591598 w 2483579"/>
                  <a:gd name="connsiteY148" fmla="*/ 1373244 h 2108143"/>
                  <a:gd name="connsiteX149" fmla="*/ 395601 w 2483579"/>
                  <a:gd name="connsiteY149" fmla="*/ 1525000 h 2108143"/>
                  <a:gd name="connsiteX150" fmla="*/ 395600 w 2483579"/>
                  <a:gd name="connsiteY150" fmla="*/ 1525000 h 2108143"/>
                  <a:gd name="connsiteX151" fmla="*/ 249443 w 2483579"/>
                  <a:gd name="connsiteY151" fmla="*/ 1631856 h 2108143"/>
                  <a:gd name="connsiteX152" fmla="*/ 240532 w 2483579"/>
                  <a:gd name="connsiteY152" fmla="*/ 1624278 h 2108143"/>
                  <a:gd name="connsiteX153" fmla="*/ 350512 w 2483579"/>
                  <a:gd name="connsiteY153" fmla="*/ 1516635 h 2108143"/>
                  <a:gd name="connsiteX154" fmla="*/ 591071 w 2483579"/>
                  <a:gd name="connsiteY154" fmla="*/ 1351093 h 2108143"/>
                  <a:gd name="connsiteX155" fmla="*/ 1176112 w 2483579"/>
                  <a:gd name="connsiteY155" fmla="*/ 1345536 h 2108143"/>
                  <a:gd name="connsiteX156" fmla="*/ 1184594 w 2483579"/>
                  <a:gd name="connsiteY156" fmla="*/ 1360576 h 2108143"/>
                  <a:gd name="connsiteX157" fmla="*/ 1154096 w 2483579"/>
                  <a:gd name="connsiteY157" fmla="*/ 1582852 h 2108143"/>
                  <a:gd name="connsiteX158" fmla="*/ 1112244 w 2483579"/>
                  <a:gd name="connsiteY158" fmla="*/ 1597199 h 2108143"/>
                  <a:gd name="connsiteX159" fmla="*/ 1138058 w 2483579"/>
                  <a:gd name="connsiteY159" fmla="*/ 1445118 h 2108143"/>
                  <a:gd name="connsiteX160" fmla="*/ 1176112 w 2483579"/>
                  <a:gd name="connsiteY160" fmla="*/ 1345536 h 2108143"/>
                  <a:gd name="connsiteX161" fmla="*/ 1368232 w 2483579"/>
                  <a:gd name="connsiteY161" fmla="*/ 1344035 h 2108143"/>
                  <a:gd name="connsiteX162" fmla="*/ 1410474 w 2483579"/>
                  <a:gd name="connsiteY162" fmla="*/ 1507189 h 2108143"/>
                  <a:gd name="connsiteX163" fmla="*/ 1382091 w 2483579"/>
                  <a:gd name="connsiteY163" fmla="*/ 1589422 h 2108143"/>
                  <a:gd name="connsiteX164" fmla="*/ 1368232 w 2483579"/>
                  <a:gd name="connsiteY164" fmla="*/ 1344035 h 2108143"/>
                  <a:gd name="connsiteX165" fmla="*/ 1087366 w 2483579"/>
                  <a:gd name="connsiteY165" fmla="*/ 1326361 h 2108143"/>
                  <a:gd name="connsiteX166" fmla="*/ 1050838 w 2483579"/>
                  <a:gd name="connsiteY166" fmla="*/ 1442820 h 2108143"/>
                  <a:gd name="connsiteX167" fmla="*/ 969627 w 2483579"/>
                  <a:gd name="connsiteY167" fmla="*/ 1571590 h 2108143"/>
                  <a:gd name="connsiteX168" fmla="*/ 972395 w 2483579"/>
                  <a:gd name="connsiteY168" fmla="*/ 1532221 h 2108143"/>
                  <a:gd name="connsiteX169" fmla="*/ 1010164 w 2483579"/>
                  <a:gd name="connsiteY169" fmla="*/ 1441697 h 2108143"/>
                  <a:gd name="connsiteX170" fmla="*/ 1087366 w 2483579"/>
                  <a:gd name="connsiteY170" fmla="*/ 1326361 h 2108143"/>
                  <a:gd name="connsiteX171" fmla="*/ 1463892 w 2483579"/>
                  <a:gd name="connsiteY171" fmla="*/ 1324828 h 2108143"/>
                  <a:gd name="connsiteX172" fmla="*/ 1540620 w 2483579"/>
                  <a:gd name="connsiteY172" fmla="*/ 1550253 h 2108143"/>
                  <a:gd name="connsiteX173" fmla="*/ 1515289 w 2483579"/>
                  <a:gd name="connsiteY173" fmla="*/ 1569669 h 2108143"/>
                  <a:gd name="connsiteX174" fmla="*/ 1473500 w 2483579"/>
                  <a:gd name="connsiteY174" fmla="*/ 1434633 h 2108143"/>
                  <a:gd name="connsiteX175" fmla="*/ 1463892 w 2483579"/>
                  <a:gd name="connsiteY175" fmla="*/ 1324828 h 2108143"/>
                  <a:gd name="connsiteX176" fmla="*/ 1985276 w 2483579"/>
                  <a:gd name="connsiteY176" fmla="*/ 1307069 h 2108143"/>
                  <a:gd name="connsiteX177" fmla="*/ 2174271 w 2483579"/>
                  <a:gd name="connsiteY177" fmla="*/ 1415500 h 2108143"/>
                  <a:gd name="connsiteX178" fmla="*/ 2280823 w 2483579"/>
                  <a:gd name="connsiteY178" fmla="*/ 1499244 h 2108143"/>
                  <a:gd name="connsiteX179" fmla="*/ 2255535 w 2483579"/>
                  <a:gd name="connsiteY179" fmla="*/ 1494773 h 2108143"/>
                  <a:gd name="connsiteX180" fmla="*/ 1985276 w 2483579"/>
                  <a:gd name="connsiteY180" fmla="*/ 1307069 h 2108143"/>
                  <a:gd name="connsiteX181" fmla="*/ 505734 w 2483579"/>
                  <a:gd name="connsiteY181" fmla="*/ 1301127 h 2108143"/>
                  <a:gd name="connsiteX182" fmla="*/ 522827 w 2483579"/>
                  <a:gd name="connsiteY182" fmla="*/ 1307164 h 2108143"/>
                  <a:gd name="connsiteX183" fmla="*/ 315343 w 2483579"/>
                  <a:gd name="connsiteY183" fmla="*/ 1442400 h 2108143"/>
                  <a:gd name="connsiteX184" fmla="*/ 191302 w 2483579"/>
                  <a:gd name="connsiteY184" fmla="*/ 1512447 h 2108143"/>
                  <a:gd name="connsiteX185" fmla="*/ 184701 w 2483579"/>
                  <a:gd name="connsiteY185" fmla="*/ 1491446 h 2108143"/>
                  <a:gd name="connsiteX186" fmla="*/ 505734 w 2483579"/>
                  <a:gd name="connsiteY186" fmla="*/ 1301127 h 2108143"/>
                  <a:gd name="connsiteX187" fmla="*/ 1542786 w 2483579"/>
                  <a:gd name="connsiteY187" fmla="*/ 1289191 h 2108143"/>
                  <a:gd name="connsiteX188" fmla="*/ 1619326 w 2483579"/>
                  <a:gd name="connsiteY188" fmla="*/ 1388484 h 2108143"/>
                  <a:gd name="connsiteX189" fmla="*/ 1682247 w 2483579"/>
                  <a:gd name="connsiteY189" fmla="*/ 1516981 h 2108143"/>
                  <a:gd name="connsiteX190" fmla="*/ 1652865 w 2483579"/>
                  <a:gd name="connsiteY190" fmla="*/ 1521715 h 2108143"/>
                  <a:gd name="connsiteX191" fmla="*/ 1535495 w 2483579"/>
                  <a:gd name="connsiteY191" fmla="*/ 1295168 h 2108143"/>
                  <a:gd name="connsiteX192" fmla="*/ 1542786 w 2483579"/>
                  <a:gd name="connsiteY192" fmla="*/ 1289191 h 2108143"/>
                  <a:gd name="connsiteX193" fmla="*/ 999967 w 2483579"/>
                  <a:gd name="connsiteY193" fmla="*/ 1286204 h 2108143"/>
                  <a:gd name="connsiteX194" fmla="*/ 970774 w 2483579"/>
                  <a:gd name="connsiteY194" fmla="*/ 1367136 h 2108143"/>
                  <a:gd name="connsiteX195" fmla="*/ 854210 w 2483579"/>
                  <a:gd name="connsiteY195" fmla="*/ 1497218 h 2108143"/>
                  <a:gd name="connsiteX196" fmla="*/ 999967 w 2483579"/>
                  <a:gd name="connsiteY196" fmla="*/ 1286204 h 2108143"/>
                  <a:gd name="connsiteX197" fmla="*/ 2049054 w 2483579"/>
                  <a:gd name="connsiteY197" fmla="*/ 1240396 h 2108143"/>
                  <a:gd name="connsiteX198" fmla="*/ 2179933 w 2483579"/>
                  <a:gd name="connsiteY198" fmla="*/ 1298211 h 2108143"/>
                  <a:gd name="connsiteX199" fmla="*/ 2344049 w 2483579"/>
                  <a:gd name="connsiteY199" fmla="*/ 1407901 h 2108143"/>
                  <a:gd name="connsiteX200" fmla="*/ 2037737 w 2483579"/>
                  <a:gd name="connsiteY200" fmla="*/ 1250215 h 2108143"/>
                  <a:gd name="connsiteX201" fmla="*/ 2049054 w 2483579"/>
                  <a:gd name="connsiteY201" fmla="*/ 1240396 h 2108143"/>
                  <a:gd name="connsiteX202" fmla="*/ 1630156 w 2483579"/>
                  <a:gd name="connsiteY202" fmla="*/ 1239827 h 2108143"/>
                  <a:gd name="connsiteX203" fmla="*/ 1640732 w 2483579"/>
                  <a:gd name="connsiteY203" fmla="*/ 1241724 h 2108143"/>
                  <a:gd name="connsiteX204" fmla="*/ 1794945 w 2483579"/>
                  <a:gd name="connsiteY204" fmla="*/ 1454249 h 2108143"/>
                  <a:gd name="connsiteX205" fmla="*/ 1752893 w 2483579"/>
                  <a:gd name="connsiteY205" fmla="*/ 1433311 h 2108143"/>
                  <a:gd name="connsiteX206" fmla="*/ 1621926 w 2483579"/>
                  <a:gd name="connsiteY206" fmla="*/ 1245534 h 2108143"/>
                  <a:gd name="connsiteX207" fmla="*/ 1630156 w 2483579"/>
                  <a:gd name="connsiteY207" fmla="*/ 1239827 h 2108143"/>
                  <a:gd name="connsiteX208" fmla="*/ 917334 w 2483579"/>
                  <a:gd name="connsiteY208" fmla="*/ 1232495 h 2108143"/>
                  <a:gd name="connsiteX209" fmla="*/ 922963 w 2483579"/>
                  <a:gd name="connsiteY209" fmla="*/ 1236602 h 2108143"/>
                  <a:gd name="connsiteX210" fmla="*/ 917352 w 2483579"/>
                  <a:gd name="connsiteY210" fmla="*/ 1261036 h 2108143"/>
                  <a:gd name="connsiteX211" fmla="*/ 742347 w 2483579"/>
                  <a:gd name="connsiteY211" fmla="*/ 1422206 h 2108143"/>
                  <a:gd name="connsiteX212" fmla="*/ 828629 w 2483579"/>
                  <a:gd name="connsiteY212" fmla="*/ 1298358 h 2108143"/>
                  <a:gd name="connsiteX213" fmla="*/ 917334 w 2483579"/>
                  <a:gd name="connsiteY213" fmla="*/ 1232495 h 2108143"/>
                  <a:gd name="connsiteX214" fmla="*/ 491133 w 2483579"/>
                  <a:gd name="connsiteY214" fmla="*/ 1210038 h 2108143"/>
                  <a:gd name="connsiteX215" fmla="*/ 503277 w 2483579"/>
                  <a:gd name="connsiteY215" fmla="*/ 1232834 h 2108143"/>
                  <a:gd name="connsiteX216" fmla="*/ 462612 w 2483579"/>
                  <a:gd name="connsiteY216" fmla="*/ 1262390 h 2108143"/>
                  <a:gd name="connsiteX217" fmla="*/ 231175 w 2483579"/>
                  <a:gd name="connsiteY217" fmla="*/ 1362938 h 2108143"/>
                  <a:gd name="connsiteX218" fmla="*/ 95505 w 2483579"/>
                  <a:gd name="connsiteY218" fmla="*/ 1406253 h 2108143"/>
                  <a:gd name="connsiteX219" fmla="*/ 333487 w 2483579"/>
                  <a:gd name="connsiteY219" fmla="*/ 1272403 h 2108143"/>
                  <a:gd name="connsiteX220" fmla="*/ 491133 w 2483579"/>
                  <a:gd name="connsiteY220" fmla="*/ 1210038 h 2108143"/>
                  <a:gd name="connsiteX221" fmla="*/ 1704180 w 2483579"/>
                  <a:gd name="connsiteY221" fmla="*/ 1170875 h 2108143"/>
                  <a:gd name="connsiteX222" fmla="*/ 1750188 w 2483579"/>
                  <a:gd name="connsiteY222" fmla="*/ 1198283 h 2108143"/>
                  <a:gd name="connsiteX223" fmla="*/ 1801533 w 2483579"/>
                  <a:gd name="connsiteY223" fmla="*/ 1238061 h 2108143"/>
                  <a:gd name="connsiteX224" fmla="*/ 1878587 w 2483579"/>
                  <a:gd name="connsiteY224" fmla="*/ 1347866 h 2108143"/>
                  <a:gd name="connsiteX225" fmla="*/ 1691171 w 2483579"/>
                  <a:gd name="connsiteY225" fmla="*/ 1172338 h 2108143"/>
                  <a:gd name="connsiteX226" fmla="*/ 1704180 w 2483579"/>
                  <a:gd name="connsiteY226" fmla="*/ 1170875 h 2108143"/>
                  <a:gd name="connsiteX227" fmla="*/ 879035 w 2483579"/>
                  <a:gd name="connsiteY227" fmla="*/ 1156693 h 2108143"/>
                  <a:gd name="connsiteX228" fmla="*/ 884743 w 2483579"/>
                  <a:gd name="connsiteY228" fmla="*/ 1169451 h 2108143"/>
                  <a:gd name="connsiteX229" fmla="*/ 869362 w 2483579"/>
                  <a:gd name="connsiteY229" fmla="*/ 1189141 h 2108143"/>
                  <a:gd name="connsiteX230" fmla="*/ 769097 w 2483579"/>
                  <a:gd name="connsiteY230" fmla="*/ 1260228 h 2108143"/>
                  <a:gd name="connsiteX231" fmla="*/ 647157 w 2483579"/>
                  <a:gd name="connsiteY231" fmla="*/ 1304162 h 2108143"/>
                  <a:gd name="connsiteX232" fmla="*/ 879035 w 2483579"/>
                  <a:gd name="connsiteY232" fmla="*/ 1156693 h 2108143"/>
                  <a:gd name="connsiteX233" fmla="*/ 2064961 w 2483579"/>
                  <a:gd name="connsiteY233" fmla="*/ 1141713 h 2108143"/>
                  <a:gd name="connsiteX234" fmla="*/ 2199286 w 2483579"/>
                  <a:gd name="connsiteY234" fmla="*/ 1184093 h 2108143"/>
                  <a:gd name="connsiteX235" fmla="*/ 2308563 w 2483579"/>
                  <a:gd name="connsiteY235" fmla="*/ 1231659 h 2108143"/>
                  <a:gd name="connsiteX236" fmla="*/ 2390532 w 2483579"/>
                  <a:gd name="connsiteY236" fmla="*/ 1261907 h 2108143"/>
                  <a:gd name="connsiteX237" fmla="*/ 2383134 w 2483579"/>
                  <a:gd name="connsiteY237" fmla="*/ 1292659 h 2108143"/>
                  <a:gd name="connsiteX238" fmla="*/ 2059531 w 2483579"/>
                  <a:gd name="connsiteY238" fmla="*/ 1163416 h 2108143"/>
                  <a:gd name="connsiteX239" fmla="*/ 2064961 w 2483579"/>
                  <a:gd name="connsiteY239" fmla="*/ 1141713 h 2108143"/>
                  <a:gd name="connsiteX240" fmla="*/ 454083 w 2483579"/>
                  <a:gd name="connsiteY240" fmla="*/ 1132009 h 2108143"/>
                  <a:gd name="connsiteX241" fmla="*/ 470847 w 2483579"/>
                  <a:gd name="connsiteY241" fmla="*/ 1141397 h 2108143"/>
                  <a:gd name="connsiteX242" fmla="*/ 239083 w 2483579"/>
                  <a:gd name="connsiteY242" fmla="*/ 1217825 h 2108143"/>
                  <a:gd name="connsiteX243" fmla="*/ 69280 w 2483579"/>
                  <a:gd name="connsiteY243" fmla="*/ 1264384 h 2108143"/>
                  <a:gd name="connsiteX244" fmla="*/ 77796 w 2483579"/>
                  <a:gd name="connsiteY244" fmla="*/ 1245618 h 2108143"/>
                  <a:gd name="connsiteX245" fmla="*/ 331292 w 2483579"/>
                  <a:gd name="connsiteY245" fmla="*/ 1162797 h 2108143"/>
                  <a:gd name="connsiteX246" fmla="*/ 454083 w 2483579"/>
                  <a:gd name="connsiteY246" fmla="*/ 1132009 h 2108143"/>
                  <a:gd name="connsiteX247" fmla="*/ 821671 w 2483579"/>
                  <a:gd name="connsiteY247" fmla="*/ 1100485 h 2108143"/>
                  <a:gd name="connsiteX248" fmla="*/ 830582 w 2483579"/>
                  <a:gd name="connsiteY248" fmla="*/ 1122022 h 2108143"/>
                  <a:gd name="connsiteX249" fmla="*/ 576228 w 2483579"/>
                  <a:gd name="connsiteY249" fmla="*/ 1195365 h 2108143"/>
                  <a:gd name="connsiteX250" fmla="*/ 821671 w 2483579"/>
                  <a:gd name="connsiteY250" fmla="*/ 1100485 h 2108143"/>
                  <a:gd name="connsiteX251" fmla="*/ 1751713 w 2483579"/>
                  <a:gd name="connsiteY251" fmla="*/ 1086648 h 2108143"/>
                  <a:gd name="connsiteX252" fmla="*/ 1778623 w 2483579"/>
                  <a:gd name="connsiteY252" fmla="*/ 1093022 h 2108143"/>
                  <a:gd name="connsiteX253" fmla="*/ 1969407 w 2483579"/>
                  <a:gd name="connsiteY253" fmla="*/ 1208044 h 2108143"/>
                  <a:gd name="connsiteX254" fmla="*/ 1865107 w 2483579"/>
                  <a:gd name="connsiteY254" fmla="*/ 1187178 h 2108143"/>
                  <a:gd name="connsiteX255" fmla="*/ 1759281 w 2483579"/>
                  <a:gd name="connsiteY255" fmla="*/ 1129956 h 2108143"/>
                  <a:gd name="connsiteX256" fmla="*/ 1751713 w 2483579"/>
                  <a:gd name="connsiteY256" fmla="*/ 1086648 h 2108143"/>
                  <a:gd name="connsiteX257" fmla="*/ 437252 w 2483579"/>
                  <a:gd name="connsiteY257" fmla="*/ 1063646 h 2108143"/>
                  <a:gd name="connsiteX258" fmla="*/ 453762 w 2483579"/>
                  <a:gd name="connsiteY258" fmla="*/ 1066615 h 2108143"/>
                  <a:gd name="connsiteX259" fmla="*/ 453300 w 2483579"/>
                  <a:gd name="connsiteY259" fmla="*/ 1082684 h 2108143"/>
                  <a:gd name="connsiteX260" fmla="*/ 204953 w 2483579"/>
                  <a:gd name="connsiteY260" fmla="*/ 1114013 h 2108143"/>
                  <a:gd name="connsiteX261" fmla="*/ 36154 w 2483579"/>
                  <a:gd name="connsiteY261" fmla="*/ 1130806 h 2108143"/>
                  <a:gd name="connsiteX262" fmla="*/ 22687 w 2483579"/>
                  <a:gd name="connsiteY262" fmla="*/ 1109343 h 2108143"/>
                  <a:gd name="connsiteX263" fmla="*/ 47838 w 2483579"/>
                  <a:gd name="connsiteY263" fmla="*/ 1096507 h 2108143"/>
                  <a:gd name="connsiteX264" fmla="*/ 120850 w 2483579"/>
                  <a:gd name="connsiteY264" fmla="*/ 1090577 h 2108143"/>
                  <a:gd name="connsiteX265" fmla="*/ 437252 w 2483579"/>
                  <a:gd name="connsiteY265" fmla="*/ 1063646 h 2108143"/>
                  <a:gd name="connsiteX266" fmla="*/ 2116613 w 2483579"/>
                  <a:gd name="connsiteY266" fmla="*/ 1058968 h 2108143"/>
                  <a:gd name="connsiteX267" fmla="*/ 2251841 w 2483579"/>
                  <a:gd name="connsiteY267" fmla="*/ 1075915 h 2108143"/>
                  <a:gd name="connsiteX268" fmla="*/ 2430932 w 2483579"/>
                  <a:gd name="connsiteY268" fmla="*/ 1119030 h 2108143"/>
                  <a:gd name="connsiteX269" fmla="*/ 2429954 w 2483579"/>
                  <a:gd name="connsiteY269" fmla="*/ 1145763 h 2108143"/>
                  <a:gd name="connsiteX270" fmla="*/ 2120737 w 2483579"/>
                  <a:gd name="connsiteY270" fmla="*/ 1085256 h 2108143"/>
                  <a:gd name="connsiteX271" fmla="*/ 2096375 w 2483579"/>
                  <a:gd name="connsiteY271" fmla="*/ 1067151 h 2108143"/>
                  <a:gd name="connsiteX272" fmla="*/ 2116613 w 2483579"/>
                  <a:gd name="connsiteY272" fmla="*/ 1058968 h 2108143"/>
                  <a:gd name="connsiteX273" fmla="*/ 787465 w 2483579"/>
                  <a:gd name="connsiteY273" fmla="*/ 1007741 h 2108143"/>
                  <a:gd name="connsiteX274" fmla="*/ 806621 w 2483579"/>
                  <a:gd name="connsiteY274" fmla="*/ 1014274 h 2108143"/>
                  <a:gd name="connsiteX275" fmla="*/ 558604 w 2483579"/>
                  <a:gd name="connsiteY275" fmla="*/ 1063855 h 2108143"/>
                  <a:gd name="connsiteX276" fmla="*/ 692680 w 2483579"/>
                  <a:gd name="connsiteY276" fmla="*/ 1016520 h 2108143"/>
                  <a:gd name="connsiteX277" fmla="*/ 787465 w 2483579"/>
                  <a:gd name="connsiteY277" fmla="*/ 1007741 h 2108143"/>
                  <a:gd name="connsiteX278" fmla="*/ 1802238 w 2483579"/>
                  <a:gd name="connsiteY278" fmla="*/ 999884 h 2108143"/>
                  <a:gd name="connsiteX279" fmla="*/ 1912442 w 2483579"/>
                  <a:gd name="connsiteY279" fmla="*/ 1008921 h 2108143"/>
                  <a:gd name="connsiteX280" fmla="*/ 2026287 w 2483579"/>
                  <a:gd name="connsiteY280" fmla="*/ 1044060 h 2108143"/>
                  <a:gd name="connsiteX281" fmla="*/ 1862844 w 2483579"/>
                  <a:gd name="connsiteY281" fmla="*/ 1044984 h 2108143"/>
                  <a:gd name="connsiteX282" fmla="*/ 1802238 w 2483579"/>
                  <a:gd name="connsiteY282" fmla="*/ 999884 h 2108143"/>
                  <a:gd name="connsiteX283" fmla="*/ 2114319 w 2483579"/>
                  <a:gd name="connsiteY283" fmla="*/ 986652 h 2108143"/>
                  <a:gd name="connsiteX284" fmla="*/ 2215724 w 2483579"/>
                  <a:gd name="connsiteY284" fmla="*/ 996074 h 2108143"/>
                  <a:gd name="connsiteX285" fmla="*/ 2437005 w 2483579"/>
                  <a:gd name="connsiteY285" fmla="*/ 1032746 h 2108143"/>
                  <a:gd name="connsiteX286" fmla="*/ 2448960 w 2483579"/>
                  <a:gd name="connsiteY286" fmla="*/ 1044470 h 2108143"/>
                  <a:gd name="connsiteX287" fmla="*/ 2106804 w 2483579"/>
                  <a:gd name="connsiteY287" fmla="*/ 1008123 h 2108143"/>
                  <a:gd name="connsiteX288" fmla="*/ 2114319 w 2483579"/>
                  <a:gd name="connsiteY288" fmla="*/ 986652 h 2108143"/>
                  <a:gd name="connsiteX289" fmla="*/ 347530 w 2483579"/>
                  <a:gd name="connsiteY289" fmla="*/ 978009 h 2108143"/>
                  <a:gd name="connsiteX290" fmla="*/ 463665 w 2483579"/>
                  <a:gd name="connsiteY290" fmla="*/ 996788 h 2108143"/>
                  <a:gd name="connsiteX291" fmla="*/ 315923 w 2483579"/>
                  <a:gd name="connsiteY291" fmla="*/ 1019700 h 2108143"/>
                  <a:gd name="connsiteX292" fmla="*/ 3675 w 2483579"/>
                  <a:gd name="connsiteY292" fmla="*/ 1013707 h 2108143"/>
                  <a:gd name="connsiteX293" fmla="*/ 13313 w 2483579"/>
                  <a:gd name="connsiteY293" fmla="*/ 991383 h 2108143"/>
                  <a:gd name="connsiteX294" fmla="*/ 220467 w 2483579"/>
                  <a:gd name="connsiteY294" fmla="*/ 981381 h 2108143"/>
                  <a:gd name="connsiteX295" fmla="*/ 347530 w 2483579"/>
                  <a:gd name="connsiteY295" fmla="*/ 978009 h 2108143"/>
                  <a:gd name="connsiteX296" fmla="*/ 2125716 w 2483579"/>
                  <a:gd name="connsiteY296" fmla="*/ 911485 h 2108143"/>
                  <a:gd name="connsiteX297" fmla="*/ 2223143 w 2483579"/>
                  <a:gd name="connsiteY297" fmla="*/ 916980 h 2108143"/>
                  <a:gd name="connsiteX298" fmla="*/ 2445276 w 2483579"/>
                  <a:gd name="connsiteY298" fmla="*/ 946798 h 2108143"/>
                  <a:gd name="connsiteX299" fmla="*/ 2435910 w 2483579"/>
                  <a:gd name="connsiteY299" fmla="*/ 957073 h 2108143"/>
                  <a:gd name="connsiteX300" fmla="*/ 2120558 w 2483579"/>
                  <a:gd name="connsiteY300" fmla="*/ 931663 h 2108143"/>
                  <a:gd name="connsiteX301" fmla="*/ 2106362 w 2483579"/>
                  <a:gd name="connsiteY301" fmla="*/ 917179 h 2108143"/>
                  <a:gd name="connsiteX302" fmla="*/ 2125716 w 2483579"/>
                  <a:gd name="connsiteY302" fmla="*/ 911485 h 2108143"/>
                  <a:gd name="connsiteX303" fmla="*/ 700042 w 2483579"/>
                  <a:gd name="connsiteY303" fmla="*/ 909539 h 2108143"/>
                  <a:gd name="connsiteX304" fmla="*/ 803847 w 2483579"/>
                  <a:gd name="connsiteY304" fmla="*/ 924956 h 2108143"/>
                  <a:gd name="connsiteX305" fmla="*/ 792227 w 2483579"/>
                  <a:gd name="connsiteY305" fmla="*/ 940626 h 2108143"/>
                  <a:gd name="connsiteX306" fmla="*/ 547974 w 2483579"/>
                  <a:gd name="connsiteY306" fmla="*/ 944247 h 2108143"/>
                  <a:gd name="connsiteX307" fmla="*/ 550548 w 2483579"/>
                  <a:gd name="connsiteY307" fmla="*/ 917851 h 2108143"/>
                  <a:gd name="connsiteX308" fmla="*/ 657397 w 2483579"/>
                  <a:gd name="connsiteY308" fmla="*/ 909853 h 2108143"/>
                  <a:gd name="connsiteX309" fmla="*/ 700042 w 2483579"/>
                  <a:gd name="connsiteY309" fmla="*/ 909539 h 2108143"/>
                  <a:gd name="connsiteX310" fmla="*/ 60484 w 2483579"/>
                  <a:gd name="connsiteY310" fmla="*/ 909142 h 2108143"/>
                  <a:gd name="connsiteX311" fmla="*/ 136752 w 2483579"/>
                  <a:gd name="connsiteY311" fmla="*/ 910420 h 2108143"/>
                  <a:gd name="connsiteX312" fmla="*/ 462203 w 2483579"/>
                  <a:gd name="connsiteY312" fmla="*/ 921934 h 2108143"/>
                  <a:gd name="connsiteX313" fmla="*/ 202106 w 2483579"/>
                  <a:gd name="connsiteY313" fmla="*/ 944457 h 2108143"/>
                  <a:gd name="connsiteX314" fmla="*/ 13436 w 2483579"/>
                  <a:gd name="connsiteY314" fmla="*/ 940836 h 2108143"/>
                  <a:gd name="connsiteX315" fmla="*/ 6966 w 2483579"/>
                  <a:gd name="connsiteY315" fmla="*/ 920758 h 2108143"/>
                  <a:gd name="connsiteX316" fmla="*/ 60484 w 2483579"/>
                  <a:gd name="connsiteY316" fmla="*/ 909142 h 2108143"/>
                  <a:gd name="connsiteX317" fmla="*/ 1913293 w 2483579"/>
                  <a:gd name="connsiteY317" fmla="*/ 878577 h 2108143"/>
                  <a:gd name="connsiteX318" fmla="*/ 2042094 w 2483579"/>
                  <a:gd name="connsiteY318" fmla="*/ 901698 h 2108143"/>
                  <a:gd name="connsiteX319" fmla="*/ 2034906 w 2483579"/>
                  <a:gd name="connsiteY319" fmla="*/ 925397 h 2108143"/>
                  <a:gd name="connsiteX320" fmla="*/ 1776718 w 2483579"/>
                  <a:gd name="connsiteY320" fmla="*/ 905781 h 2108143"/>
                  <a:gd name="connsiteX321" fmla="*/ 1780286 w 2483579"/>
                  <a:gd name="connsiteY321" fmla="*/ 893532 h 2108143"/>
                  <a:gd name="connsiteX322" fmla="*/ 1913293 w 2483579"/>
                  <a:gd name="connsiteY322" fmla="*/ 878577 h 2108143"/>
                  <a:gd name="connsiteX323" fmla="*/ 2163869 w 2483579"/>
                  <a:gd name="connsiteY323" fmla="*/ 837258 h 2108143"/>
                  <a:gd name="connsiteX324" fmla="*/ 2250104 w 2483579"/>
                  <a:gd name="connsiteY324" fmla="*/ 838252 h 2108143"/>
                  <a:gd name="connsiteX325" fmla="*/ 2462998 w 2483579"/>
                  <a:gd name="connsiteY325" fmla="*/ 851749 h 2108143"/>
                  <a:gd name="connsiteX326" fmla="*/ 2463198 w 2483579"/>
                  <a:gd name="connsiteY326" fmla="*/ 868668 h 2108143"/>
                  <a:gd name="connsiteX327" fmla="*/ 2119327 w 2483579"/>
                  <a:gd name="connsiteY327" fmla="*/ 868270 h 2108143"/>
                  <a:gd name="connsiteX328" fmla="*/ 2083283 w 2483579"/>
                  <a:gd name="connsiteY328" fmla="*/ 845756 h 2108143"/>
                  <a:gd name="connsiteX329" fmla="*/ 2163869 w 2483579"/>
                  <a:gd name="connsiteY329" fmla="*/ 837258 h 2108143"/>
                  <a:gd name="connsiteX330" fmla="*/ 50271 w 2483579"/>
                  <a:gd name="connsiteY330" fmla="*/ 770220 h 2108143"/>
                  <a:gd name="connsiteX331" fmla="*/ 426119 w 2483579"/>
                  <a:gd name="connsiteY331" fmla="*/ 821018 h 2108143"/>
                  <a:gd name="connsiteX332" fmla="*/ 480779 w 2483579"/>
                  <a:gd name="connsiteY332" fmla="*/ 841695 h 2108143"/>
                  <a:gd name="connsiteX333" fmla="*/ 470150 w 2483579"/>
                  <a:gd name="connsiteY333" fmla="*/ 864869 h 2108143"/>
                  <a:gd name="connsiteX334" fmla="*/ 163116 w 2483579"/>
                  <a:gd name="connsiteY334" fmla="*/ 820955 h 2108143"/>
                  <a:gd name="connsiteX335" fmla="*/ 15508 w 2483579"/>
                  <a:gd name="connsiteY335" fmla="*/ 796270 h 2108143"/>
                  <a:gd name="connsiteX336" fmla="*/ 19496 w 2483579"/>
                  <a:gd name="connsiteY336" fmla="*/ 775467 h 2108143"/>
                  <a:gd name="connsiteX337" fmla="*/ 50271 w 2483579"/>
                  <a:gd name="connsiteY337" fmla="*/ 770220 h 2108143"/>
                  <a:gd name="connsiteX338" fmla="*/ 1944656 w 2483579"/>
                  <a:gd name="connsiteY338" fmla="*/ 766485 h 2108143"/>
                  <a:gd name="connsiteX339" fmla="*/ 2001883 w 2483579"/>
                  <a:gd name="connsiteY339" fmla="*/ 772634 h 2108143"/>
                  <a:gd name="connsiteX340" fmla="*/ 1974953 w 2483579"/>
                  <a:gd name="connsiteY340" fmla="*/ 808119 h 2108143"/>
                  <a:gd name="connsiteX341" fmla="*/ 1770309 w 2483579"/>
                  <a:gd name="connsiteY341" fmla="*/ 806471 h 2108143"/>
                  <a:gd name="connsiteX342" fmla="*/ 1944656 w 2483579"/>
                  <a:gd name="connsiteY342" fmla="*/ 766485 h 2108143"/>
                  <a:gd name="connsiteX343" fmla="*/ 550589 w 2483579"/>
                  <a:gd name="connsiteY343" fmla="*/ 761741 h 2108143"/>
                  <a:gd name="connsiteX344" fmla="*/ 608543 w 2483579"/>
                  <a:gd name="connsiteY344" fmla="*/ 772623 h 2108143"/>
                  <a:gd name="connsiteX345" fmla="*/ 790479 w 2483579"/>
                  <a:gd name="connsiteY345" fmla="*/ 847488 h 2108143"/>
                  <a:gd name="connsiteX346" fmla="*/ 660735 w 2483579"/>
                  <a:gd name="connsiteY346" fmla="*/ 830590 h 2108143"/>
                  <a:gd name="connsiteX347" fmla="*/ 557117 w 2483579"/>
                  <a:gd name="connsiteY347" fmla="*/ 802389 h 2108143"/>
                  <a:gd name="connsiteX348" fmla="*/ 550589 w 2483579"/>
                  <a:gd name="connsiteY348" fmla="*/ 761741 h 2108143"/>
                  <a:gd name="connsiteX349" fmla="*/ 2389195 w 2483579"/>
                  <a:gd name="connsiteY349" fmla="*/ 743205 h 2108143"/>
                  <a:gd name="connsiteX350" fmla="*/ 2463451 w 2483579"/>
                  <a:gd name="connsiteY350" fmla="*/ 745796 h 2108143"/>
                  <a:gd name="connsiteX351" fmla="*/ 2482919 w 2483579"/>
                  <a:gd name="connsiteY351" fmla="*/ 758118 h 2108143"/>
                  <a:gd name="connsiteX352" fmla="*/ 2329442 w 2483579"/>
                  <a:gd name="connsiteY352" fmla="*/ 785176 h 2108143"/>
                  <a:gd name="connsiteX353" fmla="*/ 2100363 w 2483579"/>
                  <a:gd name="connsiteY353" fmla="*/ 786488 h 2108143"/>
                  <a:gd name="connsiteX354" fmla="*/ 2094691 w 2483579"/>
                  <a:gd name="connsiteY354" fmla="*/ 772864 h 2108143"/>
                  <a:gd name="connsiteX355" fmla="*/ 2311931 w 2483579"/>
                  <a:gd name="connsiteY355" fmla="*/ 749911 h 2108143"/>
                  <a:gd name="connsiteX356" fmla="*/ 2389195 w 2483579"/>
                  <a:gd name="connsiteY356" fmla="*/ 743205 h 2108143"/>
                  <a:gd name="connsiteX357" fmla="*/ 20426 w 2483579"/>
                  <a:gd name="connsiteY357" fmla="*/ 664665 h 2108143"/>
                  <a:gd name="connsiteX358" fmla="*/ 335052 w 2483579"/>
                  <a:gd name="connsiteY358" fmla="*/ 723000 h 2108143"/>
                  <a:gd name="connsiteX359" fmla="*/ 471702 w 2483579"/>
                  <a:gd name="connsiteY359" fmla="*/ 755851 h 2108143"/>
                  <a:gd name="connsiteX360" fmla="*/ 450644 w 2483579"/>
                  <a:gd name="connsiteY360" fmla="*/ 775142 h 2108143"/>
                  <a:gd name="connsiteX361" fmla="*/ 200448 w 2483579"/>
                  <a:gd name="connsiteY361" fmla="*/ 727807 h 2108143"/>
                  <a:gd name="connsiteX362" fmla="*/ 12438 w 2483579"/>
                  <a:gd name="connsiteY362" fmla="*/ 687703 h 2108143"/>
                  <a:gd name="connsiteX363" fmla="*/ 20426 w 2483579"/>
                  <a:gd name="connsiteY363" fmla="*/ 664665 h 2108143"/>
                  <a:gd name="connsiteX364" fmla="*/ 2432743 w 2483579"/>
                  <a:gd name="connsiteY364" fmla="*/ 646277 h 2108143"/>
                  <a:gd name="connsiteX365" fmla="*/ 2465155 w 2483579"/>
                  <a:gd name="connsiteY365" fmla="*/ 679265 h 2108143"/>
                  <a:gd name="connsiteX366" fmla="*/ 2160169 w 2483579"/>
                  <a:gd name="connsiteY366" fmla="*/ 718697 h 2108143"/>
                  <a:gd name="connsiteX367" fmla="*/ 2065698 w 2483579"/>
                  <a:gd name="connsiteY367" fmla="*/ 707708 h 2108143"/>
                  <a:gd name="connsiteX368" fmla="*/ 2077843 w 2483579"/>
                  <a:gd name="connsiteY368" fmla="*/ 697433 h 2108143"/>
                  <a:gd name="connsiteX369" fmla="*/ 2432743 w 2483579"/>
                  <a:gd name="connsiteY369" fmla="*/ 646277 h 2108143"/>
                  <a:gd name="connsiteX370" fmla="*/ 568373 w 2483579"/>
                  <a:gd name="connsiteY370" fmla="*/ 624821 h 2108143"/>
                  <a:gd name="connsiteX371" fmla="*/ 821341 w 2483579"/>
                  <a:gd name="connsiteY371" fmla="*/ 749648 h 2108143"/>
                  <a:gd name="connsiteX372" fmla="*/ 816456 w 2483579"/>
                  <a:gd name="connsiteY372" fmla="*/ 757289 h 2108143"/>
                  <a:gd name="connsiteX373" fmla="*/ 549295 w 2483579"/>
                  <a:gd name="connsiteY373" fmla="*/ 645952 h 2108143"/>
                  <a:gd name="connsiteX374" fmla="*/ 568373 w 2483579"/>
                  <a:gd name="connsiteY374" fmla="*/ 624821 h 2108143"/>
                  <a:gd name="connsiteX375" fmla="*/ 1956183 w 2483579"/>
                  <a:gd name="connsiteY375" fmla="*/ 615509 h 2108143"/>
                  <a:gd name="connsiteX376" fmla="*/ 1994211 w 2483579"/>
                  <a:gd name="connsiteY376" fmla="*/ 619730 h 2108143"/>
                  <a:gd name="connsiteX377" fmla="*/ 1994211 w 2483579"/>
                  <a:gd name="connsiteY377" fmla="*/ 619729 h 2108143"/>
                  <a:gd name="connsiteX378" fmla="*/ 1997715 w 2483579"/>
                  <a:gd name="connsiteY378" fmla="*/ 642908 h 2108143"/>
                  <a:gd name="connsiteX379" fmla="*/ 1779265 w 2483579"/>
                  <a:gd name="connsiteY379" fmla="*/ 702554 h 2108143"/>
                  <a:gd name="connsiteX380" fmla="*/ 1746063 w 2483579"/>
                  <a:gd name="connsiteY380" fmla="*/ 673975 h 2108143"/>
                  <a:gd name="connsiteX381" fmla="*/ 1787789 w 2483579"/>
                  <a:gd name="connsiteY381" fmla="*/ 659040 h 2108143"/>
                  <a:gd name="connsiteX382" fmla="*/ 1956183 w 2483579"/>
                  <a:gd name="connsiteY382" fmla="*/ 615509 h 2108143"/>
                  <a:gd name="connsiteX383" fmla="*/ 67306 w 2483579"/>
                  <a:gd name="connsiteY383" fmla="*/ 540895 h 2108143"/>
                  <a:gd name="connsiteX384" fmla="*/ 199480 w 2483579"/>
                  <a:gd name="connsiteY384" fmla="*/ 573047 h 2108143"/>
                  <a:gd name="connsiteX385" fmla="*/ 456078 w 2483579"/>
                  <a:gd name="connsiteY385" fmla="*/ 679307 h 2108143"/>
                  <a:gd name="connsiteX386" fmla="*/ 143169 w 2483579"/>
                  <a:gd name="connsiteY386" fmla="*/ 603069 h 2108143"/>
                  <a:gd name="connsiteX387" fmla="*/ 43553 w 2483579"/>
                  <a:gd name="connsiteY387" fmla="*/ 569557 h 2108143"/>
                  <a:gd name="connsiteX388" fmla="*/ 67306 w 2483579"/>
                  <a:gd name="connsiteY388" fmla="*/ 540895 h 2108143"/>
                  <a:gd name="connsiteX389" fmla="*/ 628686 w 2483579"/>
                  <a:gd name="connsiteY389" fmla="*/ 529618 h 2108143"/>
                  <a:gd name="connsiteX390" fmla="*/ 628684 w 2483579"/>
                  <a:gd name="connsiteY390" fmla="*/ 529620 h 2108143"/>
                  <a:gd name="connsiteX391" fmla="*/ 843299 w 2483579"/>
                  <a:gd name="connsiteY391" fmla="*/ 656290 h 2108143"/>
                  <a:gd name="connsiteX392" fmla="*/ 832407 w 2483579"/>
                  <a:gd name="connsiteY392" fmla="*/ 662283 h 2108143"/>
                  <a:gd name="connsiteX393" fmla="*/ 612050 w 2483579"/>
                  <a:gd name="connsiteY393" fmla="*/ 538046 h 2108143"/>
                  <a:gd name="connsiteX394" fmla="*/ 628686 w 2483579"/>
                  <a:gd name="connsiteY394" fmla="*/ 529618 h 2108143"/>
                  <a:gd name="connsiteX395" fmla="*/ 2435315 w 2483579"/>
                  <a:gd name="connsiteY395" fmla="*/ 501304 h 2108143"/>
                  <a:gd name="connsiteX396" fmla="*/ 2446255 w 2483579"/>
                  <a:gd name="connsiteY396" fmla="*/ 512184 h 2108143"/>
                  <a:gd name="connsiteX397" fmla="*/ 2234477 w 2483579"/>
                  <a:gd name="connsiteY397" fmla="*/ 591124 h 2108143"/>
                  <a:gd name="connsiteX398" fmla="*/ 2052344 w 2483579"/>
                  <a:gd name="connsiteY398" fmla="*/ 620686 h 2108143"/>
                  <a:gd name="connsiteX399" fmla="*/ 2352973 w 2483579"/>
                  <a:gd name="connsiteY399" fmla="*/ 515936 h 2108143"/>
                  <a:gd name="connsiteX400" fmla="*/ 2435315 w 2483579"/>
                  <a:gd name="connsiteY400" fmla="*/ 501304 h 2108143"/>
                  <a:gd name="connsiteX401" fmla="*/ 1914932 w 2483579"/>
                  <a:gd name="connsiteY401" fmla="*/ 488335 h 2108143"/>
                  <a:gd name="connsiteX402" fmla="*/ 1927259 w 2483579"/>
                  <a:gd name="connsiteY402" fmla="*/ 514645 h 2108143"/>
                  <a:gd name="connsiteX403" fmla="*/ 1890953 w 2483579"/>
                  <a:gd name="connsiteY403" fmla="*/ 541902 h 2108143"/>
                  <a:gd name="connsiteX404" fmla="*/ 1716733 w 2483579"/>
                  <a:gd name="connsiteY404" fmla="*/ 620513 h 2108143"/>
                  <a:gd name="connsiteX405" fmla="*/ 1883228 w 2483579"/>
                  <a:gd name="connsiteY405" fmla="*/ 501478 h 2108143"/>
                  <a:gd name="connsiteX406" fmla="*/ 1914932 w 2483579"/>
                  <a:gd name="connsiteY406" fmla="*/ 488335 h 2108143"/>
                  <a:gd name="connsiteX407" fmla="*/ 70688 w 2483579"/>
                  <a:gd name="connsiteY407" fmla="*/ 447576 h 2108143"/>
                  <a:gd name="connsiteX408" fmla="*/ 446179 w 2483579"/>
                  <a:gd name="connsiteY408" fmla="*/ 575698 h 2108143"/>
                  <a:gd name="connsiteX409" fmla="*/ 515230 w 2483579"/>
                  <a:gd name="connsiteY409" fmla="*/ 606972 h 2108143"/>
                  <a:gd name="connsiteX410" fmla="*/ 519784 w 2483579"/>
                  <a:gd name="connsiteY410" fmla="*/ 619416 h 2108143"/>
                  <a:gd name="connsiteX411" fmla="*/ 499584 w 2483579"/>
                  <a:gd name="connsiteY411" fmla="*/ 625473 h 2108143"/>
                  <a:gd name="connsiteX412" fmla="*/ 69632 w 2483579"/>
                  <a:gd name="connsiteY412" fmla="*/ 471673 h 2108143"/>
                  <a:gd name="connsiteX413" fmla="*/ 69633 w 2483579"/>
                  <a:gd name="connsiteY413" fmla="*/ 471673 h 2108143"/>
                  <a:gd name="connsiteX414" fmla="*/ 70688 w 2483579"/>
                  <a:gd name="connsiteY414" fmla="*/ 447576 h 2108143"/>
                  <a:gd name="connsiteX415" fmla="*/ 668145 w 2483579"/>
                  <a:gd name="connsiteY415" fmla="*/ 396875 h 2108143"/>
                  <a:gd name="connsiteX416" fmla="*/ 884831 w 2483579"/>
                  <a:gd name="connsiteY416" fmla="*/ 561960 h 2108143"/>
                  <a:gd name="connsiteX417" fmla="*/ 739952 w 2483579"/>
                  <a:gd name="connsiteY417" fmla="*/ 481365 h 2108143"/>
                  <a:gd name="connsiteX418" fmla="*/ 662164 w 2483579"/>
                  <a:gd name="connsiteY418" fmla="*/ 423303 h 2108143"/>
                  <a:gd name="connsiteX419" fmla="*/ 668145 w 2483579"/>
                  <a:gd name="connsiteY419" fmla="*/ 396875 h 2108143"/>
                  <a:gd name="connsiteX420" fmla="*/ 2392049 w 2483579"/>
                  <a:gd name="connsiteY420" fmla="*/ 382306 h 2108143"/>
                  <a:gd name="connsiteX421" fmla="*/ 2416084 w 2483579"/>
                  <a:gd name="connsiteY421" fmla="*/ 383169 h 2108143"/>
                  <a:gd name="connsiteX422" fmla="*/ 2420440 w 2483579"/>
                  <a:gd name="connsiteY422" fmla="*/ 401143 h 2108143"/>
                  <a:gd name="connsiteX423" fmla="*/ 2365454 w 2483579"/>
                  <a:gd name="connsiteY423" fmla="*/ 431711 h 2108143"/>
                  <a:gd name="connsiteX424" fmla="*/ 2075243 w 2483579"/>
                  <a:gd name="connsiteY424" fmla="*/ 535256 h 2108143"/>
                  <a:gd name="connsiteX425" fmla="*/ 2028907 w 2483579"/>
                  <a:gd name="connsiteY425" fmla="*/ 532095 h 2108143"/>
                  <a:gd name="connsiteX426" fmla="*/ 2038547 w 2483579"/>
                  <a:gd name="connsiteY426" fmla="*/ 521561 h 2108143"/>
                  <a:gd name="connsiteX427" fmla="*/ 2297335 w 2483579"/>
                  <a:gd name="connsiteY427" fmla="*/ 416604 h 2108143"/>
                  <a:gd name="connsiteX428" fmla="*/ 2297345 w 2483579"/>
                  <a:gd name="connsiteY428" fmla="*/ 416604 h 2108143"/>
                  <a:gd name="connsiteX429" fmla="*/ 2392049 w 2483579"/>
                  <a:gd name="connsiteY429" fmla="*/ 382306 h 2108143"/>
                  <a:gd name="connsiteX430" fmla="*/ 1843366 w 2483579"/>
                  <a:gd name="connsiteY430" fmla="*/ 353561 h 2108143"/>
                  <a:gd name="connsiteX431" fmla="*/ 1846259 w 2483579"/>
                  <a:gd name="connsiteY431" fmla="*/ 369740 h 2108143"/>
                  <a:gd name="connsiteX432" fmla="*/ 1659295 w 2483579"/>
                  <a:gd name="connsiteY432" fmla="*/ 517614 h 2108143"/>
                  <a:gd name="connsiteX433" fmla="*/ 1631176 w 2483579"/>
                  <a:gd name="connsiteY433" fmla="*/ 510634 h 2108143"/>
                  <a:gd name="connsiteX434" fmla="*/ 1843366 w 2483579"/>
                  <a:gd name="connsiteY434" fmla="*/ 353561 h 2108143"/>
                  <a:gd name="connsiteX435" fmla="*/ 101964 w 2483579"/>
                  <a:gd name="connsiteY435" fmla="*/ 332261 h 2108143"/>
                  <a:gd name="connsiteX436" fmla="*/ 368076 w 2483579"/>
                  <a:gd name="connsiteY436" fmla="*/ 448291 h 2108143"/>
                  <a:gd name="connsiteX437" fmla="*/ 486969 w 2483579"/>
                  <a:gd name="connsiteY437" fmla="*/ 502608 h 2108143"/>
                  <a:gd name="connsiteX438" fmla="*/ 508951 w 2483579"/>
                  <a:gd name="connsiteY438" fmla="*/ 517290 h 2108143"/>
                  <a:gd name="connsiteX439" fmla="*/ 512870 w 2483579"/>
                  <a:gd name="connsiteY439" fmla="*/ 525582 h 2108143"/>
                  <a:gd name="connsiteX440" fmla="*/ 174715 w 2483579"/>
                  <a:gd name="connsiteY440" fmla="*/ 400330 h 2108143"/>
                  <a:gd name="connsiteX441" fmla="*/ 93125 w 2483579"/>
                  <a:gd name="connsiteY441" fmla="*/ 362175 h 2108143"/>
                  <a:gd name="connsiteX442" fmla="*/ 101964 w 2483579"/>
                  <a:gd name="connsiteY442" fmla="*/ 332261 h 2108143"/>
                  <a:gd name="connsiteX443" fmla="*/ 790389 w 2483579"/>
                  <a:gd name="connsiteY443" fmla="*/ 278146 h 2108143"/>
                  <a:gd name="connsiteX444" fmla="*/ 919118 w 2483579"/>
                  <a:gd name="connsiteY444" fmla="*/ 412721 h 2108143"/>
                  <a:gd name="connsiteX445" fmla="*/ 919119 w 2483579"/>
                  <a:gd name="connsiteY445" fmla="*/ 412721 h 2108143"/>
                  <a:gd name="connsiteX446" fmla="*/ 969816 w 2483579"/>
                  <a:gd name="connsiteY446" fmla="*/ 492056 h 2108143"/>
                  <a:gd name="connsiteX447" fmla="*/ 835710 w 2483579"/>
                  <a:gd name="connsiteY447" fmla="*/ 373404 h 2108143"/>
                  <a:gd name="connsiteX448" fmla="*/ 790389 w 2483579"/>
                  <a:gd name="connsiteY448" fmla="*/ 278146 h 2108143"/>
                  <a:gd name="connsiteX449" fmla="*/ 2362518 w 2483579"/>
                  <a:gd name="connsiteY449" fmla="*/ 259287 h 2108143"/>
                  <a:gd name="connsiteX450" fmla="*/ 2363055 w 2483579"/>
                  <a:gd name="connsiteY450" fmla="*/ 279583 h 2108143"/>
                  <a:gd name="connsiteX451" fmla="*/ 2127714 w 2483579"/>
                  <a:gd name="connsiteY451" fmla="*/ 400133 h 2108143"/>
                  <a:gd name="connsiteX452" fmla="*/ 1988749 w 2483579"/>
                  <a:gd name="connsiteY452" fmla="*/ 445561 h 2108143"/>
                  <a:gd name="connsiteX453" fmla="*/ 1986971 w 2483579"/>
                  <a:gd name="connsiteY453" fmla="*/ 428181 h 2108143"/>
                  <a:gd name="connsiteX454" fmla="*/ 2082757 w 2483579"/>
                  <a:gd name="connsiteY454" fmla="*/ 372547 h 2108143"/>
                  <a:gd name="connsiteX455" fmla="*/ 2284033 w 2483579"/>
                  <a:gd name="connsiteY455" fmla="*/ 283006 h 2108143"/>
                  <a:gd name="connsiteX456" fmla="*/ 2362518 w 2483579"/>
                  <a:gd name="connsiteY456" fmla="*/ 259287 h 2108143"/>
                  <a:gd name="connsiteX457" fmla="*/ 1722395 w 2483579"/>
                  <a:gd name="connsiteY457" fmla="*/ 245631 h 2108143"/>
                  <a:gd name="connsiteX458" fmla="*/ 1732887 w 2483579"/>
                  <a:gd name="connsiteY458" fmla="*/ 263803 h 2108143"/>
                  <a:gd name="connsiteX459" fmla="*/ 1576032 w 2483579"/>
                  <a:gd name="connsiteY459" fmla="*/ 443542 h 2108143"/>
                  <a:gd name="connsiteX460" fmla="*/ 1568771 w 2483579"/>
                  <a:gd name="connsiteY460" fmla="*/ 435773 h 2108143"/>
                  <a:gd name="connsiteX461" fmla="*/ 1680995 w 2483579"/>
                  <a:gd name="connsiteY461" fmla="*/ 275786 h 2108143"/>
                  <a:gd name="connsiteX462" fmla="*/ 1722385 w 2483579"/>
                  <a:gd name="connsiteY462" fmla="*/ 245632 h 2108143"/>
                  <a:gd name="connsiteX463" fmla="*/ 148425 w 2483579"/>
                  <a:gd name="connsiteY463" fmla="*/ 233791 h 2108143"/>
                  <a:gd name="connsiteX464" fmla="*/ 229558 w 2483579"/>
                  <a:gd name="connsiteY464" fmla="*/ 266787 h 2108143"/>
                  <a:gd name="connsiteX465" fmla="*/ 392618 w 2483579"/>
                  <a:gd name="connsiteY465" fmla="*/ 357978 h 2108143"/>
                  <a:gd name="connsiteX466" fmla="*/ 506955 w 2483579"/>
                  <a:gd name="connsiteY466" fmla="*/ 422433 h 2108143"/>
                  <a:gd name="connsiteX467" fmla="*/ 571781 w 2483579"/>
                  <a:gd name="connsiteY467" fmla="*/ 483334 h 2108143"/>
                  <a:gd name="connsiteX468" fmla="*/ 300659 w 2483579"/>
                  <a:gd name="connsiteY468" fmla="*/ 351065 h 2108143"/>
                  <a:gd name="connsiteX469" fmla="*/ 143346 w 2483579"/>
                  <a:gd name="connsiteY469" fmla="*/ 260405 h 2108143"/>
                  <a:gd name="connsiteX470" fmla="*/ 143347 w 2483579"/>
                  <a:gd name="connsiteY470" fmla="*/ 260405 h 2108143"/>
                  <a:gd name="connsiteX471" fmla="*/ 148425 w 2483579"/>
                  <a:gd name="connsiteY471" fmla="*/ 233791 h 2108143"/>
                  <a:gd name="connsiteX472" fmla="*/ 962271 w 2483579"/>
                  <a:gd name="connsiteY472" fmla="*/ 219735 h 2108143"/>
                  <a:gd name="connsiteX473" fmla="*/ 1062414 w 2483579"/>
                  <a:gd name="connsiteY473" fmla="*/ 407506 h 2108143"/>
                  <a:gd name="connsiteX474" fmla="*/ 1035084 w 2483579"/>
                  <a:gd name="connsiteY474" fmla="*/ 430879 h 2108143"/>
                  <a:gd name="connsiteX475" fmla="*/ 1003040 w 2483579"/>
                  <a:gd name="connsiteY475" fmla="*/ 365758 h 2108143"/>
                  <a:gd name="connsiteX476" fmla="*/ 1003040 w 2483579"/>
                  <a:gd name="connsiteY476" fmla="*/ 365759 h 2108143"/>
                  <a:gd name="connsiteX477" fmla="*/ 949600 w 2483579"/>
                  <a:gd name="connsiteY477" fmla="*/ 227175 h 2108143"/>
                  <a:gd name="connsiteX478" fmla="*/ 962271 w 2483579"/>
                  <a:gd name="connsiteY478" fmla="*/ 219735 h 2108143"/>
                  <a:gd name="connsiteX479" fmla="*/ 1588261 w 2483579"/>
                  <a:gd name="connsiteY479" fmla="*/ 177671 h 2108143"/>
                  <a:gd name="connsiteX480" fmla="*/ 1588850 w 2483579"/>
                  <a:gd name="connsiteY480" fmla="*/ 239229 h 2108143"/>
                  <a:gd name="connsiteX481" fmla="*/ 1495705 w 2483579"/>
                  <a:gd name="connsiteY481" fmla="*/ 385984 h 2108143"/>
                  <a:gd name="connsiteX482" fmla="*/ 1547197 w 2483579"/>
                  <a:gd name="connsiteY482" fmla="*/ 216317 h 2108143"/>
                  <a:gd name="connsiteX483" fmla="*/ 1588261 w 2483579"/>
                  <a:gd name="connsiteY483" fmla="*/ 177671 h 2108143"/>
                  <a:gd name="connsiteX484" fmla="*/ 1098680 w 2483579"/>
                  <a:gd name="connsiteY484" fmla="*/ 171455 h 2108143"/>
                  <a:gd name="connsiteX485" fmla="*/ 1109255 w 2483579"/>
                  <a:gd name="connsiteY485" fmla="*/ 180203 h 2108143"/>
                  <a:gd name="connsiteX486" fmla="*/ 1161863 w 2483579"/>
                  <a:gd name="connsiteY486" fmla="*/ 388056 h 2108143"/>
                  <a:gd name="connsiteX487" fmla="*/ 1136059 w 2483579"/>
                  <a:gd name="connsiteY487" fmla="*/ 378707 h 2108143"/>
                  <a:gd name="connsiteX488" fmla="*/ 1090575 w 2483579"/>
                  <a:gd name="connsiteY488" fmla="*/ 252957 h 2108143"/>
                  <a:gd name="connsiteX489" fmla="*/ 1090575 w 2483579"/>
                  <a:gd name="connsiteY489" fmla="*/ 252955 h 2108143"/>
                  <a:gd name="connsiteX490" fmla="*/ 1098680 w 2483579"/>
                  <a:gd name="connsiteY490" fmla="*/ 171455 h 2108143"/>
                  <a:gd name="connsiteX491" fmla="*/ 2279142 w 2483579"/>
                  <a:gd name="connsiteY491" fmla="*/ 143066 h 2108143"/>
                  <a:gd name="connsiteX492" fmla="*/ 2305248 w 2483579"/>
                  <a:gd name="connsiteY492" fmla="*/ 155590 h 2108143"/>
                  <a:gd name="connsiteX493" fmla="*/ 2292567 w 2483579"/>
                  <a:gd name="connsiteY493" fmla="*/ 183702 h 2108143"/>
                  <a:gd name="connsiteX494" fmla="*/ 1948044 w 2483579"/>
                  <a:gd name="connsiteY494" fmla="*/ 398271 h 2108143"/>
                  <a:gd name="connsiteX495" fmla="*/ 1943950 w 2483579"/>
                  <a:gd name="connsiteY495" fmla="*/ 385235 h 2108143"/>
                  <a:gd name="connsiteX496" fmla="*/ 2157570 w 2483579"/>
                  <a:gd name="connsiteY496" fmla="*/ 217083 h 2108143"/>
                  <a:gd name="connsiteX497" fmla="*/ 2157570 w 2483579"/>
                  <a:gd name="connsiteY497" fmla="*/ 217084 h 2108143"/>
                  <a:gd name="connsiteX498" fmla="*/ 2244779 w 2483579"/>
                  <a:gd name="connsiteY498" fmla="*/ 154471 h 2108143"/>
                  <a:gd name="connsiteX499" fmla="*/ 2279142 w 2483579"/>
                  <a:gd name="connsiteY499" fmla="*/ 143066 h 2108143"/>
                  <a:gd name="connsiteX500" fmla="*/ 1233351 w 2483579"/>
                  <a:gd name="connsiteY500" fmla="*/ 128668 h 2108143"/>
                  <a:gd name="connsiteX501" fmla="*/ 1243684 w 2483579"/>
                  <a:gd name="connsiteY501" fmla="*/ 129644 h 2108143"/>
                  <a:gd name="connsiteX502" fmla="*/ 1269425 w 2483579"/>
                  <a:gd name="connsiteY502" fmla="*/ 285493 h 2108143"/>
                  <a:gd name="connsiteX503" fmla="*/ 1255429 w 2483579"/>
                  <a:gd name="connsiteY503" fmla="*/ 378457 h 2108143"/>
                  <a:gd name="connsiteX504" fmla="*/ 1235486 w 2483579"/>
                  <a:gd name="connsiteY504" fmla="*/ 328066 h 2108143"/>
                  <a:gd name="connsiteX505" fmla="*/ 1225615 w 2483579"/>
                  <a:gd name="connsiteY505" fmla="*/ 259052 h 2108143"/>
                  <a:gd name="connsiteX506" fmla="*/ 1233351 w 2483579"/>
                  <a:gd name="connsiteY506" fmla="*/ 128668 h 2108143"/>
                  <a:gd name="connsiteX507" fmla="*/ 1399466 w 2483579"/>
                  <a:gd name="connsiteY507" fmla="*/ 124293 h 2108143"/>
                  <a:gd name="connsiteX508" fmla="*/ 1425207 w 2483579"/>
                  <a:gd name="connsiteY508" fmla="*/ 147466 h 2108143"/>
                  <a:gd name="connsiteX509" fmla="*/ 1374904 w 2483579"/>
                  <a:gd name="connsiteY509" fmla="*/ 375795 h 2108143"/>
                  <a:gd name="connsiteX510" fmla="*/ 1365664 w 2483579"/>
                  <a:gd name="connsiteY510" fmla="*/ 364273 h 2108143"/>
                  <a:gd name="connsiteX511" fmla="*/ 1367443 w 2483579"/>
                  <a:gd name="connsiteY511" fmla="*/ 189142 h 2108143"/>
                  <a:gd name="connsiteX512" fmla="*/ 1399466 w 2483579"/>
                  <a:gd name="connsiteY512" fmla="*/ 124293 h 2108143"/>
                  <a:gd name="connsiteX513" fmla="*/ 229921 w 2483579"/>
                  <a:gd name="connsiteY513" fmla="*/ 110484 h 2108143"/>
                  <a:gd name="connsiteX514" fmla="*/ 393551 w 2483579"/>
                  <a:gd name="connsiteY514" fmla="*/ 202307 h 2108143"/>
                  <a:gd name="connsiteX515" fmla="*/ 582353 w 2483579"/>
                  <a:gd name="connsiteY515" fmla="*/ 338593 h 2108143"/>
                  <a:gd name="connsiteX516" fmla="*/ 568357 w 2483579"/>
                  <a:gd name="connsiteY516" fmla="*/ 352419 h 2108143"/>
                  <a:gd name="connsiteX517" fmla="*/ 523163 w 2483579"/>
                  <a:gd name="connsiteY517" fmla="*/ 334578 h 2108143"/>
                  <a:gd name="connsiteX518" fmla="*/ 237690 w 2483579"/>
                  <a:gd name="connsiteY518" fmla="*/ 138707 h 2108143"/>
                  <a:gd name="connsiteX519" fmla="*/ 237691 w 2483579"/>
                  <a:gd name="connsiteY519" fmla="*/ 138708 h 2108143"/>
                  <a:gd name="connsiteX520" fmla="*/ 221584 w 2483579"/>
                  <a:gd name="connsiteY520" fmla="*/ 116981 h 2108143"/>
                  <a:gd name="connsiteX521" fmla="*/ 229921 w 2483579"/>
                  <a:gd name="connsiteY521" fmla="*/ 110484 h 2108143"/>
                  <a:gd name="connsiteX522" fmla="*/ 2217481 w 2483579"/>
                  <a:gd name="connsiteY522" fmla="*/ 47472 h 2108143"/>
                  <a:gd name="connsiteX523" fmla="*/ 2227847 w 2483579"/>
                  <a:gd name="connsiteY523" fmla="*/ 63898 h 2108143"/>
                  <a:gd name="connsiteX524" fmla="*/ 1960283 w 2483579"/>
                  <a:gd name="connsiteY524" fmla="*/ 289922 h 2108143"/>
                  <a:gd name="connsiteX525" fmla="*/ 1904107 w 2483579"/>
                  <a:gd name="connsiteY525" fmla="*/ 312373 h 2108143"/>
                  <a:gd name="connsiteX526" fmla="*/ 2096406 w 2483579"/>
                  <a:gd name="connsiteY526" fmla="*/ 128683 h 2108143"/>
                  <a:gd name="connsiteX527" fmla="*/ 2217481 w 2483579"/>
                  <a:gd name="connsiteY527" fmla="*/ 47472 h 2108143"/>
                  <a:gd name="connsiteX528" fmla="*/ 2066128 w 2483579"/>
                  <a:gd name="connsiteY528" fmla="*/ 0 h 2108143"/>
                  <a:gd name="connsiteX529" fmla="*/ 2126603 w 2483579"/>
                  <a:gd name="connsiteY529" fmla="*/ 0 h 2108143"/>
                  <a:gd name="connsiteX530" fmla="*/ 2116009 w 2483579"/>
                  <a:gd name="connsiteY530" fmla="*/ 16028 h 2108143"/>
                  <a:gd name="connsiteX531" fmla="*/ 2060552 w 2483579"/>
                  <a:gd name="connsiteY531" fmla="*/ 71639 h 2108143"/>
                  <a:gd name="connsiteX532" fmla="*/ 1870232 w 2483579"/>
                  <a:gd name="connsiteY532" fmla="*/ 247691 h 2108143"/>
                  <a:gd name="connsiteX533" fmla="*/ 1824148 w 2483579"/>
                  <a:gd name="connsiteY533" fmla="*/ 270010 h 2108143"/>
                  <a:gd name="connsiteX534" fmla="*/ 1823296 w 2483579"/>
                  <a:gd name="connsiteY534" fmla="*/ 246506 h 2108143"/>
                  <a:gd name="connsiteX535" fmla="*/ 1988991 w 2483579"/>
                  <a:gd name="connsiteY535" fmla="*/ 83489 h 2108143"/>
                  <a:gd name="connsiteX536" fmla="*/ 2042535 w 2483579"/>
                  <a:gd name="connsiteY536" fmla="*/ 23982 h 2108143"/>
                  <a:gd name="connsiteX537" fmla="*/ 1926330 w 2483579"/>
                  <a:gd name="connsiteY537" fmla="*/ 0 h 2108143"/>
                  <a:gd name="connsiteX538" fmla="*/ 1974959 w 2483579"/>
                  <a:gd name="connsiteY538" fmla="*/ 0 h 2108143"/>
                  <a:gd name="connsiteX539" fmla="*/ 1961052 w 2483579"/>
                  <a:gd name="connsiteY539" fmla="*/ 16191 h 2108143"/>
                  <a:gd name="connsiteX540" fmla="*/ 1779170 w 2483579"/>
                  <a:gd name="connsiteY540" fmla="*/ 209226 h 2108143"/>
                  <a:gd name="connsiteX541" fmla="*/ 1767752 w 2483579"/>
                  <a:gd name="connsiteY541" fmla="*/ 212913 h 2108143"/>
                  <a:gd name="connsiteX542" fmla="*/ 1918525 w 2483579"/>
                  <a:gd name="connsiteY542" fmla="*/ 9867 h 2108143"/>
                  <a:gd name="connsiteX543" fmla="*/ 1918525 w 2483579"/>
                  <a:gd name="connsiteY543" fmla="*/ 9866 h 2108143"/>
                  <a:gd name="connsiteX544" fmla="*/ 1771657 w 2483579"/>
                  <a:gd name="connsiteY544" fmla="*/ 0 h 2108143"/>
                  <a:gd name="connsiteX545" fmla="*/ 1834984 w 2483579"/>
                  <a:gd name="connsiteY545" fmla="*/ 0 h 2108143"/>
                  <a:gd name="connsiteX546" fmla="*/ 1810650 w 2483579"/>
                  <a:gd name="connsiteY546" fmla="*/ 35534 h 2108143"/>
                  <a:gd name="connsiteX547" fmla="*/ 1686983 w 2483579"/>
                  <a:gd name="connsiteY547" fmla="*/ 172017 h 2108143"/>
                  <a:gd name="connsiteX548" fmla="*/ 1681774 w 2483579"/>
                  <a:gd name="connsiteY548" fmla="*/ 156610 h 2108143"/>
                  <a:gd name="connsiteX549" fmla="*/ 1681774 w 2483579"/>
                  <a:gd name="connsiteY549" fmla="*/ 156609 h 2108143"/>
                  <a:gd name="connsiteX550" fmla="*/ 1767747 w 2483579"/>
                  <a:gd name="connsiteY550" fmla="*/ 6243 h 2108143"/>
                  <a:gd name="connsiteX551" fmla="*/ 1638959 w 2483579"/>
                  <a:gd name="connsiteY551" fmla="*/ 0 h 2108143"/>
                  <a:gd name="connsiteX552" fmla="*/ 1684090 w 2483579"/>
                  <a:gd name="connsiteY552" fmla="*/ 0 h 2108143"/>
                  <a:gd name="connsiteX553" fmla="*/ 1673023 w 2483579"/>
                  <a:gd name="connsiteY553" fmla="*/ 26265 h 2108143"/>
                  <a:gd name="connsiteX554" fmla="*/ 1651750 w 2483579"/>
                  <a:gd name="connsiteY554" fmla="*/ 72604 h 2108143"/>
                  <a:gd name="connsiteX555" fmla="*/ 1609908 w 2483579"/>
                  <a:gd name="connsiteY555" fmla="*/ 133768 h 2108143"/>
                  <a:gd name="connsiteX556" fmla="*/ 1599016 w 2483579"/>
                  <a:gd name="connsiteY556" fmla="*/ 125801 h 2108143"/>
                  <a:gd name="connsiteX557" fmla="*/ 1599005 w 2483579"/>
                  <a:gd name="connsiteY557" fmla="*/ 125802 h 2108143"/>
                  <a:gd name="connsiteX558" fmla="*/ 1618000 w 2483579"/>
                  <a:gd name="connsiteY558" fmla="*/ 56848 h 2108143"/>
                  <a:gd name="connsiteX559" fmla="*/ 1519277 w 2483579"/>
                  <a:gd name="connsiteY559" fmla="*/ 0 h 2108143"/>
                  <a:gd name="connsiteX560" fmla="*/ 1561379 w 2483579"/>
                  <a:gd name="connsiteY560" fmla="*/ 0 h 2108143"/>
                  <a:gd name="connsiteX561" fmla="*/ 1549507 w 2483579"/>
                  <a:gd name="connsiteY561" fmla="*/ 33635 h 2108143"/>
                  <a:gd name="connsiteX562" fmla="*/ 1541209 w 2483579"/>
                  <a:gd name="connsiteY562" fmla="*/ 56146 h 2108143"/>
                  <a:gd name="connsiteX563" fmla="*/ 1514869 w 2483579"/>
                  <a:gd name="connsiteY563" fmla="*/ 21450 h 2108143"/>
                  <a:gd name="connsiteX564" fmla="*/ 1406844 w 2483579"/>
                  <a:gd name="connsiteY564" fmla="*/ 0 h 2108143"/>
                  <a:gd name="connsiteX565" fmla="*/ 1442893 w 2483579"/>
                  <a:gd name="connsiteY565" fmla="*/ 0 h 2108143"/>
                  <a:gd name="connsiteX566" fmla="*/ 1431410 w 2483579"/>
                  <a:gd name="connsiteY566" fmla="*/ 40961 h 2108143"/>
                  <a:gd name="connsiteX567" fmla="*/ 1404833 w 2483579"/>
                  <a:gd name="connsiteY567" fmla="*/ 74314 h 2108143"/>
                  <a:gd name="connsiteX568" fmla="*/ 1406288 w 2483579"/>
                  <a:gd name="connsiteY568" fmla="*/ 3922 h 2108143"/>
                  <a:gd name="connsiteX569" fmla="*/ 1323981 w 2483579"/>
                  <a:gd name="connsiteY569" fmla="*/ 0 h 2108143"/>
                  <a:gd name="connsiteX570" fmla="*/ 1348919 w 2483579"/>
                  <a:gd name="connsiteY570" fmla="*/ 0 h 2108143"/>
                  <a:gd name="connsiteX571" fmla="*/ 1347340 w 2483579"/>
                  <a:gd name="connsiteY571" fmla="*/ 9053 h 2108143"/>
                  <a:gd name="connsiteX572" fmla="*/ 1324538 w 2483579"/>
                  <a:gd name="connsiteY572" fmla="*/ 9777 h 2108143"/>
                  <a:gd name="connsiteX573" fmla="*/ 1230277 w 2483579"/>
                  <a:gd name="connsiteY573" fmla="*/ 0 h 2108143"/>
                  <a:gd name="connsiteX574" fmla="*/ 1262490 w 2483579"/>
                  <a:gd name="connsiteY574" fmla="*/ 0 h 2108143"/>
                  <a:gd name="connsiteX575" fmla="*/ 1262330 w 2483579"/>
                  <a:gd name="connsiteY575" fmla="*/ 9638 h 2108143"/>
                  <a:gd name="connsiteX576" fmla="*/ 1247925 w 2483579"/>
                  <a:gd name="connsiteY576" fmla="*/ 65681 h 2108143"/>
                  <a:gd name="connsiteX577" fmla="*/ 1232928 w 2483579"/>
                  <a:gd name="connsiteY577" fmla="*/ 17096 h 2108143"/>
                  <a:gd name="connsiteX578" fmla="*/ 1130871 w 2483579"/>
                  <a:gd name="connsiteY578" fmla="*/ 0 h 2108143"/>
                  <a:gd name="connsiteX579" fmla="*/ 1162974 w 2483579"/>
                  <a:gd name="connsiteY579" fmla="*/ 0 h 2108143"/>
                  <a:gd name="connsiteX580" fmla="*/ 1166053 w 2483579"/>
                  <a:gd name="connsiteY580" fmla="*/ 39341 h 2108143"/>
                  <a:gd name="connsiteX581" fmla="*/ 1165588 w 2483579"/>
                  <a:gd name="connsiteY581" fmla="*/ 65973 h 2108143"/>
                  <a:gd name="connsiteX582" fmla="*/ 1143658 w 2483579"/>
                  <a:gd name="connsiteY582" fmla="*/ 48663 h 2108143"/>
                  <a:gd name="connsiteX583" fmla="*/ 1032122 w 2483579"/>
                  <a:gd name="connsiteY583" fmla="*/ 0 h 2108143"/>
                  <a:gd name="connsiteX584" fmla="*/ 1064458 w 2483579"/>
                  <a:gd name="connsiteY584" fmla="*/ 0 h 2108143"/>
                  <a:gd name="connsiteX585" fmla="*/ 1068698 w 2483579"/>
                  <a:gd name="connsiteY585" fmla="*/ 26030 h 2108143"/>
                  <a:gd name="connsiteX586" fmla="*/ 1059362 w 2483579"/>
                  <a:gd name="connsiteY586" fmla="*/ 82779 h 2108143"/>
                  <a:gd name="connsiteX587" fmla="*/ 1059362 w 2483579"/>
                  <a:gd name="connsiteY587" fmla="*/ 82780 h 2108143"/>
                  <a:gd name="connsiteX588" fmla="*/ 1040670 w 2483579"/>
                  <a:gd name="connsiteY588" fmla="*/ 28650 h 2108143"/>
                  <a:gd name="connsiteX589" fmla="*/ 936876 w 2483579"/>
                  <a:gd name="connsiteY589" fmla="*/ 0 h 2108143"/>
                  <a:gd name="connsiteX590" fmla="*/ 973609 w 2483579"/>
                  <a:gd name="connsiteY590" fmla="*/ 0 h 2108143"/>
                  <a:gd name="connsiteX591" fmla="*/ 977827 w 2483579"/>
                  <a:gd name="connsiteY591" fmla="*/ 12878 h 2108143"/>
                  <a:gd name="connsiteX592" fmla="*/ 1002156 w 2483579"/>
                  <a:gd name="connsiteY592" fmla="*/ 112821 h 2108143"/>
                  <a:gd name="connsiteX593" fmla="*/ 954246 w 2483579"/>
                  <a:gd name="connsiteY593" fmla="*/ 45721 h 2108143"/>
                  <a:gd name="connsiteX594" fmla="*/ 839136 w 2483579"/>
                  <a:gd name="connsiteY594" fmla="*/ 0 h 2108143"/>
                  <a:gd name="connsiteX595" fmla="*/ 875126 w 2483579"/>
                  <a:gd name="connsiteY595" fmla="*/ 0 h 2108143"/>
                  <a:gd name="connsiteX596" fmla="*/ 889926 w 2483579"/>
                  <a:gd name="connsiteY596" fmla="*/ 41772 h 2108143"/>
                  <a:gd name="connsiteX597" fmla="*/ 912352 w 2483579"/>
                  <a:gd name="connsiteY597" fmla="*/ 116252 h 2108143"/>
                  <a:gd name="connsiteX598" fmla="*/ 895980 w 2483579"/>
                  <a:gd name="connsiteY598" fmla="*/ 125865 h 2108143"/>
                  <a:gd name="connsiteX599" fmla="*/ 895980 w 2483579"/>
                  <a:gd name="connsiteY599" fmla="*/ 125864 h 2108143"/>
                  <a:gd name="connsiteX600" fmla="*/ 842588 w 2483579"/>
                  <a:gd name="connsiteY600" fmla="*/ 8317 h 2108143"/>
                  <a:gd name="connsiteX601" fmla="*/ 718313 w 2483579"/>
                  <a:gd name="connsiteY601" fmla="*/ 0 h 2108143"/>
                  <a:gd name="connsiteX602" fmla="*/ 769359 w 2483579"/>
                  <a:gd name="connsiteY602" fmla="*/ 0 h 2108143"/>
                  <a:gd name="connsiteX603" fmla="*/ 770798 w 2483579"/>
                  <a:gd name="connsiteY603" fmla="*/ 2873 h 2108143"/>
                  <a:gd name="connsiteX604" fmla="*/ 801269 w 2483579"/>
                  <a:gd name="connsiteY604" fmla="*/ 70459 h 2108143"/>
                  <a:gd name="connsiteX605" fmla="*/ 840548 w 2483579"/>
                  <a:gd name="connsiteY605" fmla="*/ 196803 h 2108143"/>
                  <a:gd name="connsiteX606" fmla="*/ 816453 w 2483579"/>
                  <a:gd name="connsiteY606" fmla="*/ 173496 h 2108143"/>
                  <a:gd name="connsiteX607" fmla="*/ 748055 w 2483579"/>
                  <a:gd name="connsiteY607" fmla="*/ 54393 h 2108143"/>
                  <a:gd name="connsiteX608" fmla="*/ 544628 w 2483579"/>
                  <a:gd name="connsiteY608" fmla="*/ 0 h 2108143"/>
                  <a:gd name="connsiteX609" fmla="*/ 595156 w 2483579"/>
                  <a:gd name="connsiteY609" fmla="*/ 0 h 2108143"/>
                  <a:gd name="connsiteX610" fmla="*/ 625493 w 2483579"/>
                  <a:gd name="connsiteY610" fmla="*/ 35294 h 2108143"/>
                  <a:gd name="connsiteX611" fmla="*/ 742096 w 2483579"/>
                  <a:gd name="connsiteY611" fmla="*/ 210810 h 2108143"/>
                  <a:gd name="connsiteX612" fmla="*/ 575342 w 2483579"/>
                  <a:gd name="connsiteY612" fmla="*/ 39761 h 2108143"/>
                  <a:gd name="connsiteX613" fmla="*/ 325234 w 2483579"/>
                  <a:gd name="connsiteY613" fmla="*/ 0 h 2108143"/>
                  <a:gd name="connsiteX614" fmla="*/ 361709 w 2483579"/>
                  <a:gd name="connsiteY614" fmla="*/ 0 h 2108143"/>
                  <a:gd name="connsiteX615" fmla="*/ 384383 w 2483579"/>
                  <a:gd name="connsiteY615" fmla="*/ 17443 h 2108143"/>
                  <a:gd name="connsiteX616" fmla="*/ 643490 w 2483579"/>
                  <a:gd name="connsiteY616" fmla="*/ 260287 h 2108143"/>
                  <a:gd name="connsiteX617" fmla="*/ 646395 w 2483579"/>
                  <a:gd name="connsiteY617" fmla="*/ 275627 h 2108143"/>
                  <a:gd name="connsiteX618" fmla="*/ 646396 w 2483579"/>
                  <a:gd name="connsiteY618" fmla="*/ 275627 h 2108143"/>
                  <a:gd name="connsiteX619" fmla="*/ 337062 w 2483579"/>
                  <a:gd name="connsiteY619" fmla="*/ 13681 h 2108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Lst>
                <a:rect l="l" t="t" r="r" b="b"/>
                <a:pathLst>
                  <a:path w="2483579" h="2108143">
                    <a:moveTo>
                      <a:pt x="1105651" y="1686441"/>
                    </a:moveTo>
                    <a:cubicBezTo>
                      <a:pt x="1108440" y="1685212"/>
                      <a:pt x="1111365" y="1685328"/>
                      <a:pt x="1114422" y="1687115"/>
                    </a:cubicBezTo>
                    <a:cubicBezTo>
                      <a:pt x="1126419" y="1694116"/>
                      <a:pt x="1121873" y="1714068"/>
                      <a:pt x="1118779" y="1741703"/>
                    </a:cubicBezTo>
                    <a:cubicBezTo>
                      <a:pt x="1104151" y="1880528"/>
                      <a:pt x="1094027" y="1857018"/>
                      <a:pt x="1080820" y="1948372"/>
                    </a:cubicBezTo>
                    <a:cubicBezTo>
                      <a:pt x="1063593" y="2065555"/>
                      <a:pt x="1032001" y="2065954"/>
                      <a:pt x="1024371" y="2046401"/>
                    </a:cubicBezTo>
                    <a:cubicBezTo>
                      <a:pt x="1014868" y="2022995"/>
                      <a:pt x="1065340" y="1810680"/>
                      <a:pt x="1067613" y="1798715"/>
                    </a:cubicBezTo>
                    <a:cubicBezTo>
                      <a:pt x="1073193" y="1769593"/>
                      <a:pt x="1086121" y="1695046"/>
                      <a:pt x="1105651" y="1686441"/>
                    </a:cubicBezTo>
                    <a:close/>
                    <a:moveTo>
                      <a:pt x="1180953" y="1680765"/>
                    </a:moveTo>
                    <a:cubicBezTo>
                      <a:pt x="1184752" y="1680765"/>
                      <a:pt x="1188004" y="1684817"/>
                      <a:pt x="1188951" y="1688091"/>
                    </a:cubicBezTo>
                    <a:cubicBezTo>
                      <a:pt x="1195023" y="1710667"/>
                      <a:pt x="1165178" y="1881210"/>
                      <a:pt x="1163073" y="1903849"/>
                    </a:cubicBezTo>
                    <a:cubicBezTo>
                      <a:pt x="1160947" y="1928168"/>
                      <a:pt x="1150287" y="2042181"/>
                      <a:pt x="1134154" y="2060475"/>
                    </a:cubicBezTo>
                    <a:cubicBezTo>
                      <a:pt x="1127629" y="2067759"/>
                      <a:pt x="1117484" y="2069428"/>
                      <a:pt x="1110518" y="2062910"/>
                    </a:cubicBezTo>
                    <a:cubicBezTo>
                      <a:pt x="1096826" y="2050242"/>
                      <a:pt x="1146425" y="1721961"/>
                      <a:pt x="1166967" y="1690789"/>
                    </a:cubicBezTo>
                    <a:cubicBezTo>
                      <a:pt x="1171366" y="1684323"/>
                      <a:pt x="1173860" y="1680723"/>
                      <a:pt x="1180953" y="1680765"/>
                    </a:cubicBezTo>
                    <a:close/>
                    <a:moveTo>
                      <a:pt x="1261580" y="1676861"/>
                    </a:moveTo>
                    <a:cubicBezTo>
                      <a:pt x="1264589" y="1676142"/>
                      <a:pt x="1267820" y="1677087"/>
                      <a:pt x="1270593" y="1679348"/>
                    </a:cubicBezTo>
                    <a:cubicBezTo>
                      <a:pt x="1284263" y="1690138"/>
                      <a:pt x="1275424" y="1763786"/>
                      <a:pt x="1272761" y="1782038"/>
                    </a:cubicBezTo>
                    <a:cubicBezTo>
                      <a:pt x="1271972" y="1798117"/>
                      <a:pt x="1270867" y="1815613"/>
                      <a:pt x="1268941" y="1831566"/>
                    </a:cubicBezTo>
                    <a:cubicBezTo>
                      <a:pt x="1259701" y="1905938"/>
                      <a:pt x="1261795" y="2095604"/>
                      <a:pt x="1228015" y="2085182"/>
                    </a:cubicBezTo>
                    <a:cubicBezTo>
                      <a:pt x="1212871" y="2080858"/>
                      <a:pt x="1223479" y="2012374"/>
                      <a:pt x="1228214" y="1885755"/>
                    </a:cubicBezTo>
                    <a:cubicBezTo>
                      <a:pt x="1229919" y="1838483"/>
                      <a:pt x="1239896" y="1716125"/>
                      <a:pt x="1253892" y="1684355"/>
                    </a:cubicBezTo>
                    <a:cubicBezTo>
                      <a:pt x="1255781" y="1679963"/>
                      <a:pt x="1258570" y="1677580"/>
                      <a:pt x="1261580" y="1676861"/>
                    </a:cubicBezTo>
                    <a:close/>
                    <a:moveTo>
                      <a:pt x="1407254" y="1671046"/>
                    </a:moveTo>
                    <a:cubicBezTo>
                      <a:pt x="1418945" y="1671046"/>
                      <a:pt x="1420998" y="1691660"/>
                      <a:pt x="1423513" y="1703016"/>
                    </a:cubicBezTo>
                    <a:cubicBezTo>
                      <a:pt x="1437214" y="1764310"/>
                      <a:pt x="1427343" y="1788629"/>
                      <a:pt x="1436520" y="1881105"/>
                    </a:cubicBezTo>
                    <a:lnTo>
                      <a:pt x="1436520" y="1881116"/>
                    </a:lnTo>
                    <a:cubicBezTo>
                      <a:pt x="1448138" y="2002162"/>
                      <a:pt x="1452432" y="2009309"/>
                      <a:pt x="1451969" y="2026480"/>
                    </a:cubicBezTo>
                    <a:cubicBezTo>
                      <a:pt x="1451758" y="2038550"/>
                      <a:pt x="1449485" y="2067413"/>
                      <a:pt x="1442855" y="2077510"/>
                    </a:cubicBezTo>
                    <a:cubicBezTo>
                      <a:pt x="1434499" y="2090849"/>
                      <a:pt x="1423292" y="2090241"/>
                      <a:pt x="1417640" y="2084353"/>
                    </a:cubicBezTo>
                    <a:cubicBezTo>
                      <a:pt x="1403265" y="2069701"/>
                      <a:pt x="1402202" y="2047398"/>
                      <a:pt x="1400739" y="2026942"/>
                    </a:cubicBezTo>
                    <a:cubicBezTo>
                      <a:pt x="1398729" y="1996190"/>
                      <a:pt x="1392426" y="1988056"/>
                      <a:pt x="1392426" y="1799597"/>
                    </a:cubicBezTo>
                    <a:cubicBezTo>
                      <a:pt x="1392426" y="1765927"/>
                      <a:pt x="1388700" y="1671046"/>
                      <a:pt x="1407254" y="1671046"/>
                    </a:cubicBezTo>
                    <a:close/>
                    <a:moveTo>
                      <a:pt x="1335082" y="1663752"/>
                    </a:moveTo>
                    <a:cubicBezTo>
                      <a:pt x="1353615" y="1674447"/>
                      <a:pt x="1342596" y="1795934"/>
                      <a:pt x="1341365" y="1901089"/>
                    </a:cubicBezTo>
                    <a:cubicBezTo>
                      <a:pt x="1341144" y="1920265"/>
                      <a:pt x="1344943" y="2044690"/>
                      <a:pt x="1335608" y="2081897"/>
                    </a:cubicBezTo>
                    <a:cubicBezTo>
                      <a:pt x="1328252" y="2110434"/>
                      <a:pt x="1310888" y="2112596"/>
                      <a:pt x="1299965" y="2103024"/>
                    </a:cubicBezTo>
                    <a:cubicBezTo>
                      <a:pt x="1297187" y="2100600"/>
                      <a:pt x="1294819" y="2095321"/>
                      <a:pt x="1290851" y="2083807"/>
                    </a:cubicBezTo>
                    <a:cubicBezTo>
                      <a:pt x="1289010" y="2077982"/>
                      <a:pt x="1297113" y="1749889"/>
                      <a:pt x="1317129" y="1680020"/>
                    </a:cubicBezTo>
                    <a:cubicBezTo>
                      <a:pt x="1320191" y="1669630"/>
                      <a:pt x="1325758" y="1658242"/>
                      <a:pt x="1335082" y="1663752"/>
                    </a:cubicBezTo>
                    <a:close/>
                    <a:moveTo>
                      <a:pt x="1559920" y="1650800"/>
                    </a:moveTo>
                    <a:cubicBezTo>
                      <a:pt x="1571149" y="1650800"/>
                      <a:pt x="1581273" y="1676651"/>
                      <a:pt x="1624241" y="1834620"/>
                    </a:cubicBezTo>
                    <a:cubicBezTo>
                      <a:pt x="1630250" y="1851204"/>
                      <a:pt x="1690456" y="2008207"/>
                      <a:pt x="1670029" y="2032463"/>
                    </a:cubicBezTo>
                    <a:cubicBezTo>
                      <a:pt x="1664557" y="2038980"/>
                      <a:pt x="1654107" y="2038109"/>
                      <a:pt x="1649761" y="2027656"/>
                    </a:cubicBezTo>
                    <a:cubicBezTo>
                      <a:pt x="1605467" y="1921125"/>
                      <a:pt x="1597406" y="1845945"/>
                      <a:pt x="1579779" y="1792743"/>
                    </a:cubicBezTo>
                    <a:cubicBezTo>
                      <a:pt x="1562972" y="1740937"/>
                      <a:pt x="1533138" y="1650800"/>
                      <a:pt x="1559920" y="1650800"/>
                    </a:cubicBezTo>
                    <a:close/>
                    <a:moveTo>
                      <a:pt x="1031066" y="1640422"/>
                    </a:moveTo>
                    <a:cubicBezTo>
                      <a:pt x="1035897" y="1640334"/>
                      <a:pt x="1039615" y="1643359"/>
                      <a:pt x="1041651" y="1647851"/>
                    </a:cubicBezTo>
                    <a:cubicBezTo>
                      <a:pt x="1055184" y="1678435"/>
                      <a:pt x="991937" y="1827253"/>
                      <a:pt x="983034" y="1874462"/>
                    </a:cubicBezTo>
                    <a:cubicBezTo>
                      <a:pt x="976499" y="1910997"/>
                      <a:pt x="966733" y="1988517"/>
                      <a:pt x="942299" y="2019973"/>
                    </a:cubicBezTo>
                    <a:cubicBezTo>
                      <a:pt x="928543" y="2037500"/>
                      <a:pt x="909055" y="2033050"/>
                      <a:pt x="905991" y="2017076"/>
                    </a:cubicBezTo>
                    <a:cubicBezTo>
                      <a:pt x="900767" y="1993335"/>
                      <a:pt x="917688" y="1942431"/>
                      <a:pt x="973784" y="1748252"/>
                    </a:cubicBezTo>
                    <a:cubicBezTo>
                      <a:pt x="980130" y="1726820"/>
                      <a:pt x="997399" y="1671981"/>
                      <a:pt x="1013795" y="1651672"/>
                    </a:cubicBezTo>
                    <a:cubicBezTo>
                      <a:pt x="1020288" y="1643711"/>
                      <a:pt x="1026234" y="1640510"/>
                      <a:pt x="1031066" y="1640422"/>
                    </a:cubicBezTo>
                    <a:close/>
                    <a:moveTo>
                      <a:pt x="1469817" y="1639521"/>
                    </a:moveTo>
                    <a:cubicBezTo>
                      <a:pt x="1474318" y="1637920"/>
                      <a:pt x="1480104" y="1640840"/>
                      <a:pt x="1484129" y="1648649"/>
                    </a:cubicBezTo>
                    <a:cubicBezTo>
                      <a:pt x="1496999" y="1673870"/>
                      <a:pt x="1500220" y="1685079"/>
                      <a:pt x="1503082" y="1695323"/>
                    </a:cubicBezTo>
                    <a:cubicBezTo>
                      <a:pt x="1511196" y="1723650"/>
                      <a:pt x="1529496" y="1813199"/>
                      <a:pt x="1536747" y="1885031"/>
                    </a:cubicBezTo>
                    <a:cubicBezTo>
                      <a:pt x="1599226" y="2124729"/>
                      <a:pt x="1537968" y="2096696"/>
                      <a:pt x="1530138" y="2064610"/>
                    </a:cubicBezTo>
                    <a:cubicBezTo>
                      <a:pt x="1528212" y="2056865"/>
                      <a:pt x="1468122" y="1704171"/>
                      <a:pt x="1463208" y="1657528"/>
                    </a:cubicBezTo>
                    <a:cubicBezTo>
                      <a:pt x="1462098" y="1647248"/>
                      <a:pt x="1465315" y="1641123"/>
                      <a:pt x="1469817" y="1639521"/>
                    </a:cubicBezTo>
                    <a:close/>
                    <a:moveTo>
                      <a:pt x="935646" y="1638961"/>
                    </a:moveTo>
                    <a:cubicBezTo>
                      <a:pt x="943127" y="1639129"/>
                      <a:pt x="947123" y="1647725"/>
                      <a:pt x="946750" y="1654432"/>
                    </a:cubicBezTo>
                    <a:lnTo>
                      <a:pt x="946748" y="1654432"/>
                    </a:lnTo>
                    <a:cubicBezTo>
                      <a:pt x="944588" y="1689991"/>
                      <a:pt x="882217" y="1840865"/>
                      <a:pt x="867230" y="1873045"/>
                    </a:cubicBezTo>
                    <a:cubicBezTo>
                      <a:pt x="821593" y="2040639"/>
                      <a:pt x="783929" y="2004271"/>
                      <a:pt x="785343" y="1985935"/>
                    </a:cubicBezTo>
                    <a:cubicBezTo>
                      <a:pt x="789722" y="1931337"/>
                      <a:pt x="907365" y="1671057"/>
                      <a:pt x="920475" y="1652921"/>
                    </a:cubicBezTo>
                    <a:cubicBezTo>
                      <a:pt x="923851" y="1648135"/>
                      <a:pt x="929721" y="1638825"/>
                      <a:pt x="935646" y="1638961"/>
                    </a:cubicBezTo>
                    <a:close/>
                    <a:moveTo>
                      <a:pt x="1626103" y="1622524"/>
                    </a:moveTo>
                    <a:cubicBezTo>
                      <a:pt x="1650604" y="1625602"/>
                      <a:pt x="1689272" y="1722225"/>
                      <a:pt x="1701022" y="1753615"/>
                    </a:cubicBezTo>
                    <a:cubicBezTo>
                      <a:pt x="1742695" y="1864291"/>
                      <a:pt x="1802691" y="1980016"/>
                      <a:pt x="1772456" y="1992075"/>
                    </a:cubicBezTo>
                    <a:cubicBezTo>
                      <a:pt x="1761312" y="1996788"/>
                      <a:pt x="1755524" y="1985169"/>
                      <a:pt x="1750599" y="1975115"/>
                    </a:cubicBezTo>
                    <a:cubicBezTo>
                      <a:pt x="1717891" y="1928115"/>
                      <a:pt x="1688362" y="1836930"/>
                      <a:pt x="1669472" y="1796144"/>
                    </a:cubicBezTo>
                    <a:cubicBezTo>
                      <a:pt x="1659706" y="1774890"/>
                      <a:pt x="1602057" y="1646119"/>
                      <a:pt x="1616590" y="1627395"/>
                    </a:cubicBezTo>
                    <a:cubicBezTo>
                      <a:pt x="1619392" y="1623554"/>
                      <a:pt x="1622603" y="1622084"/>
                      <a:pt x="1626103" y="1622524"/>
                    </a:cubicBezTo>
                    <a:close/>
                    <a:moveTo>
                      <a:pt x="876195" y="1597871"/>
                    </a:moveTo>
                    <a:cubicBezTo>
                      <a:pt x="874504" y="1597840"/>
                      <a:pt x="882284" y="1597283"/>
                      <a:pt x="883310" y="1603812"/>
                    </a:cubicBezTo>
                    <a:cubicBezTo>
                      <a:pt x="888211" y="1635099"/>
                      <a:pt x="843332" y="1684796"/>
                      <a:pt x="800461" y="1777230"/>
                    </a:cubicBezTo>
                    <a:cubicBezTo>
                      <a:pt x="781251" y="1817817"/>
                      <a:pt x="723795" y="1954018"/>
                      <a:pt x="686652" y="1935504"/>
                    </a:cubicBezTo>
                    <a:cubicBezTo>
                      <a:pt x="660784" y="1923119"/>
                      <a:pt x="719138" y="1846470"/>
                      <a:pt x="751874" y="1778542"/>
                    </a:cubicBezTo>
                    <a:cubicBezTo>
                      <a:pt x="775879" y="1728982"/>
                      <a:pt x="850131" y="1597871"/>
                      <a:pt x="876195" y="1597871"/>
                    </a:cubicBezTo>
                    <a:close/>
                    <a:moveTo>
                      <a:pt x="1710598" y="1590220"/>
                    </a:moveTo>
                    <a:cubicBezTo>
                      <a:pt x="1724995" y="1588687"/>
                      <a:pt x="1780759" y="1687902"/>
                      <a:pt x="1787305" y="1700959"/>
                    </a:cubicBezTo>
                    <a:cubicBezTo>
                      <a:pt x="1867737" y="1864103"/>
                      <a:pt x="1887175" y="1862675"/>
                      <a:pt x="1900919" y="1904458"/>
                    </a:cubicBezTo>
                    <a:cubicBezTo>
                      <a:pt x="1913221" y="1944331"/>
                      <a:pt x="1889448" y="1947469"/>
                      <a:pt x="1881439" y="1939493"/>
                    </a:cubicBezTo>
                    <a:cubicBezTo>
                      <a:pt x="1874809" y="1933017"/>
                      <a:pt x="1871379" y="1928997"/>
                      <a:pt x="1866127" y="1919740"/>
                    </a:cubicBezTo>
                    <a:cubicBezTo>
                      <a:pt x="1813078" y="1830338"/>
                      <a:pt x="1696717" y="1647316"/>
                      <a:pt x="1700032" y="1605953"/>
                    </a:cubicBezTo>
                    <a:cubicBezTo>
                      <a:pt x="1700664" y="1598858"/>
                      <a:pt x="1703505" y="1591395"/>
                      <a:pt x="1710598" y="1590220"/>
                    </a:cubicBezTo>
                    <a:close/>
                    <a:moveTo>
                      <a:pt x="1786737" y="1574581"/>
                    </a:moveTo>
                    <a:cubicBezTo>
                      <a:pt x="1812078" y="1574592"/>
                      <a:pt x="1869327" y="1698209"/>
                      <a:pt x="1928754" y="1787359"/>
                    </a:cubicBezTo>
                    <a:cubicBezTo>
                      <a:pt x="1939951" y="1804225"/>
                      <a:pt x="1984140" y="1870148"/>
                      <a:pt x="1971859" y="1886185"/>
                    </a:cubicBezTo>
                    <a:cubicBezTo>
                      <a:pt x="1969544" y="1889281"/>
                      <a:pt x="1965187" y="1891255"/>
                      <a:pt x="1961230" y="1890593"/>
                    </a:cubicBezTo>
                    <a:cubicBezTo>
                      <a:pt x="1937099" y="1885902"/>
                      <a:pt x="1731130" y="1574581"/>
                      <a:pt x="1786737" y="1574581"/>
                    </a:cubicBezTo>
                    <a:close/>
                    <a:moveTo>
                      <a:pt x="819691" y="1559279"/>
                    </a:moveTo>
                    <a:cubicBezTo>
                      <a:pt x="823141" y="1559268"/>
                      <a:pt x="828152" y="1563194"/>
                      <a:pt x="825967" y="1570688"/>
                    </a:cubicBezTo>
                    <a:cubicBezTo>
                      <a:pt x="826883" y="1592057"/>
                      <a:pt x="731988" y="1717112"/>
                      <a:pt x="719088" y="1738292"/>
                    </a:cubicBezTo>
                    <a:lnTo>
                      <a:pt x="719089" y="1738292"/>
                    </a:lnTo>
                    <a:cubicBezTo>
                      <a:pt x="702293" y="1765895"/>
                      <a:pt x="623752" y="1896901"/>
                      <a:pt x="591746" y="1898675"/>
                    </a:cubicBezTo>
                    <a:cubicBezTo>
                      <a:pt x="583909" y="1899273"/>
                      <a:pt x="578371" y="1893238"/>
                      <a:pt x="577685" y="1887424"/>
                    </a:cubicBezTo>
                    <a:cubicBezTo>
                      <a:pt x="575628" y="1867944"/>
                      <a:pt x="641998" y="1792313"/>
                      <a:pt x="679875" y="1736455"/>
                    </a:cubicBezTo>
                    <a:cubicBezTo>
                      <a:pt x="693010" y="1717028"/>
                      <a:pt x="788899" y="1559352"/>
                      <a:pt x="819691" y="1559279"/>
                    </a:cubicBezTo>
                    <a:close/>
                    <a:moveTo>
                      <a:pt x="1845533" y="1503148"/>
                    </a:moveTo>
                    <a:cubicBezTo>
                      <a:pt x="1869621" y="1503159"/>
                      <a:pt x="2045156" y="1743519"/>
                      <a:pt x="2058584" y="1765591"/>
                    </a:cubicBezTo>
                    <a:cubicBezTo>
                      <a:pt x="2080926" y="1802945"/>
                      <a:pt x="2059300" y="1811079"/>
                      <a:pt x="2046240" y="1798054"/>
                    </a:cubicBezTo>
                    <a:cubicBezTo>
                      <a:pt x="2012070" y="1764783"/>
                      <a:pt x="1797745" y="1503148"/>
                      <a:pt x="1845533" y="1503148"/>
                    </a:cubicBezTo>
                    <a:close/>
                    <a:moveTo>
                      <a:pt x="751161" y="1498205"/>
                    </a:moveTo>
                    <a:cubicBezTo>
                      <a:pt x="763548" y="1493104"/>
                      <a:pt x="771083" y="1503610"/>
                      <a:pt x="766080" y="1516184"/>
                    </a:cubicBezTo>
                    <a:cubicBezTo>
                      <a:pt x="754391" y="1544858"/>
                      <a:pt x="723915" y="1566279"/>
                      <a:pt x="633193" y="1689078"/>
                    </a:cubicBezTo>
                    <a:lnTo>
                      <a:pt x="633192" y="1689078"/>
                    </a:lnTo>
                    <a:cubicBezTo>
                      <a:pt x="551593" y="1800415"/>
                      <a:pt x="539075" y="1834862"/>
                      <a:pt x="511395" y="1850973"/>
                    </a:cubicBezTo>
                    <a:cubicBezTo>
                      <a:pt x="502068" y="1856399"/>
                      <a:pt x="490566" y="1859149"/>
                      <a:pt x="483339" y="1851298"/>
                    </a:cubicBezTo>
                    <a:cubicBezTo>
                      <a:pt x="468614" y="1835418"/>
                      <a:pt x="489589" y="1810743"/>
                      <a:pt x="516413" y="1773148"/>
                    </a:cubicBezTo>
                    <a:cubicBezTo>
                      <a:pt x="546477" y="1731176"/>
                      <a:pt x="703288" y="1517653"/>
                      <a:pt x="751161" y="1498205"/>
                    </a:cubicBezTo>
                    <a:close/>
                    <a:moveTo>
                      <a:pt x="699129" y="1452528"/>
                    </a:moveTo>
                    <a:cubicBezTo>
                      <a:pt x="706686" y="1454884"/>
                      <a:pt x="708816" y="1459895"/>
                      <a:pt x="706740" y="1467146"/>
                    </a:cubicBezTo>
                    <a:lnTo>
                      <a:pt x="691266" y="1491785"/>
                    </a:lnTo>
                    <a:lnTo>
                      <a:pt x="689115" y="1495211"/>
                    </a:lnTo>
                    <a:cubicBezTo>
                      <a:pt x="670579" y="1517853"/>
                      <a:pt x="640099" y="1547807"/>
                      <a:pt x="607435" y="1581771"/>
                    </a:cubicBezTo>
                    <a:cubicBezTo>
                      <a:pt x="565474" y="1625055"/>
                      <a:pt x="463691" y="1751632"/>
                      <a:pt x="424970" y="1775530"/>
                    </a:cubicBezTo>
                    <a:cubicBezTo>
                      <a:pt x="407677" y="1785952"/>
                      <a:pt x="390608" y="1772633"/>
                      <a:pt x="405033" y="1750183"/>
                    </a:cubicBezTo>
                    <a:cubicBezTo>
                      <a:pt x="419049" y="1728562"/>
                      <a:pt x="455449" y="1693654"/>
                      <a:pt x="503858" y="1642215"/>
                    </a:cubicBezTo>
                    <a:cubicBezTo>
                      <a:pt x="543368" y="1600044"/>
                      <a:pt x="675483" y="1445937"/>
                      <a:pt x="699129" y="1452528"/>
                    </a:cubicBezTo>
                    <a:close/>
                    <a:moveTo>
                      <a:pt x="1895587" y="1451199"/>
                    </a:moveTo>
                    <a:cubicBezTo>
                      <a:pt x="1915574" y="1454946"/>
                      <a:pt x="1984325" y="1505395"/>
                      <a:pt x="2127704" y="1653382"/>
                    </a:cubicBezTo>
                    <a:cubicBezTo>
                      <a:pt x="2138122" y="1664004"/>
                      <a:pt x="2158601" y="1684670"/>
                      <a:pt x="2145194" y="1690978"/>
                    </a:cubicBezTo>
                    <a:cubicBezTo>
                      <a:pt x="2129619" y="1698744"/>
                      <a:pt x="2037979" y="1611337"/>
                      <a:pt x="2043619" y="1617603"/>
                    </a:cubicBezTo>
                    <a:cubicBezTo>
                      <a:pt x="2035180" y="1609941"/>
                      <a:pt x="1910232" y="1487993"/>
                      <a:pt x="1906686" y="1483910"/>
                    </a:cubicBezTo>
                    <a:cubicBezTo>
                      <a:pt x="1889156" y="1463515"/>
                      <a:pt x="1883594" y="1448951"/>
                      <a:pt x="1895587" y="1451199"/>
                    </a:cubicBezTo>
                    <a:close/>
                    <a:moveTo>
                      <a:pt x="635674" y="1402496"/>
                    </a:moveTo>
                    <a:cubicBezTo>
                      <a:pt x="652462" y="1395642"/>
                      <a:pt x="666377" y="1406369"/>
                      <a:pt x="652045" y="1422311"/>
                    </a:cubicBezTo>
                    <a:cubicBezTo>
                      <a:pt x="617424" y="1462667"/>
                      <a:pt x="504196" y="1559153"/>
                      <a:pt x="431368" y="1625202"/>
                    </a:cubicBezTo>
                    <a:lnTo>
                      <a:pt x="431369" y="1625202"/>
                    </a:lnTo>
                    <a:cubicBezTo>
                      <a:pt x="396999" y="1656374"/>
                      <a:pt x="349086" y="1712252"/>
                      <a:pt x="327650" y="1704108"/>
                    </a:cubicBezTo>
                    <a:cubicBezTo>
                      <a:pt x="295910" y="1692741"/>
                      <a:pt x="363982" y="1640420"/>
                      <a:pt x="400926" y="1605869"/>
                    </a:cubicBezTo>
                    <a:cubicBezTo>
                      <a:pt x="425479" y="1583020"/>
                      <a:pt x="579033" y="1424736"/>
                      <a:pt x="635674" y="1402496"/>
                    </a:cubicBezTo>
                    <a:close/>
                    <a:moveTo>
                      <a:pt x="1951133" y="1368472"/>
                    </a:moveTo>
                    <a:cubicBezTo>
                      <a:pt x="1979683" y="1375417"/>
                      <a:pt x="2041189" y="1422892"/>
                      <a:pt x="2116801" y="1480520"/>
                    </a:cubicBezTo>
                    <a:cubicBezTo>
                      <a:pt x="2154339" y="1509635"/>
                      <a:pt x="2235350" y="1564264"/>
                      <a:pt x="2233519" y="1583681"/>
                    </a:cubicBezTo>
                    <a:cubicBezTo>
                      <a:pt x="2233119" y="1587176"/>
                      <a:pt x="2230941" y="1590010"/>
                      <a:pt x="2227836" y="1591521"/>
                    </a:cubicBezTo>
                    <a:cubicBezTo>
                      <a:pt x="2209925" y="1599729"/>
                      <a:pt x="1929311" y="1401908"/>
                      <a:pt x="1934268" y="1376162"/>
                    </a:cubicBezTo>
                    <a:cubicBezTo>
                      <a:pt x="1935763" y="1368346"/>
                      <a:pt x="1941617" y="1366157"/>
                      <a:pt x="1951133" y="1368472"/>
                    </a:cubicBezTo>
                    <a:close/>
                    <a:moveTo>
                      <a:pt x="1276143" y="1353452"/>
                    </a:moveTo>
                    <a:cubicBezTo>
                      <a:pt x="1279694" y="1353907"/>
                      <a:pt x="1283001" y="1356615"/>
                      <a:pt x="1284821" y="1361962"/>
                    </a:cubicBezTo>
                    <a:cubicBezTo>
                      <a:pt x="1289652" y="1375921"/>
                      <a:pt x="1290946" y="1393742"/>
                      <a:pt x="1292346" y="1401268"/>
                    </a:cubicBezTo>
                    <a:cubicBezTo>
                      <a:pt x="1300386" y="1438684"/>
                      <a:pt x="1298513" y="1582348"/>
                      <a:pt x="1279875" y="1609448"/>
                    </a:cubicBezTo>
                    <a:cubicBezTo>
                      <a:pt x="1273214" y="1619408"/>
                      <a:pt x="1264637" y="1618117"/>
                      <a:pt x="1259870" y="1611096"/>
                    </a:cubicBezTo>
                    <a:cubicBezTo>
                      <a:pt x="1236539" y="1576701"/>
                      <a:pt x="1257902" y="1368931"/>
                      <a:pt x="1266005" y="1358466"/>
                    </a:cubicBezTo>
                    <a:cubicBezTo>
                      <a:pt x="1268799" y="1354798"/>
                      <a:pt x="1272593" y="1352998"/>
                      <a:pt x="1276143" y="1353452"/>
                    </a:cubicBezTo>
                    <a:close/>
                    <a:moveTo>
                      <a:pt x="591071" y="1351093"/>
                    </a:moveTo>
                    <a:cubicBezTo>
                      <a:pt x="605720" y="1349794"/>
                      <a:pt x="603794" y="1361078"/>
                      <a:pt x="591598" y="1373244"/>
                    </a:cubicBezTo>
                    <a:cubicBezTo>
                      <a:pt x="553600" y="1411564"/>
                      <a:pt x="419807" y="1503127"/>
                      <a:pt x="395601" y="1525000"/>
                    </a:cubicBezTo>
                    <a:lnTo>
                      <a:pt x="395600" y="1525000"/>
                    </a:lnTo>
                    <a:cubicBezTo>
                      <a:pt x="340325" y="1574980"/>
                      <a:pt x="288426" y="1638657"/>
                      <a:pt x="249443" y="1631856"/>
                    </a:cubicBezTo>
                    <a:cubicBezTo>
                      <a:pt x="245812" y="1631258"/>
                      <a:pt x="242182" y="1627374"/>
                      <a:pt x="240532" y="1624278"/>
                    </a:cubicBezTo>
                    <a:cubicBezTo>
                      <a:pt x="227921" y="1599760"/>
                      <a:pt x="281825" y="1576051"/>
                      <a:pt x="350512" y="1516635"/>
                    </a:cubicBezTo>
                    <a:cubicBezTo>
                      <a:pt x="496201" y="1390379"/>
                      <a:pt x="566657" y="1353259"/>
                      <a:pt x="591071" y="1351093"/>
                    </a:cubicBezTo>
                    <a:close/>
                    <a:moveTo>
                      <a:pt x="1176112" y="1345536"/>
                    </a:moveTo>
                    <a:cubicBezTo>
                      <a:pt x="1183678" y="1345536"/>
                      <a:pt x="1184404" y="1353460"/>
                      <a:pt x="1184594" y="1360576"/>
                    </a:cubicBezTo>
                    <a:cubicBezTo>
                      <a:pt x="1186246" y="1410021"/>
                      <a:pt x="1164683" y="1551166"/>
                      <a:pt x="1154096" y="1582852"/>
                    </a:cubicBezTo>
                    <a:cubicBezTo>
                      <a:pt x="1139973" y="1624813"/>
                      <a:pt x="1116180" y="1617141"/>
                      <a:pt x="1112244" y="1597199"/>
                    </a:cubicBezTo>
                    <a:cubicBezTo>
                      <a:pt x="1106066" y="1563655"/>
                      <a:pt x="1127745" y="1477875"/>
                      <a:pt x="1138058" y="1445118"/>
                    </a:cubicBezTo>
                    <a:cubicBezTo>
                      <a:pt x="1144351" y="1425166"/>
                      <a:pt x="1158737" y="1345536"/>
                      <a:pt x="1176112" y="1345536"/>
                    </a:cubicBezTo>
                    <a:close/>
                    <a:moveTo>
                      <a:pt x="1368232" y="1344035"/>
                    </a:moveTo>
                    <a:cubicBezTo>
                      <a:pt x="1396909" y="1334495"/>
                      <a:pt x="1406201" y="1478694"/>
                      <a:pt x="1410474" y="1507189"/>
                    </a:cubicBezTo>
                    <a:cubicBezTo>
                      <a:pt x="1425702" y="1607706"/>
                      <a:pt x="1395393" y="1623365"/>
                      <a:pt x="1382091" y="1589422"/>
                    </a:cubicBezTo>
                    <a:cubicBezTo>
                      <a:pt x="1371694" y="1561966"/>
                      <a:pt x="1343480" y="1352264"/>
                      <a:pt x="1368232" y="1344035"/>
                    </a:cubicBezTo>
                    <a:close/>
                    <a:moveTo>
                      <a:pt x="1087366" y="1326361"/>
                    </a:moveTo>
                    <a:cubicBezTo>
                      <a:pt x="1108613" y="1326361"/>
                      <a:pt x="1069802" y="1401561"/>
                      <a:pt x="1050838" y="1442820"/>
                    </a:cubicBezTo>
                    <a:cubicBezTo>
                      <a:pt x="1042682" y="1460568"/>
                      <a:pt x="992232" y="1588834"/>
                      <a:pt x="969627" y="1571590"/>
                    </a:cubicBezTo>
                    <a:cubicBezTo>
                      <a:pt x="960313" y="1564044"/>
                      <a:pt x="967796" y="1543997"/>
                      <a:pt x="972395" y="1532221"/>
                    </a:cubicBezTo>
                    <a:cubicBezTo>
                      <a:pt x="1001387" y="1458658"/>
                      <a:pt x="990801" y="1491782"/>
                      <a:pt x="1010164" y="1441697"/>
                    </a:cubicBezTo>
                    <a:cubicBezTo>
                      <a:pt x="1031674" y="1386049"/>
                      <a:pt x="1078589" y="1326361"/>
                      <a:pt x="1087366" y="1326361"/>
                    </a:cubicBezTo>
                    <a:close/>
                    <a:moveTo>
                      <a:pt x="1463892" y="1324828"/>
                    </a:moveTo>
                    <a:cubicBezTo>
                      <a:pt x="1495526" y="1324828"/>
                      <a:pt x="1540567" y="1548468"/>
                      <a:pt x="1540620" y="1550253"/>
                    </a:cubicBezTo>
                    <a:cubicBezTo>
                      <a:pt x="1545061" y="1584017"/>
                      <a:pt x="1527392" y="1591490"/>
                      <a:pt x="1515289" y="1569669"/>
                    </a:cubicBezTo>
                    <a:cubicBezTo>
                      <a:pt x="1505250" y="1551722"/>
                      <a:pt x="1495021" y="1510653"/>
                      <a:pt x="1473500" y="1434633"/>
                    </a:cubicBezTo>
                    <a:cubicBezTo>
                      <a:pt x="1464618" y="1404091"/>
                      <a:pt x="1438961" y="1324828"/>
                      <a:pt x="1463892" y="1324828"/>
                    </a:cubicBezTo>
                    <a:close/>
                    <a:moveTo>
                      <a:pt x="1985276" y="1307069"/>
                    </a:moveTo>
                    <a:cubicBezTo>
                      <a:pt x="2007450" y="1304288"/>
                      <a:pt x="2103194" y="1372908"/>
                      <a:pt x="2174271" y="1415500"/>
                    </a:cubicBezTo>
                    <a:cubicBezTo>
                      <a:pt x="2260491" y="1467442"/>
                      <a:pt x="2296156" y="1483490"/>
                      <a:pt x="2280823" y="1499244"/>
                    </a:cubicBezTo>
                    <a:cubicBezTo>
                      <a:pt x="2275435" y="1504786"/>
                      <a:pt x="2264795" y="1498499"/>
                      <a:pt x="2255535" y="1494773"/>
                    </a:cubicBezTo>
                    <a:cubicBezTo>
                      <a:pt x="2203274" y="1473719"/>
                      <a:pt x="1926018" y="1315508"/>
                      <a:pt x="1985276" y="1307069"/>
                    </a:cubicBezTo>
                    <a:close/>
                    <a:moveTo>
                      <a:pt x="505734" y="1301127"/>
                    </a:moveTo>
                    <a:cubicBezTo>
                      <a:pt x="515398" y="1299565"/>
                      <a:pt x="521491" y="1301264"/>
                      <a:pt x="522827" y="1307164"/>
                    </a:cubicBezTo>
                    <a:cubicBezTo>
                      <a:pt x="527045" y="1328197"/>
                      <a:pt x="402639" y="1387938"/>
                      <a:pt x="315343" y="1442400"/>
                    </a:cubicBezTo>
                    <a:cubicBezTo>
                      <a:pt x="255447" y="1479764"/>
                      <a:pt x="207277" y="1511933"/>
                      <a:pt x="191302" y="1512447"/>
                    </a:cubicBezTo>
                    <a:cubicBezTo>
                      <a:pt x="181882" y="1512815"/>
                      <a:pt x="175600" y="1498887"/>
                      <a:pt x="184701" y="1491446"/>
                    </a:cubicBezTo>
                    <a:cubicBezTo>
                      <a:pt x="195446" y="1482822"/>
                      <a:pt x="438084" y="1312062"/>
                      <a:pt x="505734" y="1301127"/>
                    </a:cubicBezTo>
                    <a:close/>
                    <a:moveTo>
                      <a:pt x="1542786" y="1289191"/>
                    </a:moveTo>
                    <a:cubicBezTo>
                      <a:pt x="1563265" y="1287111"/>
                      <a:pt x="1605597" y="1362118"/>
                      <a:pt x="1619326" y="1388484"/>
                    </a:cubicBezTo>
                    <a:cubicBezTo>
                      <a:pt x="1638185" y="1414461"/>
                      <a:pt x="1684857" y="1493545"/>
                      <a:pt x="1682247" y="1516981"/>
                    </a:cubicBezTo>
                    <a:cubicBezTo>
                      <a:pt x="1680606" y="1532494"/>
                      <a:pt x="1664831" y="1539379"/>
                      <a:pt x="1652865" y="1521715"/>
                    </a:cubicBezTo>
                    <a:cubicBezTo>
                      <a:pt x="1628934" y="1491687"/>
                      <a:pt x="1522119" y="1322204"/>
                      <a:pt x="1535495" y="1295168"/>
                    </a:cubicBezTo>
                    <a:cubicBezTo>
                      <a:pt x="1537381" y="1291358"/>
                      <a:pt x="1539861" y="1289488"/>
                      <a:pt x="1542786" y="1289191"/>
                    </a:cubicBezTo>
                    <a:close/>
                    <a:moveTo>
                      <a:pt x="999967" y="1286204"/>
                    </a:moveTo>
                    <a:cubicBezTo>
                      <a:pt x="1012742" y="1300898"/>
                      <a:pt x="980666" y="1346145"/>
                      <a:pt x="970774" y="1367136"/>
                    </a:cubicBezTo>
                    <a:cubicBezTo>
                      <a:pt x="883500" y="1552446"/>
                      <a:pt x="849127" y="1521043"/>
                      <a:pt x="854210" y="1497218"/>
                    </a:cubicBezTo>
                    <a:cubicBezTo>
                      <a:pt x="859718" y="1468649"/>
                      <a:pt x="978846" y="1262043"/>
                      <a:pt x="999967" y="1286204"/>
                    </a:cubicBezTo>
                    <a:close/>
                    <a:moveTo>
                      <a:pt x="2049054" y="1240396"/>
                    </a:moveTo>
                    <a:cubicBezTo>
                      <a:pt x="2079113" y="1244743"/>
                      <a:pt x="2154732" y="1284695"/>
                      <a:pt x="2179933" y="1298211"/>
                    </a:cubicBezTo>
                    <a:cubicBezTo>
                      <a:pt x="2276371" y="1350469"/>
                      <a:pt x="2351500" y="1387172"/>
                      <a:pt x="2344049" y="1407901"/>
                    </a:cubicBezTo>
                    <a:cubicBezTo>
                      <a:pt x="2331694" y="1442242"/>
                      <a:pt x="2048702" y="1276055"/>
                      <a:pt x="2037737" y="1250215"/>
                    </a:cubicBezTo>
                    <a:cubicBezTo>
                      <a:pt x="2034077" y="1241454"/>
                      <a:pt x="2039035" y="1238947"/>
                      <a:pt x="2049054" y="1240396"/>
                    </a:cubicBezTo>
                    <a:close/>
                    <a:moveTo>
                      <a:pt x="1630156" y="1239827"/>
                    </a:moveTo>
                    <a:cubicBezTo>
                      <a:pt x="1633610" y="1239305"/>
                      <a:pt x="1637454" y="1240050"/>
                      <a:pt x="1640732" y="1241724"/>
                    </a:cubicBezTo>
                    <a:cubicBezTo>
                      <a:pt x="1646572" y="1244705"/>
                      <a:pt x="1827716" y="1421566"/>
                      <a:pt x="1794945" y="1454249"/>
                    </a:cubicBezTo>
                    <a:cubicBezTo>
                      <a:pt x="1783075" y="1467663"/>
                      <a:pt x="1766268" y="1448025"/>
                      <a:pt x="1752893" y="1433311"/>
                    </a:cubicBezTo>
                    <a:cubicBezTo>
                      <a:pt x="1733919" y="1412309"/>
                      <a:pt x="1608897" y="1270828"/>
                      <a:pt x="1621926" y="1245534"/>
                    </a:cubicBezTo>
                    <a:cubicBezTo>
                      <a:pt x="1623641" y="1242139"/>
                      <a:pt x="1626703" y="1240349"/>
                      <a:pt x="1630156" y="1239827"/>
                    </a:cubicBezTo>
                    <a:close/>
                    <a:moveTo>
                      <a:pt x="917334" y="1232495"/>
                    </a:moveTo>
                    <a:cubicBezTo>
                      <a:pt x="920031" y="1232659"/>
                      <a:pt x="921983" y="1233936"/>
                      <a:pt x="922963" y="1236602"/>
                    </a:cubicBezTo>
                    <a:cubicBezTo>
                      <a:pt x="924744" y="1241535"/>
                      <a:pt x="920573" y="1255053"/>
                      <a:pt x="917352" y="1261036"/>
                    </a:cubicBezTo>
                    <a:cubicBezTo>
                      <a:pt x="903930" y="1286215"/>
                      <a:pt x="761203" y="1454176"/>
                      <a:pt x="742347" y="1422206"/>
                    </a:cubicBezTo>
                    <a:cubicBezTo>
                      <a:pt x="725612" y="1395317"/>
                      <a:pt x="808143" y="1317723"/>
                      <a:pt x="828629" y="1298358"/>
                    </a:cubicBezTo>
                    <a:cubicBezTo>
                      <a:pt x="843060" y="1284767"/>
                      <a:pt x="898456" y="1231350"/>
                      <a:pt x="917334" y="1232495"/>
                    </a:cubicBezTo>
                    <a:close/>
                    <a:moveTo>
                      <a:pt x="491133" y="1210038"/>
                    </a:moveTo>
                    <a:cubicBezTo>
                      <a:pt x="503284" y="1210038"/>
                      <a:pt x="509500" y="1222758"/>
                      <a:pt x="503277" y="1232834"/>
                    </a:cubicBezTo>
                    <a:cubicBezTo>
                      <a:pt x="499160" y="1239509"/>
                      <a:pt x="469294" y="1258433"/>
                      <a:pt x="462612" y="1262390"/>
                    </a:cubicBezTo>
                    <a:cubicBezTo>
                      <a:pt x="413923" y="1291232"/>
                      <a:pt x="370201" y="1293835"/>
                      <a:pt x="231175" y="1362938"/>
                    </a:cubicBezTo>
                    <a:cubicBezTo>
                      <a:pt x="189119" y="1386826"/>
                      <a:pt x="103764" y="1446409"/>
                      <a:pt x="95505" y="1406253"/>
                    </a:cubicBezTo>
                    <a:cubicBezTo>
                      <a:pt x="89674" y="1376204"/>
                      <a:pt x="189536" y="1341590"/>
                      <a:pt x="333487" y="1272403"/>
                    </a:cubicBezTo>
                    <a:cubicBezTo>
                      <a:pt x="343075" y="1267805"/>
                      <a:pt x="454238" y="1210038"/>
                      <a:pt x="491133" y="1210038"/>
                    </a:cubicBezTo>
                    <a:close/>
                    <a:moveTo>
                      <a:pt x="1704180" y="1170875"/>
                    </a:moveTo>
                    <a:cubicBezTo>
                      <a:pt x="1717607" y="1173227"/>
                      <a:pt x="1732454" y="1185862"/>
                      <a:pt x="1750188" y="1198283"/>
                    </a:cubicBezTo>
                    <a:cubicBezTo>
                      <a:pt x="1755766" y="1202187"/>
                      <a:pt x="1784537" y="1224049"/>
                      <a:pt x="1801533" y="1238061"/>
                    </a:cubicBezTo>
                    <a:cubicBezTo>
                      <a:pt x="1924260" y="1316799"/>
                      <a:pt x="1900371" y="1352946"/>
                      <a:pt x="1878587" y="1347866"/>
                    </a:cubicBezTo>
                    <a:cubicBezTo>
                      <a:pt x="1843407" y="1339606"/>
                      <a:pt x="1651708" y="1190033"/>
                      <a:pt x="1691171" y="1172338"/>
                    </a:cubicBezTo>
                    <a:cubicBezTo>
                      <a:pt x="1695386" y="1170449"/>
                      <a:pt x="1699704" y="1170091"/>
                      <a:pt x="1704180" y="1170875"/>
                    </a:cubicBezTo>
                    <a:close/>
                    <a:moveTo>
                      <a:pt x="879035" y="1156693"/>
                    </a:moveTo>
                    <a:cubicBezTo>
                      <a:pt x="884354" y="1157779"/>
                      <a:pt x="886582" y="1161780"/>
                      <a:pt x="884743" y="1169451"/>
                    </a:cubicBezTo>
                    <a:cubicBezTo>
                      <a:pt x="883180" y="1175980"/>
                      <a:pt x="876222" y="1182949"/>
                      <a:pt x="869362" y="1189141"/>
                    </a:cubicBezTo>
                    <a:cubicBezTo>
                      <a:pt x="836019" y="1220313"/>
                      <a:pt x="800054" y="1243298"/>
                      <a:pt x="769097" y="1260228"/>
                    </a:cubicBezTo>
                    <a:cubicBezTo>
                      <a:pt x="697105" y="1311866"/>
                      <a:pt x="639459" y="1329866"/>
                      <a:pt x="647157" y="1304162"/>
                    </a:cubicBezTo>
                    <a:cubicBezTo>
                      <a:pt x="653061" y="1284390"/>
                      <a:pt x="841797" y="1149096"/>
                      <a:pt x="879035" y="1156693"/>
                    </a:cubicBezTo>
                    <a:close/>
                    <a:moveTo>
                      <a:pt x="2064961" y="1141713"/>
                    </a:moveTo>
                    <a:cubicBezTo>
                      <a:pt x="2085044" y="1141363"/>
                      <a:pt x="2126610" y="1151693"/>
                      <a:pt x="2199286" y="1184093"/>
                    </a:cubicBezTo>
                    <a:cubicBezTo>
                      <a:pt x="2252956" y="1207834"/>
                      <a:pt x="2231993" y="1204496"/>
                      <a:pt x="2308563" y="1231659"/>
                    </a:cubicBezTo>
                    <a:cubicBezTo>
                      <a:pt x="2326832" y="1236382"/>
                      <a:pt x="2374452" y="1252146"/>
                      <a:pt x="2390532" y="1261907"/>
                    </a:cubicBezTo>
                    <a:cubicBezTo>
                      <a:pt x="2408254" y="1272801"/>
                      <a:pt x="2401066" y="1291064"/>
                      <a:pt x="2383134" y="1292659"/>
                    </a:cubicBezTo>
                    <a:cubicBezTo>
                      <a:pt x="2344544" y="1295545"/>
                      <a:pt x="2092365" y="1189109"/>
                      <a:pt x="2059531" y="1163416"/>
                    </a:cubicBezTo>
                    <a:cubicBezTo>
                      <a:pt x="2046277" y="1153094"/>
                      <a:pt x="2044877" y="1142063"/>
                      <a:pt x="2064961" y="1141713"/>
                    </a:cubicBezTo>
                    <a:close/>
                    <a:moveTo>
                      <a:pt x="454083" y="1132009"/>
                    </a:moveTo>
                    <a:cubicBezTo>
                      <a:pt x="463838" y="1132243"/>
                      <a:pt x="470143" y="1134953"/>
                      <a:pt x="470847" y="1141397"/>
                    </a:cubicBezTo>
                    <a:cubicBezTo>
                      <a:pt x="473336" y="1164970"/>
                      <a:pt x="360568" y="1185730"/>
                      <a:pt x="239083" y="1217825"/>
                    </a:cubicBezTo>
                    <a:cubicBezTo>
                      <a:pt x="168730" y="1240674"/>
                      <a:pt x="83346" y="1283192"/>
                      <a:pt x="69280" y="1264384"/>
                    </a:cubicBezTo>
                    <a:cubicBezTo>
                      <a:pt x="63423" y="1256418"/>
                      <a:pt x="69199" y="1250299"/>
                      <a:pt x="77796" y="1245618"/>
                    </a:cubicBezTo>
                    <a:cubicBezTo>
                      <a:pt x="141879" y="1210363"/>
                      <a:pt x="329569" y="1163301"/>
                      <a:pt x="331292" y="1162797"/>
                    </a:cubicBezTo>
                    <a:cubicBezTo>
                      <a:pt x="364513" y="1152895"/>
                      <a:pt x="424819" y="1131308"/>
                      <a:pt x="454083" y="1132009"/>
                    </a:cubicBezTo>
                    <a:close/>
                    <a:moveTo>
                      <a:pt x="821671" y="1100485"/>
                    </a:moveTo>
                    <a:cubicBezTo>
                      <a:pt x="839711" y="1103518"/>
                      <a:pt x="839195" y="1115147"/>
                      <a:pt x="830582" y="1122022"/>
                    </a:cubicBezTo>
                    <a:cubicBezTo>
                      <a:pt x="825036" y="1126409"/>
                      <a:pt x="606470" y="1222433"/>
                      <a:pt x="576228" y="1195365"/>
                    </a:cubicBezTo>
                    <a:cubicBezTo>
                      <a:pt x="543214" y="1165967"/>
                      <a:pt x="767120" y="1091994"/>
                      <a:pt x="821671" y="1100485"/>
                    </a:cubicBezTo>
                    <a:close/>
                    <a:moveTo>
                      <a:pt x="1751713" y="1086648"/>
                    </a:moveTo>
                    <a:cubicBezTo>
                      <a:pt x="1758326" y="1086219"/>
                      <a:pt x="1767329" y="1088071"/>
                      <a:pt x="1778623" y="1093022"/>
                    </a:cubicBezTo>
                    <a:cubicBezTo>
                      <a:pt x="1816087" y="1109500"/>
                      <a:pt x="1966418" y="1169315"/>
                      <a:pt x="1969407" y="1208044"/>
                    </a:cubicBezTo>
                    <a:cubicBezTo>
                      <a:pt x="1971964" y="1244841"/>
                      <a:pt x="1896983" y="1205798"/>
                      <a:pt x="1865107" y="1187178"/>
                    </a:cubicBezTo>
                    <a:cubicBezTo>
                      <a:pt x="1824917" y="1163710"/>
                      <a:pt x="1789326" y="1153645"/>
                      <a:pt x="1759281" y="1129956"/>
                    </a:cubicBezTo>
                    <a:cubicBezTo>
                      <a:pt x="1733527" y="1109742"/>
                      <a:pt x="1731871" y="1087933"/>
                      <a:pt x="1751713" y="1086648"/>
                    </a:cubicBezTo>
                    <a:close/>
                    <a:moveTo>
                      <a:pt x="437252" y="1063646"/>
                    </a:moveTo>
                    <a:cubicBezTo>
                      <a:pt x="445005" y="1064054"/>
                      <a:pt x="450660" y="1065001"/>
                      <a:pt x="453762" y="1066615"/>
                    </a:cubicBezTo>
                    <a:cubicBezTo>
                      <a:pt x="459645" y="1069617"/>
                      <a:pt x="461046" y="1077846"/>
                      <a:pt x="453300" y="1082684"/>
                    </a:cubicBezTo>
                    <a:cubicBezTo>
                      <a:pt x="418810" y="1103434"/>
                      <a:pt x="312707" y="1096696"/>
                      <a:pt x="204953" y="1114013"/>
                    </a:cubicBezTo>
                    <a:cubicBezTo>
                      <a:pt x="193720" y="1115892"/>
                      <a:pt x="58571" y="1134249"/>
                      <a:pt x="36154" y="1130806"/>
                    </a:cubicBezTo>
                    <a:cubicBezTo>
                      <a:pt x="20043" y="1128329"/>
                      <a:pt x="17564" y="1116816"/>
                      <a:pt x="22687" y="1109343"/>
                    </a:cubicBezTo>
                    <a:cubicBezTo>
                      <a:pt x="28760" y="1100663"/>
                      <a:pt x="37598" y="1098921"/>
                      <a:pt x="47838" y="1096507"/>
                    </a:cubicBezTo>
                    <a:cubicBezTo>
                      <a:pt x="64882" y="1092582"/>
                      <a:pt x="113266" y="1090944"/>
                      <a:pt x="120850" y="1090577"/>
                    </a:cubicBezTo>
                    <a:cubicBezTo>
                      <a:pt x="225823" y="1084332"/>
                      <a:pt x="382976" y="1060787"/>
                      <a:pt x="437252" y="1063646"/>
                    </a:cubicBezTo>
                    <a:close/>
                    <a:moveTo>
                      <a:pt x="2116613" y="1058968"/>
                    </a:moveTo>
                    <a:cubicBezTo>
                      <a:pt x="2154654" y="1057249"/>
                      <a:pt x="2234509" y="1071916"/>
                      <a:pt x="2251841" y="1075915"/>
                    </a:cubicBezTo>
                    <a:cubicBezTo>
                      <a:pt x="2332715" y="1093904"/>
                      <a:pt x="2405602" y="1100915"/>
                      <a:pt x="2430932" y="1119030"/>
                    </a:cubicBezTo>
                    <a:cubicBezTo>
                      <a:pt x="2445487" y="1129295"/>
                      <a:pt x="2442330" y="1144178"/>
                      <a:pt x="2429954" y="1145763"/>
                    </a:cubicBezTo>
                    <a:cubicBezTo>
                      <a:pt x="2402161" y="1159984"/>
                      <a:pt x="2150971" y="1094859"/>
                      <a:pt x="2120737" y="1085256"/>
                    </a:cubicBezTo>
                    <a:cubicBezTo>
                      <a:pt x="2111266" y="1082369"/>
                      <a:pt x="2096375" y="1077027"/>
                      <a:pt x="2096375" y="1067151"/>
                    </a:cubicBezTo>
                    <a:cubicBezTo>
                      <a:pt x="2095899" y="1061935"/>
                      <a:pt x="2103933" y="1059541"/>
                      <a:pt x="2116613" y="1058968"/>
                    </a:cubicBezTo>
                    <a:close/>
                    <a:moveTo>
                      <a:pt x="787465" y="1007741"/>
                    </a:moveTo>
                    <a:cubicBezTo>
                      <a:pt x="797237" y="1008493"/>
                      <a:pt x="804406" y="1010459"/>
                      <a:pt x="806621" y="1014274"/>
                    </a:cubicBezTo>
                    <a:cubicBezTo>
                      <a:pt x="825236" y="1045834"/>
                      <a:pt x="574830" y="1074907"/>
                      <a:pt x="558604" y="1063855"/>
                    </a:cubicBezTo>
                    <a:cubicBezTo>
                      <a:pt x="524805" y="1040838"/>
                      <a:pt x="641529" y="1025976"/>
                      <a:pt x="692680" y="1016520"/>
                    </a:cubicBezTo>
                    <a:cubicBezTo>
                      <a:pt x="705400" y="1014143"/>
                      <a:pt x="758148" y="1005484"/>
                      <a:pt x="787465" y="1007741"/>
                    </a:cubicBezTo>
                    <a:close/>
                    <a:moveTo>
                      <a:pt x="1802238" y="999884"/>
                    </a:moveTo>
                    <a:cubicBezTo>
                      <a:pt x="1832978" y="998856"/>
                      <a:pt x="1895404" y="1006570"/>
                      <a:pt x="1912442" y="1008921"/>
                    </a:cubicBezTo>
                    <a:cubicBezTo>
                      <a:pt x="1946360" y="1009194"/>
                      <a:pt x="2010154" y="1015890"/>
                      <a:pt x="2026287" y="1044060"/>
                    </a:cubicBezTo>
                    <a:cubicBezTo>
                      <a:pt x="2047324" y="1086022"/>
                      <a:pt x="1908222" y="1054514"/>
                      <a:pt x="1862844" y="1044984"/>
                    </a:cubicBezTo>
                    <a:cubicBezTo>
                      <a:pt x="1775729" y="1026617"/>
                      <a:pt x="1772993" y="1000860"/>
                      <a:pt x="1802238" y="999884"/>
                    </a:cubicBezTo>
                    <a:close/>
                    <a:moveTo>
                      <a:pt x="2114319" y="986652"/>
                    </a:moveTo>
                    <a:cubicBezTo>
                      <a:pt x="2134722" y="985407"/>
                      <a:pt x="2167752" y="987589"/>
                      <a:pt x="2215724" y="996074"/>
                    </a:cubicBezTo>
                    <a:cubicBezTo>
                      <a:pt x="2300460" y="1011209"/>
                      <a:pt x="2374957" y="1007662"/>
                      <a:pt x="2437005" y="1032746"/>
                    </a:cubicBezTo>
                    <a:cubicBezTo>
                      <a:pt x="2443172" y="1035202"/>
                      <a:pt x="2449622" y="1037805"/>
                      <a:pt x="2448960" y="1044470"/>
                    </a:cubicBezTo>
                    <a:cubicBezTo>
                      <a:pt x="2445655" y="1077237"/>
                      <a:pt x="2136596" y="1015418"/>
                      <a:pt x="2106804" y="1008123"/>
                    </a:cubicBezTo>
                    <a:cubicBezTo>
                      <a:pt x="2081383" y="1000324"/>
                      <a:pt x="2080314" y="988728"/>
                      <a:pt x="2114319" y="986652"/>
                    </a:cubicBezTo>
                    <a:close/>
                    <a:moveTo>
                      <a:pt x="347530" y="978009"/>
                    </a:moveTo>
                    <a:cubicBezTo>
                      <a:pt x="404181" y="978458"/>
                      <a:pt x="459010" y="982598"/>
                      <a:pt x="463665" y="996788"/>
                    </a:cubicBezTo>
                    <a:cubicBezTo>
                      <a:pt x="473959" y="1027593"/>
                      <a:pt x="361372" y="1020204"/>
                      <a:pt x="315923" y="1019700"/>
                    </a:cubicBezTo>
                    <a:cubicBezTo>
                      <a:pt x="58479" y="1017380"/>
                      <a:pt x="19750" y="1029230"/>
                      <a:pt x="3675" y="1013707"/>
                    </a:cubicBezTo>
                    <a:cubicBezTo>
                      <a:pt x="-2748" y="1007305"/>
                      <a:pt x="-1477" y="995119"/>
                      <a:pt x="13313" y="991383"/>
                    </a:cubicBezTo>
                    <a:cubicBezTo>
                      <a:pt x="40682" y="984561"/>
                      <a:pt x="38269" y="990323"/>
                      <a:pt x="220467" y="981381"/>
                    </a:cubicBezTo>
                    <a:cubicBezTo>
                      <a:pt x="232408" y="980804"/>
                      <a:pt x="290880" y="977560"/>
                      <a:pt x="347530" y="978009"/>
                    </a:cubicBezTo>
                    <a:close/>
                    <a:moveTo>
                      <a:pt x="2125716" y="911485"/>
                    </a:moveTo>
                    <a:cubicBezTo>
                      <a:pt x="2156126" y="909216"/>
                      <a:pt x="2211928" y="915681"/>
                      <a:pt x="2223143" y="916980"/>
                    </a:cubicBezTo>
                    <a:cubicBezTo>
                      <a:pt x="2313531" y="927381"/>
                      <a:pt x="2442393" y="915720"/>
                      <a:pt x="2445276" y="946798"/>
                    </a:cubicBezTo>
                    <a:cubicBezTo>
                      <a:pt x="2445760" y="950880"/>
                      <a:pt x="2443024" y="955782"/>
                      <a:pt x="2435910" y="957073"/>
                    </a:cubicBezTo>
                    <a:cubicBezTo>
                      <a:pt x="2388512" y="966225"/>
                      <a:pt x="2162737" y="944552"/>
                      <a:pt x="2120558" y="931663"/>
                    </a:cubicBezTo>
                    <a:cubicBezTo>
                      <a:pt x="2112318" y="929196"/>
                      <a:pt x="2101952" y="925974"/>
                      <a:pt x="2106362" y="917179"/>
                    </a:cubicBezTo>
                    <a:cubicBezTo>
                      <a:pt x="2108264" y="913967"/>
                      <a:pt x="2115579" y="912241"/>
                      <a:pt x="2125716" y="911485"/>
                    </a:cubicBezTo>
                    <a:close/>
                    <a:moveTo>
                      <a:pt x="700042" y="909539"/>
                    </a:moveTo>
                    <a:cubicBezTo>
                      <a:pt x="746542" y="909329"/>
                      <a:pt x="798738" y="910693"/>
                      <a:pt x="803847" y="924956"/>
                    </a:cubicBezTo>
                    <a:cubicBezTo>
                      <a:pt x="806486" y="932450"/>
                      <a:pt x="799863" y="937582"/>
                      <a:pt x="792227" y="940626"/>
                    </a:cubicBezTo>
                    <a:cubicBezTo>
                      <a:pt x="777356" y="946619"/>
                      <a:pt x="563988" y="952633"/>
                      <a:pt x="547974" y="944247"/>
                    </a:cubicBezTo>
                    <a:cubicBezTo>
                      <a:pt x="532995" y="936501"/>
                      <a:pt x="535205" y="919373"/>
                      <a:pt x="550548" y="917851"/>
                    </a:cubicBezTo>
                    <a:cubicBezTo>
                      <a:pt x="578769" y="914534"/>
                      <a:pt x="576347" y="909853"/>
                      <a:pt x="657397" y="909853"/>
                    </a:cubicBezTo>
                    <a:cubicBezTo>
                      <a:pt x="669676" y="909853"/>
                      <a:pt x="684543" y="909608"/>
                      <a:pt x="700042" y="909539"/>
                    </a:cubicBezTo>
                    <a:close/>
                    <a:moveTo>
                      <a:pt x="60484" y="909142"/>
                    </a:moveTo>
                    <a:cubicBezTo>
                      <a:pt x="86053" y="908468"/>
                      <a:pt x="115413" y="909943"/>
                      <a:pt x="136752" y="910420"/>
                    </a:cubicBezTo>
                    <a:cubicBezTo>
                      <a:pt x="288109" y="913789"/>
                      <a:pt x="449167" y="901971"/>
                      <a:pt x="462203" y="921934"/>
                    </a:cubicBezTo>
                    <a:cubicBezTo>
                      <a:pt x="479687" y="949432"/>
                      <a:pt x="306172" y="942998"/>
                      <a:pt x="202106" y="944457"/>
                    </a:cubicBezTo>
                    <a:cubicBezTo>
                      <a:pt x="79740" y="945391"/>
                      <a:pt x="40121" y="955205"/>
                      <a:pt x="13436" y="940836"/>
                    </a:cubicBezTo>
                    <a:cubicBezTo>
                      <a:pt x="7046" y="937467"/>
                      <a:pt x="1761" y="927832"/>
                      <a:pt x="6966" y="920758"/>
                    </a:cubicBezTo>
                    <a:cubicBezTo>
                      <a:pt x="13139" y="912640"/>
                      <a:pt x="34916" y="909816"/>
                      <a:pt x="60484" y="909142"/>
                    </a:cubicBezTo>
                    <a:close/>
                    <a:moveTo>
                      <a:pt x="1913293" y="878577"/>
                    </a:moveTo>
                    <a:cubicBezTo>
                      <a:pt x="1971938" y="880195"/>
                      <a:pt x="2029881" y="888159"/>
                      <a:pt x="2042094" y="901698"/>
                    </a:cubicBezTo>
                    <a:cubicBezTo>
                      <a:pt x="2049650" y="910357"/>
                      <a:pt x="2048892" y="921104"/>
                      <a:pt x="2034906" y="925397"/>
                    </a:cubicBezTo>
                    <a:cubicBezTo>
                      <a:pt x="2001977" y="935588"/>
                      <a:pt x="1787937" y="925911"/>
                      <a:pt x="1776718" y="905781"/>
                    </a:cubicBezTo>
                    <a:cubicBezTo>
                      <a:pt x="1774761" y="902002"/>
                      <a:pt x="1776971" y="896072"/>
                      <a:pt x="1780286" y="893532"/>
                    </a:cubicBezTo>
                    <a:cubicBezTo>
                      <a:pt x="1795303" y="881688"/>
                      <a:pt x="1854649" y="876960"/>
                      <a:pt x="1913293" y="878577"/>
                    </a:cubicBezTo>
                    <a:close/>
                    <a:moveTo>
                      <a:pt x="2163869" y="837258"/>
                    </a:moveTo>
                    <a:cubicBezTo>
                      <a:pt x="2197926" y="836712"/>
                      <a:pt x="2232925" y="837749"/>
                      <a:pt x="2250104" y="838252"/>
                    </a:cubicBezTo>
                    <a:cubicBezTo>
                      <a:pt x="2372810" y="843185"/>
                      <a:pt x="2442593" y="829551"/>
                      <a:pt x="2462998" y="851749"/>
                    </a:cubicBezTo>
                    <a:cubicBezTo>
                      <a:pt x="2468544" y="857501"/>
                      <a:pt x="2467334" y="865373"/>
                      <a:pt x="2463198" y="868668"/>
                    </a:cubicBezTo>
                    <a:cubicBezTo>
                      <a:pt x="2439436" y="888421"/>
                      <a:pt x="2127504" y="868910"/>
                      <a:pt x="2119327" y="868270"/>
                    </a:cubicBezTo>
                    <a:cubicBezTo>
                      <a:pt x="2074201" y="864869"/>
                      <a:pt x="2074643" y="849587"/>
                      <a:pt x="2083283" y="845756"/>
                    </a:cubicBezTo>
                    <a:cubicBezTo>
                      <a:pt x="2096696" y="839931"/>
                      <a:pt x="2129811" y="837803"/>
                      <a:pt x="2163869" y="837258"/>
                    </a:cubicBezTo>
                    <a:close/>
                    <a:moveTo>
                      <a:pt x="50271" y="770220"/>
                    </a:moveTo>
                    <a:cubicBezTo>
                      <a:pt x="76872" y="770220"/>
                      <a:pt x="418254" y="819454"/>
                      <a:pt x="426119" y="821018"/>
                    </a:cubicBezTo>
                    <a:cubicBezTo>
                      <a:pt x="440049" y="823873"/>
                      <a:pt x="470661" y="832060"/>
                      <a:pt x="480779" y="841695"/>
                    </a:cubicBezTo>
                    <a:cubicBezTo>
                      <a:pt x="488232" y="848559"/>
                      <a:pt x="485093" y="861731"/>
                      <a:pt x="470150" y="864869"/>
                    </a:cubicBezTo>
                    <a:cubicBezTo>
                      <a:pt x="426523" y="873286"/>
                      <a:pt x="269965" y="825521"/>
                      <a:pt x="163116" y="820955"/>
                    </a:cubicBezTo>
                    <a:cubicBezTo>
                      <a:pt x="132873" y="819664"/>
                      <a:pt x="38880" y="815508"/>
                      <a:pt x="15508" y="796270"/>
                    </a:cubicBezTo>
                    <a:cubicBezTo>
                      <a:pt x="7234" y="789584"/>
                      <a:pt x="7816" y="778753"/>
                      <a:pt x="19496" y="775467"/>
                    </a:cubicBezTo>
                    <a:cubicBezTo>
                      <a:pt x="25729" y="770157"/>
                      <a:pt x="41981" y="770220"/>
                      <a:pt x="50271" y="770220"/>
                    </a:cubicBezTo>
                    <a:close/>
                    <a:moveTo>
                      <a:pt x="1944656" y="766485"/>
                    </a:moveTo>
                    <a:cubicBezTo>
                      <a:pt x="1970592" y="766620"/>
                      <a:pt x="1991930" y="768572"/>
                      <a:pt x="2001883" y="772634"/>
                    </a:cubicBezTo>
                    <a:cubicBezTo>
                      <a:pt x="2029276" y="784504"/>
                      <a:pt x="2007965" y="803543"/>
                      <a:pt x="1974953" y="808119"/>
                    </a:cubicBezTo>
                    <a:cubicBezTo>
                      <a:pt x="1949948" y="811520"/>
                      <a:pt x="1787263" y="825080"/>
                      <a:pt x="1770309" y="806471"/>
                    </a:cubicBezTo>
                    <a:cubicBezTo>
                      <a:pt x="1747649" y="782038"/>
                      <a:pt x="1866846" y="766082"/>
                      <a:pt x="1944656" y="766485"/>
                    </a:cubicBezTo>
                    <a:close/>
                    <a:moveTo>
                      <a:pt x="550589" y="761741"/>
                    </a:moveTo>
                    <a:cubicBezTo>
                      <a:pt x="564204" y="762072"/>
                      <a:pt x="583292" y="765279"/>
                      <a:pt x="608543" y="772623"/>
                    </a:cubicBezTo>
                    <a:cubicBezTo>
                      <a:pt x="707571" y="801790"/>
                      <a:pt x="807791" y="826161"/>
                      <a:pt x="790479" y="847488"/>
                    </a:cubicBezTo>
                    <a:cubicBezTo>
                      <a:pt x="777284" y="863190"/>
                      <a:pt x="680600" y="836205"/>
                      <a:pt x="660735" y="830590"/>
                    </a:cubicBezTo>
                    <a:cubicBezTo>
                      <a:pt x="652184" y="828901"/>
                      <a:pt x="596615" y="820011"/>
                      <a:pt x="557117" y="802389"/>
                    </a:cubicBezTo>
                    <a:cubicBezTo>
                      <a:pt x="518148" y="785646"/>
                      <a:pt x="509744" y="760750"/>
                      <a:pt x="550589" y="761741"/>
                    </a:cubicBezTo>
                    <a:close/>
                    <a:moveTo>
                      <a:pt x="2389195" y="743205"/>
                    </a:moveTo>
                    <a:cubicBezTo>
                      <a:pt x="2415931" y="741740"/>
                      <a:pt x="2442167" y="741824"/>
                      <a:pt x="2463451" y="745796"/>
                    </a:cubicBezTo>
                    <a:cubicBezTo>
                      <a:pt x="2473543" y="747423"/>
                      <a:pt x="2479415" y="748976"/>
                      <a:pt x="2482919" y="758118"/>
                    </a:cubicBezTo>
                    <a:cubicBezTo>
                      <a:pt x="2492822" y="786456"/>
                      <a:pt x="2389038" y="783318"/>
                      <a:pt x="2329442" y="785176"/>
                    </a:cubicBezTo>
                    <a:cubicBezTo>
                      <a:pt x="2327548" y="785239"/>
                      <a:pt x="2122842" y="796091"/>
                      <a:pt x="2100363" y="786488"/>
                    </a:cubicBezTo>
                    <a:cubicBezTo>
                      <a:pt x="2091081" y="782667"/>
                      <a:pt x="2090576" y="777598"/>
                      <a:pt x="2094691" y="772864"/>
                    </a:cubicBezTo>
                    <a:cubicBezTo>
                      <a:pt x="2106383" y="758958"/>
                      <a:pt x="2269058" y="750488"/>
                      <a:pt x="2311931" y="749911"/>
                    </a:cubicBezTo>
                    <a:cubicBezTo>
                      <a:pt x="2335220" y="747686"/>
                      <a:pt x="2362458" y="744671"/>
                      <a:pt x="2389195" y="743205"/>
                    </a:cubicBezTo>
                    <a:close/>
                    <a:moveTo>
                      <a:pt x="20426" y="664665"/>
                    </a:moveTo>
                    <a:cubicBezTo>
                      <a:pt x="126977" y="659606"/>
                      <a:pt x="255584" y="704601"/>
                      <a:pt x="335052" y="723000"/>
                    </a:cubicBezTo>
                    <a:cubicBezTo>
                      <a:pt x="360604" y="728877"/>
                      <a:pt x="454321" y="744820"/>
                      <a:pt x="471702" y="755851"/>
                    </a:cubicBezTo>
                    <a:cubicBezTo>
                      <a:pt x="478921" y="760238"/>
                      <a:pt x="481738" y="776643"/>
                      <a:pt x="450644" y="775142"/>
                    </a:cubicBezTo>
                    <a:cubicBezTo>
                      <a:pt x="399224" y="772812"/>
                      <a:pt x="250324" y="739446"/>
                      <a:pt x="200448" y="727807"/>
                    </a:cubicBezTo>
                    <a:cubicBezTo>
                      <a:pt x="149294" y="715590"/>
                      <a:pt x="32131" y="707960"/>
                      <a:pt x="12438" y="687703"/>
                    </a:cubicBezTo>
                    <a:cubicBezTo>
                      <a:pt x="2618" y="677606"/>
                      <a:pt x="7321" y="665704"/>
                      <a:pt x="20426" y="664665"/>
                    </a:cubicBezTo>
                    <a:close/>
                    <a:moveTo>
                      <a:pt x="2432743" y="646277"/>
                    </a:moveTo>
                    <a:cubicBezTo>
                      <a:pt x="2477405" y="643853"/>
                      <a:pt x="2482393" y="670218"/>
                      <a:pt x="2465155" y="679265"/>
                    </a:cubicBezTo>
                    <a:cubicBezTo>
                      <a:pt x="2435573" y="694914"/>
                      <a:pt x="2175071" y="717563"/>
                      <a:pt x="2160169" y="718697"/>
                    </a:cubicBezTo>
                    <a:cubicBezTo>
                      <a:pt x="2135796" y="720554"/>
                      <a:pt x="2065698" y="728856"/>
                      <a:pt x="2065698" y="707708"/>
                    </a:cubicBezTo>
                    <a:cubicBezTo>
                      <a:pt x="2065582" y="702114"/>
                      <a:pt x="2072517" y="699059"/>
                      <a:pt x="2077843" y="697433"/>
                    </a:cubicBezTo>
                    <a:cubicBezTo>
                      <a:pt x="2141595" y="677774"/>
                      <a:pt x="2385186" y="648460"/>
                      <a:pt x="2432743" y="646277"/>
                    </a:cubicBezTo>
                    <a:close/>
                    <a:moveTo>
                      <a:pt x="568373" y="624821"/>
                    </a:moveTo>
                    <a:cubicBezTo>
                      <a:pt x="602955" y="629706"/>
                      <a:pt x="817988" y="712861"/>
                      <a:pt x="821341" y="749648"/>
                    </a:cubicBezTo>
                    <a:cubicBezTo>
                      <a:pt x="821695" y="752713"/>
                      <a:pt x="818648" y="756449"/>
                      <a:pt x="816456" y="757289"/>
                    </a:cubicBezTo>
                    <a:cubicBezTo>
                      <a:pt x="795564" y="767701"/>
                      <a:pt x="574575" y="695963"/>
                      <a:pt x="549295" y="645952"/>
                    </a:cubicBezTo>
                    <a:cubicBezTo>
                      <a:pt x="541727" y="630985"/>
                      <a:pt x="550876" y="622434"/>
                      <a:pt x="568373" y="624821"/>
                    </a:cubicBezTo>
                    <a:close/>
                    <a:moveTo>
                      <a:pt x="1956183" y="615509"/>
                    </a:moveTo>
                    <a:cubicBezTo>
                      <a:pt x="1969278" y="614638"/>
                      <a:pt x="1981591" y="615806"/>
                      <a:pt x="1994211" y="619730"/>
                    </a:cubicBezTo>
                    <a:lnTo>
                      <a:pt x="1994211" y="619729"/>
                    </a:lnTo>
                    <a:cubicBezTo>
                      <a:pt x="2009018" y="624332"/>
                      <a:pt x="2006776" y="635877"/>
                      <a:pt x="1997715" y="642908"/>
                    </a:cubicBezTo>
                    <a:cubicBezTo>
                      <a:pt x="1981393" y="655660"/>
                      <a:pt x="1787242" y="701148"/>
                      <a:pt x="1779265" y="702554"/>
                    </a:cubicBezTo>
                    <a:cubicBezTo>
                      <a:pt x="1729625" y="711371"/>
                      <a:pt x="1725068" y="686192"/>
                      <a:pt x="1746063" y="673975"/>
                    </a:cubicBezTo>
                    <a:cubicBezTo>
                      <a:pt x="1763858" y="663532"/>
                      <a:pt x="1765374" y="664434"/>
                      <a:pt x="1787789" y="659040"/>
                    </a:cubicBezTo>
                    <a:cubicBezTo>
                      <a:pt x="1870576" y="639082"/>
                      <a:pt x="1916899" y="618121"/>
                      <a:pt x="1956183" y="615509"/>
                    </a:cubicBezTo>
                    <a:close/>
                    <a:moveTo>
                      <a:pt x="67306" y="540895"/>
                    </a:moveTo>
                    <a:cubicBezTo>
                      <a:pt x="93111" y="541960"/>
                      <a:pt x="135062" y="550587"/>
                      <a:pt x="199480" y="573047"/>
                    </a:cubicBezTo>
                    <a:cubicBezTo>
                      <a:pt x="328163" y="617552"/>
                      <a:pt x="481273" y="651493"/>
                      <a:pt x="456078" y="679307"/>
                    </a:cubicBezTo>
                    <a:cubicBezTo>
                      <a:pt x="437681" y="699815"/>
                      <a:pt x="217486" y="622481"/>
                      <a:pt x="143169" y="603069"/>
                    </a:cubicBezTo>
                    <a:cubicBezTo>
                      <a:pt x="119628" y="596979"/>
                      <a:pt x="63465" y="582465"/>
                      <a:pt x="43553" y="569557"/>
                    </a:cubicBezTo>
                    <a:cubicBezTo>
                      <a:pt x="26136" y="558351"/>
                      <a:pt x="24297" y="539120"/>
                      <a:pt x="67306" y="540895"/>
                    </a:cubicBezTo>
                    <a:close/>
                    <a:moveTo>
                      <a:pt x="628686" y="529618"/>
                    </a:moveTo>
                    <a:lnTo>
                      <a:pt x="628684" y="529620"/>
                    </a:lnTo>
                    <a:cubicBezTo>
                      <a:pt x="653294" y="533461"/>
                      <a:pt x="847641" y="629442"/>
                      <a:pt x="843299" y="656290"/>
                    </a:cubicBezTo>
                    <a:cubicBezTo>
                      <a:pt x="842622" y="660005"/>
                      <a:pt x="838260" y="663448"/>
                      <a:pt x="832407" y="662283"/>
                    </a:cubicBezTo>
                    <a:cubicBezTo>
                      <a:pt x="811338" y="658148"/>
                      <a:pt x="614727" y="573294"/>
                      <a:pt x="612050" y="538046"/>
                    </a:cubicBezTo>
                    <a:cubicBezTo>
                      <a:pt x="611457" y="532580"/>
                      <a:pt x="616049" y="527585"/>
                      <a:pt x="628686" y="529618"/>
                    </a:cubicBezTo>
                    <a:close/>
                    <a:moveTo>
                      <a:pt x="2435315" y="501304"/>
                    </a:moveTo>
                    <a:cubicBezTo>
                      <a:pt x="2441589" y="502828"/>
                      <a:pt x="2445653" y="506191"/>
                      <a:pt x="2446255" y="512184"/>
                    </a:cubicBezTo>
                    <a:cubicBezTo>
                      <a:pt x="2447897" y="529850"/>
                      <a:pt x="2402445" y="544536"/>
                      <a:pt x="2234477" y="591124"/>
                    </a:cubicBezTo>
                    <a:cubicBezTo>
                      <a:pt x="2212977" y="597075"/>
                      <a:pt x="2064099" y="639620"/>
                      <a:pt x="2052344" y="620686"/>
                    </a:cubicBezTo>
                    <a:cubicBezTo>
                      <a:pt x="2034643" y="591259"/>
                      <a:pt x="2260597" y="543230"/>
                      <a:pt x="2352973" y="515936"/>
                    </a:cubicBezTo>
                    <a:cubicBezTo>
                      <a:pt x="2377780" y="508722"/>
                      <a:pt x="2416492" y="496734"/>
                      <a:pt x="2435315" y="501304"/>
                    </a:cubicBezTo>
                    <a:close/>
                    <a:moveTo>
                      <a:pt x="1914932" y="488335"/>
                    </a:moveTo>
                    <a:cubicBezTo>
                      <a:pt x="1939073" y="483696"/>
                      <a:pt x="1941190" y="501543"/>
                      <a:pt x="1927259" y="514645"/>
                    </a:cubicBezTo>
                    <a:cubicBezTo>
                      <a:pt x="1918167" y="522857"/>
                      <a:pt x="1901055" y="535043"/>
                      <a:pt x="1890953" y="541902"/>
                    </a:cubicBezTo>
                    <a:cubicBezTo>
                      <a:pt x="1863181" y="560629"/>
                      <a:pt x="1732003" y="639938"/>
                      <a:pt x="1716733" y="620513"/>
                    </a:cubicBezTo>
                    <a:cubicBezTo>
                      <a:pt x="1702242" y="601847"/>
                      <a:pt x="1814004" y="541116"/>
                      <a:pt x="1883228" y="501478"/>
                    </a:cubicBezTo>
                    <a:cubicBezTo>
                      <a:pt x="1896391" y="493926"/>
                      <a:pt x="1906885" y="489882"/>
                      <a:pt x="1914932" y="488335"/>
                    </a:cubicBezTo>
                    <a:close/>
                    <a:moveTo>
                      <a:pt x="70688" y="447576"/>
                    </a:moveTo>
                    <a:cubicBezTo>
                      <a:pt x="102864" y="439555"/>
                      <a:pt x="371247" y="547449"/>
                      <a:pt x="446179" y="575698"/>
                    </a:cubicBezTo>
                    <a:cubicBezTo>
                      <a:pt x="439485" y="573461"/>
                      <a:pt x="499794" y="592298"/>
                      <a:pt x="515230" y="606972"/>
                    </a:cubicBezTo>
                    <a:cubicBezTo>
                      <a:pt x="520733" y="612278"/>
                      <a:pt x="520320" y="615814"/>
                      <a:pt x="519784" y="619416"/>
                    </a:cubicBezTo>
                    <a:cubicBezTo>
                      <a:pt x="518454" y="627859"/>
                      <a:pt x="507101" y="626430"/>
                      <a:pt x="499584" y="625473"/>
                    </a:cubicBezTo>
                    <a:cubicBezTo>
                      <a:pt x="449729" y="618369"/>
                      <a:pt x="77725" y="478420"/>
                      <a:pt x="69632" y="471673"/>
                    </a:cubicBezTo>
                    <a:lnTo>
                      <a:pt x="69633" y="471673"/>
                    </a:lnTo>
                    <a:cubicBezTo>
                      <a:pt x="58059" y="462088"/>
                      <a:pt x="60381" y="450380"/>
                      <a:pt x="70688" y="447576"/>
                    </a:cubicBezTo>
                    <a:close/>
                    <a:moveTo>
                      <a:pt x="668145" y="396875"/>
                    </a:moveTo>
                    <a:cubicBezTo>
                      <a:pt x="704148" y="396875"/>
                      <a:pt x="930908" y="554890"/>
                      <a:pt x="884831" y="561960"/>
                    </a:cubicBezTo>
                    <a:cubicBezTo>
                      <a:pt x="857892" y="565464"/>
                      <a:pt x="756350" y="492894"/>
                      <a:pt x="739952" y="481365"/>
                    </a:cubicBezTo>
                    <a:cubicBezTo>
                      <a:pt x="715234" y="467005"/>
                      <a:pt x="680809" y="444931"/>
                      <a:pt x="662164" y="423303"/>
                    </a:cubicBezTo>
                    <a:cubicBezTo>
                      <a:pt x="650644" y="409898"/>
                      <a:pt x="654995" y="396875"/>
                      <a:pt x="668145" y="396875"/>
                    </a:cubicBezTo>
                    <a:close/>
                    <a:moveTo>
                      <a:pt x="2392049" y="382306"/>
                    </a:moveTo>
                    <a:cubicBezTo>
                      <a:pt x="2402491" y="380422"/>
                      <a:pt x="2411104" y="380327"/>
                      <a:pt x="2416084" y="383169"/>
                    </a:cubicBezTo>
                    <a:cubicBezTo>
                      <a:pt x="2422314" y="386730"/>
                      <a:pt x="2424976" y="394142"/>
                      <a:pt x="2420440" y="401143"/>
                    </a:cubicBezTo>
                    <a:cubicBezTo>
                      <a:pt x="2410696" y="415725"/>
                      <a:pt x="2363771" y="432612"/>
                      <a:pt x="2365454" y="431711"/>
                    </a:cubicBezTo>
                    <a:cubicBezTo>
                      <a:pt x="2272825" y="472267"/>
                      <a:pt x="2173450" y="511136"/>
                      <a:pt x="2075243" y="535256"/>
                    </a:cubicBezTo>
                    <a:cubicBezTo>
                      <a:pt x="2059615" y="539014"/>
                      <a:pt x="2029013" y="546989"/>
                      <a:pt x="2028907" y="532095"/>
                    </a:cubicBezTo>
                    <a:cubicBezTo>
                      <a:pt x="2028823" y="527896"/>
                      <a:pt x="2033990" y="524588"/>
                      <a:pt x="2038547" y="521561"/>
                    </a:cubicBezTo>
                    <a:cubicBezTo>
                      <a:pt x="2096743" y="483049"/>
                      <a:pt x="2237813" y="436020"/>
                      <a:pt x="2297335" y="416604"/>
                    </a:cubicBezTo>
                    <a:lnTo>
                      <a:pt x="2297345" y="416604"/>
                    </a:lnTo>
                    <a:cubicBezTo>
                      <a:pt x="2312933" y="409721"/>
                      <a:pt x="2360724" y="387960"/>
                      <a:pt x="2392049" y="382306"/>
                    </a:cubicBezTo>
                    <a:close/>
                    <a:moveTo>
                      <a:pt x="1843366" y="353561"/>
                    </a:moveTo>
                    <a:cubicBezTo>
                      <a:pt x="1847466" y="355655"/>
                      <a:pt x="1848715" y="360806"/>
                      <a:pt x="1846259" y="369740"/>
                    </a:cubicBezTo>
                    <a:cubicBezTo>
                      <a:pt x="1836693" y="403535"/>
                      <a:pt x="1705063" y="497463"/>
                      <a:pt x="1659295" y="517614"/>
                    </a:cubicBezTo>
                    <a:cubicBezTo>
                      <a:pt x="1637111" y="527378"/>
                      <a:pt x="1627914" y="518526"/>
                      <a:pt x="1631176" y="510634"/>
                    </a:cubicBezTo>
                    <a:cubicBezTo>
                      <a:pt x="1646287" y="474069"/>
                      <a:pt x="1814669" y="338902"/>
                      <a:pt x="1843366" y="353561"/>
                    </a:cubicBezTo>
                    <a:close/>
                    <a:moveTo>
                      <a:pt x="101964" y="332261"/>
                    </a:moveTo>
                    <a:cubicBezTo>
                      <a:pt x="144496" y="332261"/>
                      <a:pt x="204547" y="372810"/>
                      <a:pt x="368076" y="448291"/>
                    </a:cubicBezTo>
                    <a:cubicBezTo>
                      <a:pt x="389362" y="458239"/>
                      <a:pt x="461580" y="487949"/>
                      <a:pt x="486969" y="502608"/>
                    </a:cubicBezTo>
                    <a:cubicBezTo>
                      <a:pt x="509202" y="515592"/>
                      <a:pt x="503540" y="515063"/>
                      <a:pt x="508951" y="517290"/>
                    </a:cubicBezTo>
                    <a:cubicBezTo>
                      <a:pt x="512076" y="518654"/>
                      <a:pt x="513463" y="522447"/>
                      <a:pt x="512870" y="525582"/>
                    </a:cubicBezTo>
                    <a:cubicBezTo>
                      <a:pt x="522235" y="571188"/>
                      <a:pt x="356691" y="468037"/>
                      <a:pt x="174715" y="400330"/>
                    </a:cubicBezTo>
                    <a:cubicBezTo>
                      <a:pt x="180789" y="402797"/>
                      <a:pt x="108565" y="379627"/>
                      <a:pt x="93125" y="362175"/>
                    </a:cubicBezTo>
                    <a:cubicBezTo>
                      <a:pt x="78310" y="345290"/>
                      <a:pt x="85857" y="332261"/>
                      <a:pt x="101964" y="332261"/>
                    </a:cubicBezTo>
                    <a:close/>
                    <a:moveTo>
                      <a:pt x="790389" y="278146"/>
                    </a:moveTo>
                    <a:cubicBezTo>
                      <a:pt x="819093" y="265349"/>
                      <a:pt x="880407" y="364105"/>
                      <a:pt x="919118" y="412721"/>
                    </a:cubicBezTo>
                    <a:lnTo>
                      <a:pt x="919119" y="412721"/>
                    </a:lnTo>
                    <a:cubicBezTo>
                      <a:pt x="932523" y="429860"/>
                      <a:pt x="968890" y="472068"/>
                      <a:pt x="969816" y="492056"/>
                    </a:cubicBezTo>
                    <a:cubicBezTo>
                      <a:pt x="971763" y="532914"/>
                      <a:pt x="860543" y="406293"/>
                      <a:pt x="835710" y="373404"/>
                    </a:cubicBezTo>
                    <a:cubicBezTo>
                      <a:pt x="814300" y="350364"/>
                      <a:pt x="761517" y="291150"/>
                      <a:pt x="790389" y="278146"/>
                    </a:cubicBezTo>
                    <a:close/>
                    <a:moveTo>
                      <a:pt x="2362518" y="259287"/>
                    </a:moveTo>
                    <a:cubicBezTo>
                      <a:pt x="2372177" y="263083"/>
                      <a:pt x="2368843" y="274214"/>
                      <a:pt x="2363055" y="279583"/>
                    </a:cubicBezTo>
                    <a:cubicBezTo>
                      <a:pt x="2307595" y="330738"/>
                      <a:pt x="2125715" y="400987"/>
                      <a:pt x="2127714" y="400133"/>
                    </a:cubicBezTo>
                    <a:cubicBezTo>
                      <a:pt x="2082020" y="419876"/>
                      <a:pt x="2006008" y="459121"/>
                      <a:pt x="1988749" y="445561"/>
                    </a:cubicBezTo>
                    <a:cubicBezTo>
                      <a:pt x="1983403" y="441348"/>
                      <a:pt x="1984256" y="433645"/>
                      <a:pt x="1986971" y="428181"/>
                    </a:cubicBezTo>
                    <a:cubicBezTo>
                      <a:pt x="1995779" y="410277"/>
                      <a:pt x="2018805" y="400551"/>
                      <a:pt x="2082757" y="372547"/>
                    </a:cubicBezTo>
                    <a:cubicBezTo>
                      <a:pt x="2084451" y="371800"/>
                      <a:pt x="2242264" y="304522"/>
                      <a:pt x="2284033" y="283006"/>
                    </a:cubicBezTo>
                    <a:cubicBezTo>
                      <a:pt x="2330211" y="259033"/>
                      <a:pt x="2352860" y="255492"/>
                      <a:pt x="2362518" y="259287"/>
                    </a:cubicBezTo>
                    <a:close/>
                    <a:moveTo>
                      <a:pt x="1722395" y="245631"/>
                    </a:moveTo>
                    <a:cubicBezTo>
                      <a:pt x="1730404" y="246000"/>
                      <a:pt x="1736255" y="254834"/>
                      <a:pt x="1732887" y="263803"/>
                    </a:cubicBezTo>
                    <a:cubicBezTo>
                      <a:pt x="1722679" y="289253"/>
                      <a:pt x="1605056" y="449332"/>
                      <a:pt x="1576032" y="443542"/>
                    </a:cubicBezTo>
                    <a:cubicBezTo>
                      <a:pt x="1571854" y="442807"/>
                      <a:pt x="1569150" y="438885"/>
                      <a:pt x="1568771" y="435773"/>
                    </a:cubicBezTo>
                    <a:cubicBezTo>
                      <a:pt x="1566192" y="414363"/>
                      <a:pt x="1665704" y="291022"/>
                      <a:pt x="1680995" y="275786"/>
                    </a:cubicBezTo>
                    <a:cubicBezTo>
                      <a:pt x="1691024" y="265656"/>
                      <a:pt x="1708346" y="244847"/>
                      <a:pt x="1722385" y="245632"/>
                    </a:cubicBezTo>
                    <a:close/>
                    <a:moveTo>
                      <a:pt x="148425" y="233791"/>
                    </a:moveTo>
                    <a:cubicBezTo>
                      <a:pt x="165103" y="232746"/>
                      <a:pt x="194458" y="241636"/>
                      <a:pt x="229558" y="266787"/>
                    </a:cubicBezTo>
                    <a:cubicBezTo>
                      <a:pt x="303016" y="316224"/>
                      <a:pt x="299271" y="307847"/>
                      <a:pt x="392618" y="357978"/>
                    </a:cubicBezTo>
                    <a:cubicBezTo>
                      <a:pt x="394578" y="359008"/>
                      <a:pt x="384974" y="353069"/>
                      <a:pt x="506955" y="422433"/>
                    </a:cubicBezTo>
                    <a:cubicBezTo>
                      <a:pt x="525197" y="432679"/>
                      <a:pt x="597966" y="466674"/>
                      <a:pt x="571781" y="483334"/>
                    </a:cubicBezTo>
                    <a:cubicBezTo>
                      <a:pt x="545749" y="499515"/>
                      <a:pt x="321966" y="364280"/>
                      <a:pt x="300659" y="351065"/>
                    </a:cubicBezTo>
                    <a:cubicBezTo>
                      <a:pt x="260613" y="325931"/>
                      <a:pt x="168545" y="284545"/>
                      <a:pt x="143346" y="260405"/>
                    </a:cubicBezTo>
                    <a:lnTo>
                      <a:pt x="143347" y="260405"/>
                    </a:lnTo>
                    <a:cubicBezTo>
                      <a:pt x="127744" y="245816"/>
                      <a:pt x="131747" y="234836"/>
                      <a:pt x="148425" y="233791"/>
                    </a:cubicBezTo>
                    <a:close/>
                    <a:moveTo>
                      <a:pt x="962271" y="219735"/>
                    </a:moveTo>
                    <a:cubicBezTo>
                      <a:pt x="995494" y="223982"/>
                      <a:pt x="1060594" y="389804"/>
                      <a:pt x="1062414" y="407506"/>
                    </a:cubicBezTo>
                    <a:cubicBezTo>
                      <a:pt x="1064961" y="435347"/>
                      <a:pt x="1048470" y="443559"/>
                      <a:pt x="1035084" y="430879"/>
                    </a:cubicBezTo>
                    <a:cubicBezTo>
                      <a:pt x="1023003" y="419209"/>
                      <a:pt x="1010354" y="383389"/>
                      <a:pt x="1003040" y="365758"/>
                    </a:cubicBezTo>
                    <a:lnTo>
                      <a:pt x="1003040" y="365759"/>
                    </a:lnTo>
                    <a:cubicBezTo>
                      <a:pt x="985339" y="325301"/>
                      <a:pt x="935309" y="256778"/>
                      <a:pt x="949600" y="227175"/>
                    </a:cubicBezTo>
                    <a:cubicBezTo>
                      <a:pt x="951863" y="222468"/>
                      <a:pt x="956956" y="219081"/>
                      <a:pt x="962271" y="219735"/>
                    </a:cubicBezTo>
                    <a:close/>
                    <a:moveTo>
                      <a:pt x="1588261" y="177671"/>
                    </a:moveTo>
                    <a:cubicBezTo>
                      <a:pt x="1608919" y="183796"/>
                      <a:pt x="1596637" y="219186"/>
                      <a:pt x="1588850" y="239229"/>
                    </a:cubicBezTo>
                    <a:cubicBezTo>
                      <a:pt x="1531464" y="390143"/>
                      <a:pt x="1492316" y="418315"/>
                      <a:pt x="1495705" y="385984"/>
                    </a:cubicBezTo>
                    <a:cubicBezTo>
                      <a:pt x="1504555" y="300633"/>
                      <a:pt x="1524803" y="255699"/>
                      <a:pt x="1547197" y="216317"/>
                    </a:cubicBezTo>
                    <a:cubicBezTo>
                      <a:pt x="1556037" y="200856"/>
                      <a:pt x="1571212" y="172706"/>
                      <a:pt x="1588261" y="177671"/>
                    </a:cubicBezTo>
                    <a:close/>
                    <a:moveTo>
                      <a:pt x="1098680" y="171455"/>
                    </a:moveTo>
                    <a:cubicBezTo>
                      <a:pt x="1102613" y="172474"/>
                      <a:pt x="1106493" y="175755"/>
                      <a:pt x="1109255" y="180203"/>
                    </a:cubicBezTo>
                    <a:cubicBezTo>
                      <a:pt x="1124062" y="205362"/>
                      <a:pt x="1176291" y="362265"/>
                      <a:pt x="1161863" y="388056"/>
                    </a:cubicBezTo>
                    <a:cubicBezTo>
                      <a:pt x="1155338" y="399778"/>
                      <a:pt x="1142878" y="392590"/>
                      <a:pt x="1136059" y="378707"/>
                    </a:cubicBezTo>
                    <a:cubicBezTo>
                      <a:pt x="1135217" y="377018"/>
                      <a:pt x="1097689" y="284127"/>
                      <a:pt x="1090575" y="252957"/>
                    </a:cubicBezTo>
                    <a:lnTo>
                      <a:pt x="1090575" y="252955"/>
                    </a:lnTo>
                    <a:cubicBezTo>
                      <a:pt x="1074601" y="185704"/>
                      <a:pt x="1086880" y="168399"/>
                      <a:pt x="1098680" y="171455"/>
                    </a:cubicBezTo>
                    <a:close/>
                    <a:moveTo>
                      <a:pt x="2279142" y="143066"/>
                    </a:moveTo>
                    <a:cubicBezTo>
                      <a:pt x="2290607" y="142205"/>
                      <a:pt x="2300697" y="145332"/>
                      <a:pt x="2305248" y="155590"/>
                    </a:cubicBezTo>
                    <a:cubicBezTo>
                      <a:pt x="2310952" y="168363"/>
                      <a:pt x="2300902" y="176120"/>
                      <a:pt x="2292567" y="183702"/>
                    </a:cubicBezTo>
                    <a:cubicBezTo>
                      <a:pt x="2255524" y="217683"/>
                      <a:pt x="1975742" y="403866"/>
                      <a:pt x="1948044" y="398271"/>
                    </a:cubicBezTo>
                    <a:cubicBezTo>
                      <a:pt x="1942456" y="397233"/>
                      <a:pt x="1939551" y="391904"/>
                      <a:pt x="1943950" y="385235"/>
                    </a:cubicBezTo>
                    <a:cubicBezTo>
                      <a:pt x="1987981" y="318197"/>
                      <a:pt x="2092386" y="269676"/>
                      <a:pt x="2157570" y="217083"/>
                    </a:cubicBezTo>
                    <a:lnTo>
                      <a:pt x="2157570" y="217084"/>
                    </a:lnTo>
                    <a:cubicBezTo>
                      <a:pt x="2183626" y="195975"/>
                      <a:pt x="2215703" y="170950"/>
                      <a:pt x="2244779" y="154471"/>
                    </a:cubicBezTo>
                    <a:cubicBezTo>
                      <a:pt x="2254835" y="148777"/>
                      <a:pt x="2267676" y="143927"/>
                      <a:pt x="2279142" y="143066"/>
                    </a:cubicBezTo>
                    <a:close/>
                    <a:moveTo>
                      <a:pt x="1233351" y="128668"/>
                    </a:moveTo>
                    <a:cubicBezTo>
                      <a:pt x="1236214" y="127311"/>
                      <a:pt x="1239630" y="127512"/>
                      <a:pt x="1243684" y="129644"/>
                    </a:cubicBezTo>
                    <a:cubicBezTo>
                      <a:pt x="1261122" y="130817"/>
                      <a:pt x="1263953" y="198797"/>
                      <a:pt x="1269425" y="285493"/>
                    </a:cubicBezTo>
                    <a:cubicBezTo>
                      <a:pt x="1270719" y="303992"/>
                      <a:pt x="1275960" y="374439"/>
                      <a:pt x="1255429" y="378457"/>
                    </a:cubicBezTo>
                    <a:cubicBezTo>
                      <a:pt x="1240096" y="381458"/>
                      <a:pt x="1238475" y="348956"/>
                      <a:pt x="1235486" y="328066"/>
                    </a:cubicBezTo>
                    <a:cubicBezTo>
                      <a:pt x="1231793" y="311185"/>
                      <a:pt x="1224794" y="254132"/>
                      <a:pt x="1225615" y="259052"/>
                    </a:cubicBezTo>
                    <a:cubicBezTo>
                      <a:pt x="1220404" y="224059"/>
                      <a:pt x="1213314" y="138170"/>
                      <a:pt x="1233351" y="128668"/>
                    </a:cubicBezTo>
                    <a:close/>
                    <a:moveTo>
                      <a:pt x="1399466" y="124293"/>
                    </a:moveTo>
                    <a:cubicBezTo>
                      <a:pt x="1412371" y="119505"/>
                      <a:pt x="1424228" y="129387"/>
                      <a:pt x="1425207" y="147466"/>
                    </a:cubicBezTo>
                    <a:cubicBezTo>
                      <a:pt x="1426670" y="176741"/>
                      <a:pt x="1404054" y="379024"/>
                      <a:pt x="1374904" y="375795"/>
                    </a:cubicBezTo>
                    <a:cubicBezTo>
                      <a:pt x="1368895" y="375136"/>
                      <a:pt x="1366916" y="369407"/>
                      <a:pt x="1365664" y="364273"/>
                    </a:cubicBezTo>
                    <a:cubicBezTo>
                      <a:pt x="1360234" y="342598"/>
                      <a:pt x="1367201" y="191088"/>
                      <a:pt x="1367443" y="189142"/>
                    </a:cubicBezTo>
                    <a:cubicBezTo>
                      <a:pt x="1372610" y="148539"/>
                      <a:pt x="1386562" y="129081"/>
                      <a:pt x="1399466" y="124293"/>
                    </a:cubicBezTo>
                    <a:close/>
                    <a:moveTo>
                      <a:pt x="229921" y="110484"/>
                    </a:moveTo>
                    <a:cubicBezTo>
                      <a:pt x="261425" y="107743"/>
                      <a:pt x="369623" y="185232"/>
                      <a:pt x="393551" y="202307"/>
                    </a:cubicBezTo>
                    <a:cubicBezTo>
                      <a:pt x="484305" y="267634"/>
                      <a:pt x="569550" y="311778"/>
                      <a:pt x="582353" y="338593"/>
                    </a:cubicBezTo>
                    <a:cubicBezTo>
                      <a:pt x="586944" y="348515"/>
                      <a:pt x="578565" y="353910"/>
                      <a:pt x="568357" y="352419"/>
                    </a:cubicBezTo>
                    <a:cubicBezTo>
                      <a:pt x="554965" y="350815"/>
                      <a:pt x="535353" y="340727"/>
                      <a:pt x="523163" y="334578"/>
                    </a:cubicBezTo>
                    <a:cubicBezTo>
                      <a:pt x="434567" y="295977"/>
                      <a:pt x="309799" y="203053"/>
                      <a:pt x="237690" y="138707"/>
                    </a:cubicBezTo>
                    <a:lnTo>
                      <a:pt x="237691" y="138708"/>
                    </a:lnTo>
                    <a:cubicBezTo>
                      <a:pt x="228374" y="130116"/>
                      <a:pt x="220102" y="123238"/>
                      <a:pt x="221584" y="116981"/>
                    </a:cubicBezTo>
                    <a:cubicBezTo>
                      <a:pt x="222485" y="112905"/>
                      <a:pt x="225420" y="110876"/>
                      <a:pt x="229921" y="110484"/>
                    </a:cubicBezTo>
                    <a:close/>
                    <a:moveTo>
                      <a:pt x="2217481" y="47472"/>
                    </a:moveTo>
                    <a:cubicBezTo>
                      <a:pt x="2225363" y="47472"/>
                      <a:pt x="2231299" y="54196"/>
                      <a:pt x="2227847" y="63898"/>
                    </a:cubicBezTo>
                    <a:cubicBezTo>
                      <a:pt x="2216534" y="94706"/>
                      <a:pt x="1993095" y="266612"/>
                      <a:pt x="1960283" y="289922"/>
                    </a:cubicBezTo>
                    <a:cubicBezTo>
                      <a:pt x="1948086" y="298540"/>
                      <a:pt x="1913968" y="323511"/>
                      <a:pt x="1904107" y="312373"/>
                    </a:cubicBezTo>
                    <a:cubicBezTo>
                      <a:pt x="1889827" y="296191"/>
                      <a:pt x="2018878" y="200577"/>
                      <a:pt x="2096406" y="128683"/>
                    </a:cubicBezTo>
                    <a:cubicBezTo>
                      <a:pt x="2116338" y="109814"/>
                      <a:pt x="2189941" y="47472"/>
                      <a:pt x="2217481" y="47472"/>
                    </a:cubicBezTo>
                    <a:close/>
                    <a:moveTo>
                      <a:pt x="2066128" y="0"/>
                    </a:moveTo>
                    <a:lnTo>
                      <a:pt x="2126603" y="0"/>
                    </a:lnTo>
                    <a:lnTo>
                      <a:pt x="2116009" y="16028"/>
                    </a:lnTo>
                    <a:cubicBezTo>
                      <a:pt x="2097909" y="37192"/>
                      <a:pt x="2073128" y="59093"/>
                      <a:pt x="2060552" y="71639"/>
                    </a:cubicBezTo>
                    <a:cubicBezTo>
                      <a:pt x="2076264" y="55927"/>
                      <a:pt x="1957452" y="178256"/>
                      <a:pt x="1870232" y="247691"/>
                    </a:cubicBezTo>
                    <a:cubicBezTo>
                      <a:pt x="1857645" y="257523"/>
                      <a:pt x="1836166" y="276751"/>
                      <a:pt x="1824148" y="270010"/>
                    </a:cubicBezTo>
                    <a:cubicBezTo>
                      <a:pt x="1816424" y="265390"/>
                      <a:pt x="1818655" y="254660"/>
                      <a:pt x="1823296" y="246506"/>
                    </a:cubicBezTo>
                    <a:cubicBezTo>
                      <a:pt x="1849248" y="202801"/>
                      <a:pt x="1924902" y="158331"/>
                      <a:pt x="1988991" y="83489"/>
                    </a:cubicBezTo>
                    <a:cubicBezTo>
                      <a:pt x="1999689" y="71169"/>
                      <a:pt x="2020739" y="47160"/>
                      <a:pt x="2042535" y="23982"/>
                    </a:cubicBezTo>
                    <a:close/>
                    <a:moveTo>
                      <a:pt x="1926330" y="0"/>
                    </a:moveTo>
                    <a:lnTo>
                      <a:pt x="1974959" y="0"/>
                    </a:lnTo>
                    <a:lnTo>
                      <a:pt x="1961052" y="16191"/>
                    </a:lnTo>
                    <a:cubicBezTo>
                      <a:pt x="1883193" y="104876"/>
                      <a:pt x="1788010" y="203021"/>
                      <a:pt x="1779170" y="209226"/>
                    </a:cubicBezTo>
                    <a:cubicBezTo>
                      <a:pt x="1775740" y="211668"/>
                      <a:pt x="1772014" y="214095"/>
                      <a:pt x="1767752" y="212913"/>
                    </a:cubicBezTo>
                    <a:cubicBezTo>
                      <a:pt x="1738791" y="205693"/>
                      <a:pt x="1803427" y="143438"/>
                      <a:pt x="1918525" y="9867"/>
                    </a:cubicBezTo>
                    <a:lnTo>
                      <a:pt x="1918525" y="9866"/>
                    </a:lnTo>
                    <a:close/>
                    <a:moveTo>
                      <a:pt x="1771657" y="0"/>
                    </a:moveTo>
                    <a:lnTo>
                      <a:pt x="1834984" y="0"/>
                    </a:lnTo>
                    <a:lnTo>
                      <a:pt x="1810650" y="35534"/>
                    </a:lnTo>
                    <a:cubicBezTo>
                      <a:pt x="1756361" y="111962"/>
                      <a:pt x="1700243" y="179586"/>
                      <a:pt x="1686983" y="172017"/>
                    </a:cubicBezTo>
                    <a:cubicBezTo>
                      <a:pt x="1682974" y="169726"/>
                      <a:pt x="1679617" y="166892"/>
                      <a:pt x="1681774" y="156610"/>
                    </a:cubicBezTo>
                    <a:lnTo>
                      <a:pt x="1681774" y="156609"/>
                    </a:lnTo>
                    <a:cubicBezTo>
                      <a:pt x="1684542" y="144280"/>
                      <a:pt x="1724855" y="75592"/>
                      <a:pt x="1767747" y="6243"/>
                    </a:cubicBezTo>
                    <a:close/>
                    <a:moveTo>
                      <a:pt x="1638959" y="0"/>
                    </a:moveTo>
                    <a:lnTo>
                      <a:pt x="1684090" y="0"/>
                    </a:lnTo>
                    <a:lnTo>
                      <a:pt x="1673023" y="26265"/>
                    </a:lnTo>
                    <a:cubicBezTo>
                      <a:pt x="1663521" y="48256"/>
                      <a:pt x="1655712" y="65535"/>
                      <a:pt x="1651750" y="72604"/>
                    </a:cubicBezTo>
                    <a:cubicBezTo>
                      <a:pt x="1649687" y="76336"/>
                      <a:pt x="1619684" y="129985"/>
                      <a:pt x="1609908" y="133768"/>
                    </a:cubicBezTo>
                    <a:cubicBezTo>
                      <a:pt x="1604941" y="135796"/>
                      <a:pt x="1599889" y="132615"/>
                      <a:pt x="1599016" y="125801"/>
                    </a:cubicBezTo>
                    <a:lnTo>
                      <a:pt x="1599005" y="125802"/>
                    </a:lnTo>
                    <a:cubicBezTo>
                      <a:pt x="1598113" y="118451"/>
                      <a:pt x="1605686" y="92156"/>
                      <a:pt x="1618000" y="56848"/>
                    </a:cubicBezTo>
                    <a:close/>
                    <a:moveTo>
                      <a:pt x="1519277" y="0"/>
                    </a:moveTo>
                    <a:lnTo>
                      <a:pt x="1561379" y="0"/>
                    </a:lnTo>
                    <a:lnTo>
                      <a:pt x="1549507" y="33635"/>
                    </a:lnTo>
                    <a:cubicBezTo>
                      <a:pt x="1545722" y="44121"/>
                      <a:pt x="1542825" y="51928"/>
                      <a:pt x="1541209" y="56146"/>
                    </a:cubicBezTo>
                    <a:cubicBezTo>
                      <a:pt x="1515995" y="120589"/>
                      <a:pt x="1493485" y="120696"/>
                      <a:pt x="1514869" y="21450"/>
                    </a:cubicBezTo>
                    <a:close/>
                    <a:moveTo>
                      <a:pt x="1406844" y="0"/>
                    </a:moveTo>
                    <a:lnTo>
                      <a:pt x="1442893" y="0"/>
                    </a:lnTo>
                    <a:lnTo>
                      <a:pt x="1431410" y="40961"/>
                    </a:lnTo>
                    <a:cubicBezTo>
                      <a:pt x="1422221" y="68019"/>
                      <a:pt x="1413042" y="82499"/>
                      <a:pt x="1404833" y="74314"/>
                    </a:cubicBezTo>
                    <a:cubicBezTo>
                      <a:pt x="1399809" y="69301"/>
                      <a:pt x="1401720" y="39805"/>
                      <a:pt x="1406288" y="3922"/>
                    </a:cubicBezTo>
                    <a:close/>
                    <a:moveTo>
                      <a:pt x="1323981" y="0"/>
                    </a:moveTo>
                    <a:lnTo>
                      <a:pt x="1348919" y="0"/>
                    </a:lnTo>
                    <a:lnTo>
                      <a:pt x="1347340" y="9053"/>
                    </a:lnTo>
                    <a:cubicBezTo>
                      <a:pt x="1337406" y="57268"/>
                      <a:pt x="1328058" y="73846"/>
                      <a:pt x="1324538" y="9777"/>
                    </a:cubicBezTo>
                    <a:close/>
                    <a:moveTo>
                      <a:pt x="1230277" y="0"/>
                    </a:moveTo>
                    <a:lnTo>
                      <a:pt x="1262490" y="0"/>
                    </a:lnTo>
                    <a:lnTo>
                      <a:pt x="1262330" y="9638"/>
                    </a:lnTo>
                    <a:cubicBezTo>
                      <a:pt x="1260944" y="44063"/>
                      <a:pt x="1256962" y="69002"/>
                      <a:pt x="1247925" y="65681"/>
                    </a:cubicBezTo>
                    <a:cubicBezTo>
                      <a:pt x="1242611" y="63821"/>
                      <a:pt x="1237162" y="40948"/>
                      <a:pt x="1232928" y="17096"/>
                    </a:cubicBezTo>
                    <a:close/>
                    <a:moveTo>
                      <a:pt x="1130871" y="0"/>
                    </a:moveTo>
                    <a:lnTo>
                      <a:pt x="1162974" y="0"/>
                    </a:lnTo>
                    <a:lnTo>
                      <a:pt x="1166053" y="39341"/>
                    </a:lnTo>
                    <a:cubicBezTo>
                      <a:pt x="1166716" y="53101"/>
                      <a:pt x="1166617" y="62553"/>
                      <a:pt x="1165588" y="65973"/>
                    </a:cubicBezTo>
                    <a:cubicBezTo>
                      <a:pt x="1160174" y="84878"/>
                      <a:pt x="1152253" y="74943"/>
                      <a:pt x="1143658" y="48663"/>
                    </a:cubicBezTo>
                    <a:close/>
                    <a:moveTo>
                      <a:pt x="1032122" y="0"/>
                    </a:moveTo>
                    <a:lnTo>
                      <a:pt x="1064458" y="0"/>
                    </a:lnTo>
                    <a:lnTo>
                      <a:pt x="1068698" y="26030"/>
                    </a:lnTo>
                    <a:cubicBezTo>
                      <a:pt x="1074126" y="66438"/>
                      <a:pt x="1073522" y="93476"/>
                      <a:pt x="1059362" y="82779"/>
                    </a:cubicBezTo>
                    <a:lnTo>
                      <a:pt x="1059362" y="82780"/>
                    </a:lnTo>
                    <a:cubicBezTo>
                      <a:pt x="1057820" y="81622"/>
                      <a:pt x="1050508" y="60438"/>
                      <a:pt x="1040670" y="28650"/>
                    </a:cubicBezTo>
                    <a:close/>
                    <a:moveTo>
                      <a:pt x="936876" y="0"/>
                    </a:moveTo>
                    <a:lnTo>
                      <a:pt x="973609" y="0"/>
                    </a:lnTo>
                    <a:lnTo>
                      <a:pt x="977827" y="12878"/>
                    </a:lnTo>
                    <a:cubicBezTo>
                      <a:pt x="993358" y="61774"/>
                      <a:pt x="1005171" y="104408"/>
                      <a:pt x="1002156" y="112821"/>
                    </a:cubicBezTo>
                    <a:cubicBezTo>
                      <a:pt x="994855" y="133209"/>
                      <a:pt x="975793" y="98817"/>
                      <a:pt x="954246" y="45721"/>
                    </a:cubicBezTo>
                    <a:close/>
                    <a:moveTo>
                      <a:pt x="839136" y="0"/>
                    </a:moveTo>
                    <a:lnTo>
                      <a:pt x="875126" y="0"/>
                    </a:lnTo>
                    <a:lnTo>
                      <a:pt x="889926" y="41772"/>
                    </a:lnTo>
                    <a:cubicBezTo>
                      <a:pt x="903556" y="81368"/>
                      <a:pt x="911733" y="108747"/>
                      <a:pt x="912352" y="116252"/>
                    </a:cubicBezTo>
                    <a:cubicBezTo>
                      <a:pt x="913757" y="134455"/>
                      <a:pt x="902185" y="134821"/>
                      <a:pt x="895980" y="125865"/>
                    </a:cubicBezTo>
                    <a:lnTo>
                      <a:pt x="895980" y="125864"/>
                    </a:lnTo>
                    <a:cubicBezTo>
                      <a:pt x="889489" y="116585"/>
                      <a:pt x="867641" y="67729"/>
                      <a:pt x="842588" y="8317"/>
                    </a:cubicBezTo>
                    <a:close/>
                    <a:moveTo>
                      <a:pt x="718313" y="0"/>
                    </a:moveTo>
                    <a:lnTo>
                      <a:pt x="769359" y="0"/>
                    </a:lnTo>
                    <a:lnTo>
                      <a:pt x="770798" y="2873"/>
                    </a:lnTo>
                    <a:cubicBezTo>
                      <a:pt x="777975" y="18509"/>
                      <a:pt x="783183" y="32279"/>
                      <a:pt x="801269" y="70459"/>
                    </a:cubicBezTo>
                    <a:cubicBezTo>
                      <a:pt x="811209" y="91258"/>
                      <a:pt x="863193" y="193039"/>
                      <a:pt x="840548" y="196803"/>
                    </a:cubicBezTo>
                    <a:cubicBezTo>
                      <a:pt x="831277" y="198411"/>
                      <a:pt x="825670" y="187678"/>
                      <a:pt x="816453" y="173496"/>
                    </a:cubicBezTo>
                    <a:cubicBezTo>
                      <a:pt x="806424" y="157735"/>
                      <a:pt x="779048" y="110347"/>
                      <a:pt x="748055" y="54393"/>
                    </a:cubicBezTo>
                    <a:close/>
                    <a:moveTo>
                      <a:pt x="544628" y="0"/>
                    </a:moveTo>
                    <a:lnTo>
                      <a:pt x="595156" y="0"/>
                    </a:lnTo>
                    <a:lnTo>
                      <a:pt x="625493" y="35294"/>
                    </a:lnTo>
                    <a:cubicBezTo>
                      <a:pt x="695613" y="119272"/>
                      <a:pt x="758559" y="204761"/>
                      <a:pt x="742096" y="210810"/>
                    </a:cubicBezTo>
                    <a:cubicBezTo>
                      <a:pt x="722704" y="217994"/>
                      <a:pt x="579139" y="44714"/>
                      <a:pt x="575342" y="39761"/>
                    </a:cubicBezTo>
                    <a:close/>
                    <a:moveTo>
                      <a:pt x="325234" y="0"/>
                    </a:moveTo>
                    <a:lnTo>
                      <a:pt x="361709" y="0"/>
                    </a:lnTo>
                    <a:lnTo>
                      <a:pt x="384383" y="17443"/>
                    </a:lnTo>
                    <a:cubicBezTo>
                      <a:pt x="473665" y="90209"/>
                      <a:pt x="631854" y="238470"/>
                      <a:pt x="643490" y="260287"/>
                    </a:cubicBezTo>
                    <a:cubicBezTo>
                      <a:pt x="647460" y="267522"/>
                      <a:pt x="648073" y="270128"/>
                      <a:pt x="646395" y="275627"/>
                    </a:cubicBezTo>
                    <a:lnTo>
                      <a:pt x="646396" y="275627"/>
                    </a:lnTo>
                    <a:cubicBezTo>
                      <a:pt x="636894" y="304056"/>
                      <a:pt x="406323" y="87237"/>
                      <a:pt x="337062" y="13681"/>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
        <p:nvSpPr>
          <p:cNvPr id="5" name="Рисунок 4"/>
          <p:cNvSpPr>
            <a:spLocks noGrp="1"/>
          </p:cNvSpPr>
          <p:nvPr>
            <p:ph type="pic" sz="quarter" idx="13"/>
          </p:nvPr>
        </p:nvSpPr>
        <p:spPr>
          <a:xfrm>
            <a:off x="6402600" y="2552872"/>
            <a:ext cx="5189077" cy="3250671"/>
          </a:xfrm>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3433" y="375029"/>
            <a:ext cx="10663392" cy="1420244"/>
          </a:xfrm>
        </p:spPr>
        <p:txBody>
          <a:bodyPr lIns="0" tIns="0" rIns="0" bIns="0" anchor="b" anchorCtr="0">
            <a:noAutofit/>
          </a:bodyPr>
          <a:lstStyle>
            <a:lvl1pPr algn="r">
              <a:defRPr sz="5000" b="1" spc="-100" baseline="0">
                <a:solidFill>
                  <a:schemeClr val="bg1"/>
                </a:solidFill>
              </a:defRPr>
            </a:lvl1pPr>
          </a:lstStyle>
          <a:p>
            <a:r>
              <a:rPr lang="en-US" dirty="0"/>
              <a:t>Click to add title</a:t>
            </a:r>
            <a:endParaRPr lang="en-US" dirty="0"/>
          </a:p>
        </p:txBody>
      </p:sp>
      <p:sp>
        <p:nvSpPr>
          <p:cNvPr id="8" name="Table Placeholder 7"/>
          <p:cNvSpPr>
            <a:spLocks noGrp="1"/>
          </p:cNvSpPr>
          <p:nvPr>
            <p:ph type="tbl" sz="quarter" idx="15" hasCustomPrompt="1"/>
          </p:nvPr>
        </p:nvSpPr>
        <p:spPr>
          <a:xfrm>
            <a:off x="820720" y="2289246"/>
            <a:ext cx="10515599" cy="3654354"/>
          </a:xfrm>
        </p:spPr>
        <p:txBody>
          <a:bodyPr/>
          <a:lstStyle>
            <a:lvl1pPr marL="0" indent="0" algn="ctr">
              <a:buNone/>
              <a:defRPr/>
            </a:lvl1pPr>
          </a:lstStyle>
          <a:p>
            <a:r>
              <a:rPr lang="en-US" dirty="0"/>
              <a:t>Click icon to add table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fld>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000">
        <p:wedge/>
      </p:transition>
    </mc:Choice>
    <mc:Fallback>
      <p:transition spd="slow">
        <p:wedg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822960" y="2753248"/>
            <a:ext cx="10614073" cy="3322895"/>
          </a:xfrm>
        </p:spPr>
        <p:txBody>
          <a:bodyPr lIns="0" tIns="0" rIns="0" bIns="0" anchor="b" anchorCtr="0">
            <a:noAutofit/>
          </a:bodyPr>
          <a:lstStyle>
            <a:lvl1pPr algn="r">
              <a:lnSpc>
                <a:spcPts val="9300"/>
              </a:lnSpc>
              <a:defRPr sz="8000" b="1"/>
            </a:lvl1pPr>
          </a:lstStyle>
          <a:p>
            <a:r>
              <a:rPr lang="en-US" dirty="0"/>
              <a:t>Click to add title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showMasterSp="0">
  <p:cSld name="THE_EN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1674" y="635693"/>
            <a:ext cx="10894246" cy="3493052"/>
          </a:xfrm>
        </p:spPr>
        <p:txBody>
          <a:bodyPr lIns="0" tIns="0" rIns="0" bIns="0" anchor="t" anchorCtr="0">
            <a:noAutofit/>
          </a:bodyPr>
          <a:lstStyle>
            <a:lvl1pPr algn="r">
              <a:lnSpc>
                <a:spcPts val="9300"/>
              </a:lnSpc>
              <a:defRPr sz="8000" b="1" spc="-100" baseline="0">
                <a:solidFill>
                  <a:schemeClr val="bg1"/>
                </a:solidFill>
              </a:defRPr>
            </a:lvl1pPr>
          </a:lstStyle>
          <a:p>
            <a:r>
              <a:rPr lang="en-US" dirty="0"/>
              <a:t>Click to add title</a:t>
            </a:r>
            <a:endParaRPr lang="en-US" dirty="0"/>
          </a:p>
        </p:txBody>
      </p:sp>
      <p:sp>
        <p:nvSpPr>
          <p:cNvPr id="3" name="Subtitle 2"/>
          <p:cNvSpPr>
            <a:spLocks noGrp="1"/>
          </p:cNvSpPr>
          <p:nvPr>
            <p:ph type="subTitle" idx="1" hasCustomPrompt="1"/>
          </p:nvPr>
        </p:nvSpPr>
        <p:spPr>
          <a:xfrm>
            <a:off x="3992693" y="4197984"/>
            <a:ext cx="7812868" cy="1892469"/>
          </a:xfrm>
        </p:spPr>
        <p:txBody>
          <a:bodyPr lIns="0" tIns="0" rIns="0" bIns="0" anchor="b" anchorCtr="0">
            <a:noAutofit/>
          </a:bodyPr>
          <a:lstStyle>
            <a:lvl1pPr marL="0" indent="0" algn="r">
              <a:lnSpc>
                <a:spcPts val="3000"/>
              </a:lnSpc>
              <a:buNone/>
              <a:defRPr sz="3000" b="0" cap="none" spc="0" baseline="0">
                <a:solidFill>
                  <a:schemeClr val="bg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add subtitle</a:t>
            </a:r>
            <a:endParaRPr lang="en-US" dirty="0"/>
          </a:p>
        </p:txBody>
      </p:sp>
      <p:sp>
        <p:nvSpPr>
          <p:cNvPr id="9" name="Rectangle 8"/>
          <p:cNvSpPr/>
          <p:nvPr userDrawn="1"/>
        </p:nvSpPr>
        <p:spPr>
          <a:xfrm>
            <a:off x="292869" y="268605"/>
            <a:ext cx="11606262" cy="632079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tmplLst>
          <p:tmpl lvl="1">
            <p:tnLst>
              <p:par>
                <p:cTn presetID="10" presetClass="entr" presetSubtype="0" fill="hold" grpId="0" nodeType="clickEffect">
                  <p:stCondLst>
                    <p:cond delay="0"/>
                  </p:st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fade">
                      <p:cBhvr>
                        <p:cTn dur="500"/>
                        <p:tgtEl>
                          <p:spTgt spid="3">
                            <p:txEl>
                              <p:pRg st="0" end="0"/>
                            </p:txEl>
                          </p:spTgt>
                        </p:tgtEl>
                      </p:cBhvr>
                    </p:animEffect>
                  </p:childTnLst>
                </p:cTn>
              </p:par>
            </p:tnLst>
          </p:tmpl>
        </p:tmplLst>
      </p:bldP>
      <p:bldP spid="3" grpId="1" build="p">
        <p:tmplLst>
          <p:tmpl lvl="1">
            <p:tnLst>
              <p:par>
                <p:cTn presetID="10" presetClass="entr" presetSubtype="0" fill="hold" grpId="1" nodeType="clickEffect">
                  <p:stCondLst>
                    <p:cond delay="0"/>
                  </p:st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fade">
                      <p:cBhvr>
                        <p:cTn dur="500"/>
                        <p:tgtEl>
                          <p:spTgt spid="3">
                            <p:txEl>
                              <p:pRg st="0" end="0"/>
                            </p:txEl>
                          </p:spTgt>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_3_CONTEN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827405" y="302895"/>
            <a:ext cx="10528300" cy="1718945"/>
          </a:xfrm>
          <a:noFill/>
        </p:spPr>
        <p:txBody>
          <a:bodyPr anchor="ctr"/>
          <a:lstStyle>
            <a:lvl1pPr algn="ctr">
              <a:lnSpc>
                <a:spcPct val="90000"/>
              </a:lnSpc>
              <a:defRPr b="1" cap="all" baseline="0">
                <a:solidFill>
                  <a:schemeClr val="bg1"/>
                </a:solidFill>
              </a:defRPr>
            </a:lvl1pPr>
          </a:lstStyle>
          <a:p>
            <a:r>
              <a:rPr lang="en-US" dirty="0"/>
              <a:t>Click to add title</a:t>
            </a:r>
            <a:endParaRPr lang="en-US" dirty="0"/>
          </a:p>
        </p:txBody>
      </p:sp>
      <p:sp>
        <p:nvSpPr>
          <p:cNvPr id="8" name="Content Placeholder 12"/>
          <p:cNvSpPr>
            <a:spLocks noGrp="1"/>
          </p:cNvSpPr>
          <p:nvPr>
            <p:ph sz="quarter" idx="17" hasCustomPrompt="1"/>
          </p:nvPr>
        </p:nvSpPr>
        <p:spPr>
          <a:xfrm>
            <a:off x="8068310"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pPr lvl="0"/>
            <a:r>
              <a:rPr lang="en-US" dirty="0"/>
              <a:t>Click to add content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0" name="Content Placeholder 12"/>
          <p:cNvSpPr>
            <a:spLocks noGrp="1"/>
          </p:cNvSpPr>
          <p:nvPr>
            <p:ph sz="quarter" idx="13" hasCustomPrompt="1"/>
          </p:nvPr>
        </p:nvSpPr>
        <p:spPr>
          <a:xfrm>
            <a:off x="4448175"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pPr lvl="0"/>
            <a:r>
              <a:rPr lang="en-US" dirty="0"/>
              <a:t>Click to add content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1" name="Content Placeholder 12"/>
          <p:cNvSpPr>
            <a:spLocks noGrp="1"/>
          </p:cNvSpPr>
          <p:nvPr>
            <p:ph sz="quarter" idx="14" hasCustomPrompt="1"/>
          </p:nvPr>
        </p:nvSpPr>
        <p:spPr>
          <a:xfrm>
            <a:off x="827405"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pPr lvl="0"/>
            <a:r>
              <a:rPr lang="en-US" dirty="0"/>
              <a:t>Click to add content</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 calcmode="lin" valueType="num">
                                      <p:cBhvr additive="base">
                                        <p:cTn id="12"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4" fill="hold" grpId="0" nodeType="after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 calcmode="lin" valueType="num">
                                      <p:cBhvr additive="base">
                                        <p:cTn id="17"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fill="hold" grpId="0" nodeType="afterEffect">
                                  <p:stCondLst>
                                    <p:cond delay="0"/>
                                  </p:stCondLst>
                                  <p:childTnLst>
                                    <p:set>
                                      <p:cBhvr>
                                        <p:cTn id="21" dur="1" fill="hold">
                                          <p:stCondLst>
                                            <p:cond delay="0"/>
                                          </p:stCondLst>
                                        </p:cTn>
                                        <p:tgtEl>
                                          <p:spTgt spid="11">
                                            <p:txEl>
                                              <p:pRg st="2" end="2"/>
                                            </p:txEl>
                                          </p:spTgt>
                                        </p:tgtEl>
                                        <p:attrNameLst>
                                          <p:attrName>style.visibility</p:attrName>
                                        </p:attrNameLst>
                                      </p:cBhvr>
                                      <p:to>
                                        <p:strVal val="visible"/>
                                      </p:to>
                                    </p:set>
                                    <p:anim calcmode="lin" valueType="num">
                                      <p:cBhvr additive="base">
                                        <p:cTn id="22"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1500"/>
                            </p:stCondLst>
                            <p:childTnLst>
                              <p:par>
                                <p:cTn id="25" presetID="2" presetClass="entr" presetSubtype="4" fill="hold" grpId="0" nodeType="after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anim calcmode="lin" valueType="num">
                                      <p:cBhvr additive="base">
                                        <p:cTn id="27"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000"/>
                            </p:stCondLst>
                            <p:childTnLst>
                              <p:par>
                                <p:cTn id="30" presetID="2" presetClass="entr" presetSubtype="4" fill="hold" grpId="0" nodeType="afterEffect">
                                  <p:stCondLst>
                                    <p:cond delay="0"/>
                                  </p:stCondLst>
                                  <p:childTnLst>
                                    <p:set>
                                      <p:cBhvr>
                                        <p:cTn id="31" dur="1" fill="hold">
                                          <p:stCondLst>
                                            <p:cond delay="0"/>
                                          </p:stCondLst>
                                        </p:cTn>
                                        <p:tgtEl>
                                          <p:spTgt spid="11">
                                            <p:txEl>
                                              <p:pRg st="4" end="4"/>
                                            </p:txEl>
                                          </p:spTgt>
                                        </p:tgtEl>
                                        <p:attrNameLst>
                                          <p:attrName>style.visibility</p:attrName>
                                        </p:attrNameLst>
                                      </p:cBhvr>
                                      <p:to>
                                        <p:strVal val="visible"/>
                                      </p:to>
                                    </p:set>
                                    <p:anim calcmode="lin" valueType="num">
                                      <p:cBhvr additive="base">
                                        <p:cTn id="32"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anim calcmode="lin" valueType="num">
                                      <p:cBhvr additive="base">
                                        <p:cTn id="38"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0">
                                            <p:txEl>
                                              <p:pRg st="1" end="1"/>
                                            </p:txEl>
                                          </p:spTgt>
                                        </p:tgtEl>
                                        <p:attrNameLst>
                                          <p:attrName>style.visibility</p:attrName>
                                        </p:attrNameLst>
                                      </p:cBhvr>
                                      <p:to>
                                        <p:strVal val="visible"/>
                                      </p:to>
                                    </p:set>
                                    <p:anim calcmode="lin" valueType="num">
                                      <p:cBhvr additive="base">
                                        <p:cTn id="42"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0">
                                            <p:txEl>
                                              <p:pRg st="2" end="2"/>
                                            </p:txEl>
                                          </p:spTgt>
                                        </p:tgtEl>
                                        <p:attrNameLst>
                                          <p:attrName>style.visibility</p:attrName>
                                        </p:attrNameLst>
                                      </p:cBhvr>
                                      <p:to>
                                        <p:strVal val="visible"/>
                                      </p:to>
                                    </p:set>
                                    <p:anim calcmode="lin" valueType="num">
                                      <p:cBhvr additive="base">
                                        <p:cTn id="46"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0">
                                            <p:txEl>
                                              <p:pRg st="3" end="3"/>
                                            </p:txEl>
                                          </p:spTgt>
                                        </p:tgtEl>
                                        <p:attrNameLst>
                                          <p:attrName>style.visibility</p:attrName>
                                        </p:attrNameLst>
                                      </p:cBhvr>
                                      <p:to>
                                        <p:strVal val="visible"/>
                                      </p:to>
                                    </p:set>
                                    <p:anim calcmode="lin" valueType="num">
                                      <p:cBhvr additive="base">
                                        <p:cTn id="50"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
                                            <p:txEl>
                                              <p:pRg st="4" end="4"/>
                                            </p:txEl>
                                          </p:spTgt>
                                        </p:tgtEl>
                                        <p:attrNameLst>
                                          <p:attrName>style.visibility</p:attrName>
                                        </p:attrNameLst>
                                      </p:cBhvr>
                                      <p:to>
                                        <p:strVal val="visible"/>
                                      </p:to>
                                    </p:set>
                                    <p:anim calcmode="lin" valueType="num">
                                      <p:cBhvr additive="base">
                                        <p:cTn id="54"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8">
                                            <p:txEl>
                                              <p:pRg st="0" end="0"/>
                                            </p:txEl>
                                          </p:spTgt>
                                        </p:tgtEl>
                                        <p:attrNameLst>
                                          <p:attrName>style.visibility</p:attrName>
                                        </p:attrNameLst>
                                      </p:cBhvr>
                                      <p:to>
                                        <p:strVal val="visible"/>
                                      </p:to>
                                    </p:set>
                                    <p:anim calcmode="lin" valueType="num">
                                      <p:cBhvr additive="base">
                                        <p:cTn id="60"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8">
                                            <p:txEl>
                                              <p:pRg st="0" end="0"/>
                                            </p:txEl>
                                          </p:spTgt>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8">
                                            <p:txEl>
                                              <p:pRg st="1" end="1"/>
                                            </p:txEl>
                                          </p:spTgt>
                                        </p:tgtEl>
                                        <p:attrNameLst>
                                          <p:attrName>style.visibility</p:attrName>
                                        </p:attrNameLst>
                                      </p:cBhvr>
                                      <p:to>
                                        <p:strVal val="visible"/>
                                      </p:to>
                                    </p:set>
                                    <p:anim calcmode="lin" valueType="num">
                                      <p:cBhvr additive="base">
                                        <p:cTn id="64"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8">
                                            <p:txEl>
                                              <p:pRg st="1" end="1"/>
                                            </p:txEl>
                                          </p:spTgt>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8">
                                            <p:txEl>
                                              <p:pRg st="2" end="2"/>
                                            </p:txEl>
                                          </p:spTgt>
                                        </p:tgtEl>
                                        <p:attrNameLst>
                                          <p:attrName>style.visibility</p:attrName>
                                        </p:attrNameLst>
                                      </p:cBhvr>
                                      <p:to>
                                        <p:strVal val="visible"/>
                                      </p:to>
                                    </p:set>
                                    <p:anim calcmode="lin" valueType="num">
                                      <p:cBhvr additive="base">
                                        <p:cTn id="68"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8">
                                            <p:txEl>
                                              <p:pRg st="2" end="2"/>
                                            </p:txEl>
                                          </p:spTgt>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8">
                                            <p:txEl>
                                              <p:pRg st="3" end="3"/>
                                            </p:txEl>
                                          </p:spTgt>
                                        </p:tgtEl>
                                        <p:attrNameLst>
                                          <p:attrName>style.visibility</p:attrName>
                                        </p:attrNameLst>
                                      </p:cBhvr>
                                      <p:to>
                                        <p:strVal val="visible"/>
                                      </p:to>
                                    </p:set>
                                    <p:anim calcmode="lin" valueType="num">
                                      <p:cBhvr additive="base">
                                        <p:cTn id="72"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8">
                                            <p:txEl>
                                              <p:pRg st="3" end="3"/>
                                            </p:txEl>
                                          </p:spTgt>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8">
                                            <p:txEl>
                                              <p:pRg st="4" end="4"/>
                                            </p:txEl>
                                          </p:spTgt>
                                        </p:tgtEl>
                                        <p:attrNameLst>
                                          <p:attrName>style.visibility</p:attrName>
                                        </p:attrNameLst>
                                      </p:cBhvr>
                                      <p:to>
                                        <p:strVal val="visible"/>
                                      </p:to>
                                    </p:set>
                                    <p:anim calcmode="lin" valueType="num">
                                      <p:cBhvr additive="base">
                                        <p:cTn id="76"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8" grpId="0" animBg="1" build="p">
        <p:tmplLst>
          <p:tmpl lvl="1">
            <p:tnLst>
              <p:par>
                <p:cTn presetID="2" presetClass="entr" presetSubtype="4"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 calcmode="lin" valueType="num">
                      <p:cBhvr additive="base">
                        <p:cTn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0" end="0"/>
                            </p:txEl>
                          </p:spTgt>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8">
                            <p:txEl>
                              <p:pRg st="1" end="1"/>
                            </p:txEl>
                          </p:spTgt>
                        </p:tgtEl>
                        <p:attrNameLst>
                          <p:attrName>style.visibility</p:attrName>
                        </p:attrNameLst>
                      </p:cBhvr>
                      <p:to>
                        <p:strVal val="visible"/>
                      </p:to>
                    </p:set>
                    <p:anim calcmode="lin" valueType="num">
                      <p:cBhvr additive="base">
                        <p:cTn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1" end="1"/>
                            </p:txEl>
                          </p:spTgt>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8">
                            <p:txEl>
                              <p:pRg st="2" end="2"/>
                            </p:txEl>
                          </p:spTgt>
                        </p:tgtEl>
                        <p:attrNameLst>
                          <p:attrName>style.visibility</p:attrName>
                        </p:attrNameLst>
                      </p:cBhvr>
                      <p:to>
                        <p:strVal val="visible"/>
                      </p:to>
                    </p:set>
                    <p:anim calcmode="lin" valueType="num">
                      <p:cBhvr additive="base">
                        <p:cTn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2" end="2"/>
                            </p:txEl>
                          </p:spTgt>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8">
                            <p:txEl>
                              <p:pRg st="3" end="3"/>
                            </p:txEl>
                          </p:spTgt>
                        </p:tgtEl>
                        <p:attrNameLst>
                          <p:attrName>style.visibility</p:attrName>
                        </p:attrNameLst>
                      </p:cBhvr>
                      <p:to>
                        <p:strVal val="visible"/>
                      </p:to>
                    </p:set>
                    <p:anim calcmode="lin" valueType="num">
                      <p:cBhvr additive="base">
                        <p:cTn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3" end="3"/>
                            </p:txEl>
                          </p:spTgt>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8">
                            <p:txEl>
                              <p:pRg st="4" end="4"/>
                            </p:txEl>
                          </p:spTgt>
                        </p:tgtEl>
                        <p:attrNameLst>
                          <p:attrName>style.visibility</p:attrName>
                        </p:attrNameLst>
                      </p:cBhvr>
                      <p:to>
                        <p:strVal val="visible"/>
                      </p:to>
                    </p:set>
                    <p:anim calcmode="lin" valueType="num">
                      <p:cBhvr additive="base">
                        <p:cTn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4" end="4"/>
                            </p:txEl>
                          </p:spTgt>
                        </p:tgtEl>
                        <p:attrNameLst>
                          <p:attrName>ppt_y</p:attrName>
                        </p:attrNameLst>
                      </p:cBhvr>
                      <p:tavLst>
                        <p:tav tm="0">
                          <p:val>
                            <p:strVal val="1+#ppt_h/2"/>
                          </p:val>
                        </p:tav>
                        <p:tav tm="100000">
                          <p:val>
                            <p:strVal val="#ppt_y"/>
                          </p:val>
                        </p:tav>
                      </p:tavLst>
                    </p:anim>
                  </p:childTnLst>
                </p:cTn>
              </p:par>
            </p:tnLst>
          </p:tmpl>
        </p:tmplLst>
      </p:bldP>
      <p:bldP spid="8" grpId="1" animBg="1" build="p">
        <p:tmplLst>
          <p:tmpl lvl="1">
            <p:tnLst>
              <p:par>
                <p:cTn presetID="2" presetClass="entr" presetSubtype="4"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 calcmode="lin" valueType="num">
                      <p:cBhvr additive="base">
                        <p:cTn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0" end="0"/>
                            </p:txEl>
                          </p:spTgt>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8">
                            <p:txEl>
                              <p:pRg st="1" end="1"/>
                            </p:txEl>
                          </p:spTgt>
                        </p:tgtEl>
                        <p:attrNameLst>
                          <p:attrName>style.visibility</p:attrName>
                        </p:attrNameLst>
                      </p:cBhvr>
                      <p:to>
                        <p:strVal val="visible"/>
                      </p:to>
                    </p:set>
                    <p:anim calcmode="lin" valueType="num">
                      <p:cBhvr additive="base">
                        <p:cTn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1" end="1"/>
                            </p:txEl>
                          </p:spTgt>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8">
                            <p:txEl>
                              <p:pRg st="2" end="2"/>
                            </p:txEl>
                          </p:spTgt>
                        </p:tgtEl>
                        <p:attrNameLst>
                          <p:attrName>style.visibility</p:attrName>
                        </p:attrNameLst>
                      </p:cBhvr>
                      <p:to>
                        <p:strVal val="visible"/>
                      </p:to>
                    </p:set>
                    <p:anim calcmode="lin" valueType="num">
                      <p:cBhvr additive="base">
                        <p:cTn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2" end="2"/>
                            </p:txEl>
                          </p:spTgt>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8">
                            <p:txEl>
                              <p:pRg st="3" end="3"/>
                            </p:txEl>
                          </p:spTgt>
                        </p:tgtEl>
                        <p:attrNameLst>
                          <p:attrName>style.visibility</p:attrName>
                        </p:attrNameLst>
                      </p:cBhvr>
                      <p:to>
                        <p:strVal val="visible"/>
                      </p:to>
                    </p:set>
                    <p:anim calcmode="lin" valueType="num">
                      <p:cBhvr additive="base">
                        <p:cTn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3" end="3"/>
                            </p:txEl>
                          </p:spTgt>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8">
                            <p:txEl>
                              <p:pRg st="4" end="4"/>
                            </p:txEl>
                          </p:spTgt>
                        </p:tgtEl>
                        <p:attrNameLst>
                          <p:attrName>style.visibility</p:attrName>
                        </p:attrNameLst>
                      </p:cBhvr>
                      <p:to>
                        <p:strVal val="visible"/>
                      </p:to>
                    </p:set>
                    <p:anim calcmode="lin" valueType="num">
                      <p:cBhvr additive="base">
                        <p:cTn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dur="500" fill="hold"/>
                        <p:tgtEl>
                          <p:spTgt spid="8">
                            <p:txEl>
                              <p:pRg st="4" end="4"/>
                            </p:txEl>
                          </p:spTgt>
                        </p:tgtEl>
                        <p:attrNameLst>
                          <p:attrName>ppt_y</p:attrName>
                        </p:attrNameLst>
                      </p:cBhvr>
                      <p:tavLst>
                        <p:tav tm="0">
                          <p:val>
                            <p:strVal val="1+#ppt_h/2"/>
                          </p:val>
                        </p:tav>
                        <p:tav tm="100000">
                          <p:val>
                            <p:strVal val="#ppt_y"/>
                          </p:val>
                        </p:tav>
                      </p:tavLst>
                    </p:anim>
                  </p:childTnLst>
                </p:cTn>
              </p:par>
            </p:tnLst>
          </p:tmpl>
        </p:tmplLst>
      </p:bldP>
      <p:bldP spid="10" grpId="0" animBg="1" build="p">
        <p:tmplLst>
          <p:tmpl lvl="1">
            <p:tnLst>
              <p:par>
                <p:cTn presetID="2" presetClass="entr" presetSubtype="4" fill="hold" nodeType="clickEffect">
                  <p:stCondLst>
                    <p:cond delay="0"/>
                  </p:stCondLst>
                  <p:childTnLst>
                    <p:set>
                      <p:cBhvr>
                        <p:cTn dur="1" fill="hold">
                          <p:stCondLst>
                            <p:cond delay="0"/>
                          </p:stCondLst>
                        </p:cTn>
                        <p:tgtEl>
                          <p:spTgt spid="10">
                            <p:txEl>
                              <p:pRg st="0" end="0"/>
                            </p:txEl>
                          </p:spTgt>
                        </p:tgtEl>
                        <p:attrNameLst>
                          <p:attrName>style.visibility</p:attrName>
                        </p:attrNameLst>
                      </p:cBhvr>
                      <p:to>
                        <p:strVal val="visible"/>
                      </p:to>
                    </p:set>
                    <p:anim calcmode="lin" valueType="num">
                      <p:cBhvr additive="base">
                        <p:cTn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0" end="0"/>
                            </p:txEl>
                          </p:spTgt>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xEl>
                              <p:pRg st="1" end="1"/>
                            </p:txEl>
                          </p:spTgt>
                        </p:tgtEl>
                        <p:attrNameLst>
                          <p:attrName>style.visibility</p:attrName>
                        </p:attrNameLst>
                      </p:cBhvr>
                      <p:to>
                        <p:strVal val="visible"/>
                      </p:to>
                    </p:set>
                    <p:anim calcmode="lin" valueType="num">
                      <p:cBhvr additive="base">
                        <p:cTn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1" end="1"/>
                            </p:txEl>
                          </p:spTgt>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xEl>
                              <p:pRg st="2" end="2"/>
                            </p:txEl>
                          </p:spTgt>
                        </p:tgtEl>
                        <p:attrNameLst>
                          <p:attrName>style.visibility</p:attrName>
                        </p:attrNameLst>
                      </p:cBhvr>
                      <p:to>
                        <p:strVal val="visible"/>
                      </p:to>
                    </p:set>
                    <p:anim calcmode="lin" valueType="num">
                      <p:cBhvr additive="base">
                        <p:cTn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2" end="2"/>
                            </p:txEl>
                          </p:spTgt>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xEl>
                              <p:pRg st="3" end="3"/>
                            </p:txEl>
                          </p:spTgt>
                        </p:tgtEl>
                        <p:attrNameLst>
                          <p:attrName>style.visibility</p:attrName>
                        </p:attrNameLst>
                      </p:cBhvr>
                      <p:to>
                        <p:strVal val="visible"/>
                      </p:to>
                    </p:set>
                    <p:anim calcmode="lin" valueType="num">
                      <p:cBhvr additive="base">
                        <p:cTn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3" end="3"/>
                            </p:txEl>
                          </p:spTgt>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xEl>
                              <p:pRg st="4" end="4"/>
                            </p:txEl>
                          </p:spTgt>
                        </p:tgtEl>
                        <p:attrNameLst>
                          <p:attrName>style.visibility</p:attrName>
                        </p:attrNameLst>
                      </p:cBhvr>
                      <p:to>
                        <p:strVal val="visible"/>
                      </p:to>
                    </p:set>
                    <p:anim calcmode="lin" valueType="num">
                      <p:cBhvr additive="base">
                        <p:cTn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4" end="4"/>
                            </p:txEl>
                          </p:spTgt>
                        </p:tgtEl>
                        <p:attrNameLst>
                          <p:attrName>ppt_y</p:attrName>
                        </p:attrNameLst>
                      </p:cBhvr>
                      <p:tavLst>
                        <p:tav tm="0">
                          <p:val>
                            <p:strVal val="1+#ppt_h/2"/>
                          </p:val>
                        </p:tav>
                        <p:tav tm="100000">
                          <p:val>
                            <p:strVal val="#ppt_y"/>
                          </p:val>
                        </p:tav>
                      </p:tavLst>
                    </p:anim>
                  </p:childTnLst>
                </p:cTn>
              </p:par>
            </p:tnLst>
          </p:tmpl>
        </p:tmplLst>
      </p:bldP>
      <p:bldP spid="10" grpId="1" animBg="1" build="p">
        <p:tmplLst>
          <p:tmpl lvl="1">
            <p:tnLst>
              <p:par>
                <p:cTn presetID="2" presetClass="entr" presetSubtype="4" fill="hold" nodeType="clickEffect">
                  <p:stCondLst>
                    <p:cond delay="0"/>
                  </p:stCondLst>
                  <p:childTnLst>
                    <p:set>
                      <p:cBhvr>
                        <p:cTn dur="1" fill="hold">
                          <p:stCondLst>
                            <p:cond delay="0"/>
                          </p:stCondLst>
                        </p:cTn>
                        <p:tgtEl>
                          <p:spTgt spid="10">
                            <p:txEl>
                              <p:pRg st="0" end="0"/>
                            </p:txEl>
                          </p:spTgt>
                        </p:tgtEl>
                        <p:attrNameLst>
                          <p:attrName>style.visibility</p:attrName>
                        </p:attrNameLst>
                      </p:cBhvr>
                      <p:to>
                        <p:strVal val="visible"/>
                      </p:to>
                    </p:set>
                    <p:anim calcmode="lin" valueType="num">
                      <p:cBhvr additive="base">
                        <p:cTn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0" end="0"/>
                            </p:txEl>
                          </p:spTgt>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0">
                            <p:txEl>
                              <p:pRg st="1" end="1"/>
                            </p:txEl>
                          </p:spTgt>
                        </p:tgtEl>
                        <p:attrNameLst>
                          <p:attrName>style.visibility</p:attrName>
                        </p:attrNameLst>
                      </p:cBhvr>
                      <p:to>
                        <p:strVal val="visible"/>
                      </p:to>
                    </p:set>
                    <p:anim calcmode="lin" valueType="num">
                      <p:cBhvr additive="base">
                        <p:cTn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1" end="1"/>
                            </p:txEl>
                          </p:spTgt>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0">
                            <p:txEl>
                              <p:pRg st="2" end="2"/>
                            </p:txEl>
                          </p:spTgt>
                        </p:tgtEl>
                        <p:attrNameLst>
                          <p:attrName>style.visibility</p:attrName>
                        </p:attrNameLst>
                      </p:cBhvr>
                      <p:to>
                        <p:strVal val="visible"/>
                      </p:to>
                    </p:set>
                    <p:anim calcmode="lin" valueType="num">
                      <p:cBhvr additive="base">
                        <p:cTn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2" end="2"/>
                            </p:txEl>
                          </p:spTgt>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0">
                            <p:txEl>
                              <p:pRg st="3" end="3"/>
                            </p:txEl>
                          </p:spTgt>
                        </p:tgtEl>
                        <p:attrNameLst>
                          <p:attrName>style.visibility</p:attrName>
                        </p:attrNameLst>
                      </p:cBhvr>
                      <p:to>
                        <p:strVal val="visible"/>
                      </p:to>
                    </p:set>
                    <p:anim calcmode="lin" valueType="num">
                      <p:cBhvr additive="base">
                        <p:cTn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3" end="3"/>
                            </p:txEl>
                          </p:spTgt>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0">
                            <p:txEl>
                              <p:pRg st="4" end="4"/>
                            </p:txEl>
                          </p:spTgt>
                        </p:tgtEl>
                        <p:attrNameLst>
                          <p:attrName>style.visibility</p:attrName>
                        </p:attrNameLst>
                      </p:cBhvr>
                      <p:to>
                        <p:strVal val="visible"/>
                      </p:to>
                    </p:set>
                    <p:anim calcmode="lin" valueType="num">
                      <p:cBhvr additive="base">
                        <p:cTn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dur="500" fill="hold"/>
                        <p:tgtEl>
                          <p:spTgt spid="10">
                            <p:txEl>
                              <p:pRg st="4" end="4"/>
                            </p:txEl>
                          </p:spTgt>
                        </p:tgtEl>
                        <p:attrNameLst>
                          <p:attrName>ppt_y</p:attrName>
                        </p:attrNameLst>
                      </p:cBhvr>
                      <p:tavLst>
                        <p:tav tm="0">
                          <p:val>
                            <p:strVal val="1+#ppt_h/2"/>
                          </p:val>
                        </p:tav>
                        <p:tav tm="100000">
                          <p:val>
                            <p:strVal val="#ppt_y"/>
                          </p:val>
                        </p:tav>
                      </p:tavLst>
                    </p:anim>
                  </p:childTnLst>
                </p:cTn>
              </p:par>
            </p:tnLst>
          </p:tmpl>
        </p:tmplLst>
      </p:bldP>
      <p:bldP spid="11" grpId="0" animBg="1" build="p">
        <p:tmplLst>
          <p:tmpl lvl="1">
            <p:tnLst>
              <p:par>
                <p:cTn presetID="2" presetClass="entr" presetSubtype="4" fill="hold" nodeType="afterEffect">
                  <p:stCondLst>
                    <p:cond delay="0"/>
                  </p:stCondLst>
                  <p:childTnLst>
                    <p:set>
                      <p:cBhvr>
                        <p:cTn dur="1" fill="hold">
                          <p:stCondLst>
                            <p:cond delay="0"/>
                          </p:stCondLst>
                        </p:cTn>
                        <p:tgtEl>
                          <p:spTgt spid="11">
                            <p:txEl>
                              <p:pRg st="0" end="0"/>
                            </p:txEl>
                          </p:spTgt>
                        </p:tgtEl>
                        <p:attrNameLst>
                          <p:attrName>style.visibility</p:attrName>
                        </p:attrNameLst>
                      </p:cBhvr>
                      <p:to>
                        <p:strVal val="visible"/>
                      </p:to>
                    </p:set>
                    <p:anim calcmode="lin" valueType="num">
                      <p:cBhvr additive="base">
                        <p:cTn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0" end="0"/>
                            </p:txEl>
                          </p:spTgt>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11">
                            <p:txEl>
                              <p:pRg st="1" end="1"/>
                            </p:txEl>
                          </p:spTgt>
                        </p:tgtEl>
                        <p:attrNameLst>
                          <p:attrName>style.visibility</p:attrName>
                        </p:attrNameLst>
                      </p:cBhvr>
                      <p:to>
                        <p:strVal val="visible"/>
                      </p:to>
                    </p:set>
                    <p:anim calcmode="lin" valueType="num">
                      <p:cBhvr additive="base">
                        <p:cTn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1" end="1"/>
                            </p:txEl>
                          </p:spTgt>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11">
                            <p:txEl>
                              <p:pRg st="2" end="2"/>
                            </p:txEl>
                          </p:spTgt>
                        </p:tgtEl>
                        <p:attrNameLst>
                          <p:attrName>style.visibility</p:attrName>
                        </p:attrNameLst>
                      </p:cBhvr>
                      <p:to>
                        <p:strVal val="visible"/>
                      </p:to>
                    </p:set>
                    <p:anim calcmode="lin" valueType="num">
                      <p:cBhvr additive="base">
                        <p:cTn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2" end="2"/>
                            </p:txEl>
                          </p:spTgt>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11">
                            <p:txEl>
                              <p:pRg st="3" end="3"/>
                            </p:txEl>
                          </p:spTgt>
                        </p:tgtEl>
                        <p:attrNameLst>
                          <p:attrName>style.visibility</p:attrName>
                        </p:attrNameLst>
                      </p:cBhvr>
                      <p:to>
                        <p:strVal val="visible"/>
                      </p:to>
                    </p:set>
                    <p:anim calcmode="lin" valueType="num">
                      <p:cBhvr additive="base">
                        <p:cTn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3" end="3"/>
                            </p:txEl>
                          </p:spTgt>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afterEffect">
                  <p:stCondLst>
                    <p:cond delay="0"/>
                  </p:stCondLst>
                  <p:childTnLst>
                    <p:set>
                      <p:cBhvr>
                        <p:cTn dur="1" fill="hold">
                          <p:stCondLst>
                            <p:cond delay="0"/>
                          </p:stCondLst>
                        </p:cTn>
                        <p:tgtEl>
                          <p:spTgt spid="11">
                            <p:txEl>
                              <p:pRg st="4" end="4"/>
                            </p:txEl>
                          </p:spTgt>
                        </p:tgtEl>
                        <p:attrNameLst>
                          <p:attrName>style.visibility</p:attrName>
                        </p:attrNameLst>
                      </p:cBhvr>
                      <p:to>
                        <p:strVal val="visible"/>
                      </p:to>
                    </p:set>
                    <p:anim calcmode="lin" valueType="num">
                      <p:cBhvr additive="base">
                        <p:cTn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4" end="4"/>
                            </p:txEl>
                          </p:spTgt>
                        </p:tgtEl>
                        <p:attrNameLst>
                          <p:attrName>ppt_y</p:attrName>
                        </p:attrNameLst>
                      </p:cBhvr>
                      <p:tavLst>
                        <p:tav tm="0">
                          <p:val>
                            <p:strVal val="1+#ppt_h/2"/>
                          </p:val>
                        </p:tav>
                        <p:tav tm="100000">
                          <p:val>
                            <p:strVal val="#ppt_y"/>
                          </p:val>
                        </p:tav>
                      </p:tavLst>
                    </p:anim>
                  </p:childTnLst>
                </p:cTn>
              </p:par>
            </p:tnLst>
          </p:tmpl>
        </p:tmplLst>
      </p:bldP>
      <p:bldP spid="11" grpId="1" animBg="1" build="p">
        <p:tmplLst>
          <p:tmpl lvl="1">
            <p:tnLst>
              <p:par>
                <p:cTn presetID="2" presetClass="entr" presetSubtype="4" fill="hold" nodeType="clickEffect">
                  <p:stCondLst>
                    <p:cond delay="0"/>
                  </p:stCondLst>
                  <p:childTnLst>
                    <p:set>
                      <p:cBhvr>
                        <p:cTn dur="1" fill="hold">
                          <p:stCondLst>
                            <p:cond delay="0"/>
                          </p:stCondLst>
                        </p:cTn>
                        <p:tgtEl>
                          <p:spTgt spid="11">
                            <p:txEl>
                              <p:pRg st="0" end="0"/>
                            </p:txEl>
                          </p:spTgt>
                        </p:tgtEl>
                        <p:attrNameLst>
                          <p:attrName>style.visibility</p:attrName>
                        </p:attrNameLst>
                      </p:cBhvr>
                      <p:to>
                        <p:strVal val="visible"/>
                      </p:to>
                    </p:set>
                    <p:anim calcmode="lin" valueType="num">
                      <p:cBhvr additive="base">
                        <p:cTn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0" end="0"/>
                            </p:txEl>
                          </p:spTgt>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11">
                            <p:txEl>
                              <p:pRg st="1" end="1"/>
                            </p:txEl>
                          </p:spTgt>
                        </p:tgtEl>
                        <p:attrNameLst>
                          <p:attrName>style.visibility</p:attrName>
                        </p:attrNameLst>
                      </p:cBhvr>
                      <p:to>
                        <p:strVal val="visible"/>
                      </p:to>
                    </p:set>
                    <p:anim calcmode="lin" valueType="num">
                      <p:cBhvr additive="base">
                        <p:cTn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1" end="1"/>
                            </p:txEl>
                          </p:spTgt>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11">
                            <p:txEl>
                              <p:pRg st="2" end="2"/>
                            </p:txEl>
                          </p:spTgt>
                        </p:tgtEl>
                        <p:attrNameLst>
                          <p:attrName>style.visibility</p:attrName>
                        </p:attrNameLst>
                      </p:cBhvr>
                      <p:to>
                        <p:strVal val="visible"/>
                      </p:to>
                    </p:set>
                    <p:anim calcmode="lin" valueType="num">
                      <p:cBhvr additive="base">
                        <p:cTn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2" end="2"/>
                            </p:txEl>
                          </p:spTgt>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11">
                            <p:txEl>
                              <p:pRg st="3" end="3"/>
                            </p:txEl>
                          </p:spTgt>
                        </p:tgtEl>
                        <p:attrNameLst>
                          <p:attrName>style.visibility</p:attrName>
                        </p:attrNameLst>
                      </p:cBhvr>
                      <p:to>
                        <p:strVal val="visible"/>
                      </p:to>
                    </p:set>
                    <p:anim calcmode="lin" valueType="num">
                      <p:cBhvr additive="base">
                        <p:cTn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3" end="3"/>
                            </p:txEl>
                          </p:spTgt>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11">
                            <p:txEl>
                              <p:pRg st="4" end="4"/>
                            </p:txEl>
                          </p:spTgt>
                        </p:tgtEl>
                        <p:attrNameLst>
                          <p:attrName>style.visibility</p:attrName>
                        </p:attrNameLst>
                      </p:cBhvr>
                      <p:to>
                        <p:strVal val="visible"/>
                      </p:to>
                    </p:set>
                    <p:anim calcmode="lin" valueType="num">
                      <p:cBhvr additive="base">
                        <p:cTn dur="500" fill="hold"/>
                        <p:tgtEl>
                          <p:spTgt spid="11">
                            <p:txEl>
                              <p:pRg st="4" end="4"/>
                            </p:txEl>
                          </p:spTgt>
                        </p:tgtEl>
                        <p:attrNameLst>
                          <p:attrName>ppt_x</p:attrName>
                        </p:attrNameLst>
                      </p:cBhvr>
                      <p:tavLst>
                        <p:tav tm="0">
                          <p:val>
                            <p:strVal val="#ppt_x"/>
                          </p:val>
                        </p:tav>
                        <p:tav tm="100000">
                          <p:val>
                            <p:strVal val="#ppt_x"/>
                          </p:val>
                        </p:tav>
                      </p:tavLst>
                    </p:anim>
                    <p:anim calcmode="lin" valueType="num">
                      <p:cBhvr additive="base">
                        <p:cTn dur="500" fill="hold"/>
                        <p:tgtEl>
                          <p:spTgt spid="11">
                            <p:txEl>
                              <p:pRg st="4" end="4"/>
                            </p:txEl>
                          </p:spTgt>
                        </p:tgtEl>
                        <p:attrNameLst>
                          <p:attrName>ppt_y</p:attrName>
                        </p:attrNameLst>
                      </p:cBhvr>
                      <p:tavLst>
                        <p:tav tm="0">
                          <p:val>
                            <p:strVal val="1+#ppt_h/2"/>
                          </p:val>
                        </p:tav>
                        <p:tav tm="100000">
                          <p:val>
                            <p:strVal val="#ppt_y"/>
                          </p:val>
                        </p:tav>
                      </p:tavLst>
                    </p:anim>
                  </p:childTnLst>
                </p:cTn>
              </p:par>
            </p:tnLst>
          </p:tmpl>
        </p:tmplLst>
      </p:bldP>
    </p:bldLst>
  </p:timing>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media/image1.jpeg" Type="http://schemas.openxmlformats.org/officeDocument/2006/relationships/image"/><Relationship Id="rId13"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tretch>
            <a:fillRect/>
          </a:stretch>
        </a:blipFill>
        <a:effectLst/>
      </p:bgPr>
    </p:bg>
    <p:spTree>
      <p:nvGrpSpPr>
        <p:cNvPr id="1" name=""/>
        <p:cNvGrpSpPr/>
        <p:nvPr/>
      </p:nvGrpSpPr>
      <p:grpSpPr>
        <a:xfrm>
          <a:off x="0" y="0"/>
          <a:ext cx="0" cy="0"/>
          <a:chOff x="0" y="0"/>
          <a:chExt cx="0" cy="0"/>
        </a:xfrm>
      </p:grpSpPr>
      <p:sp>
        <p:nvSpPr>
          <p:cNvPr id="14" name="Rectangle 13"/>
          <p:cNvSpPr/>
          <p:nvPr userDrawn="1"/>
        </p:nvSpPr>
        <p:spPr>
          <a:xfrm>
            <a:off x="292869" y="268605"/>
            <a:ext cx="11606262" cy="6320790"/>
          </a:xfrm>
          <a:prstGeom prst="rect">
            <a:avLst/>
          </a:prstGeom>
          <a:noFill/>
          <a:ln w="19050" cap="flat" cmpd="sng">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3346450" y="410210"/>
            <a:ext cx="8394065" cy="94361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346450" y="1496060"/>
            <a:ext cx="8394065" cy="4228465"/>
          </a:xfrm>
          <a:prstGeom prst="rect">
            <a:avLst/>
          </a:prstGeom>
        </p:spPr>
        <p:txBody>
          <a:bodyPr vert="horz" lIns="91440" tIns="45720" rIns="91440" bIns="45720" rtlCol="0"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292608" y="5943600"/>
            <a:ext cx="2743200" cy="365125"/>
          </a:xfrm>
          <a:prstGeom prst="rect">
            <a:avLst/>
          </a:prstGeom>
        </p:spPr>
        <p:txBody>
          <a:bodyPr vert="horz" lIns="365760" tIns="45720" rIns="91440" bIns="45720" rtlCol="0" anchor="ctr"/>
          <a:lstStyle>
            <a:lvl1pPr algn="l">
              <a:defRPr sz="1200" b="1">
                <a:solidFill>
                  <a:schemeClr val="tx1"/>
                </a:solidFill>
                <a:latin typeface="+mn-lt"/>
              </a:defRPr>
            </a:lvl1pPr>
          </a:lstStyle>
          <a:p>
            <a:r>
              <a:rPr lang="en-US">
                <a:solidFill>
                  <a:schemeClr val="bg1"/>
                </a:solidFill>
              </a:rPr>
              <a:t>20XX</a:t>
            </a:r>
            <a:endParaRPr lang="en-US" dirty="0">
              <a:solidFill>
                <a:schemeClr val="bg1"/>
              </a:solidFill>
            </a:endParaRPr>
          </a:p>
        </p:txBody>
      </p:sp>
      <p:sp>
        <p:nvSpPr>
          <p:cNvPr id="5" name="Footer Placeholder 4"/>
          <p:cNvSpPr>
            <a:spLocks noGrp="1"/>
          </p:cNvSpPr>
          <p:nvPr>
            <p:ph type="ftr" sz="quarter" idx="3"/>
          </p:nvPr>
        </p:nvSpPr>
        <p:spPr>
          <a:xfrm>
            <a:off x="3140242" y="5943600"/>
            <a:ext cx="5911517" cy="365125"/>
          </a:xfrm>
          <a:prstGeom prst="rect">
            <a:avLst/>
          </a:prstGeom>
        </p:spPr>
        <p:txBody>
          <a:bodyPr vert="horz" lIns="91440" tIns="45720" rIns="91440" bIns="45720" rtlCol="0" anchor="ctr"/>
          <a:lstStyle>
            <a:lvl1pPr algn="ctr">
              <a:defRPr sz="1200" b="1" cap="all" baseline="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10349655" y="5943600"/>
            <a:ext cx="1530927" cy="365125"/>
          </a:xfrm>
          <a:prstGeom prst="rect">
            <a:avLst/>
          </a:prstGeom>
        </p:spPr>
        <p:txBody>
          <a:bodyPr vert="horz" lIns="91440" tIns="45720" rIns="365760" bIns="45720" rtlCol="0" anchor="ctr"/>
          <a:lstStyle>
            <a:lvl1pPr algn="r">
              <a:defRPr sz="1200" b="1">
                <a:solidFill>
                  <a:schemeClr val="bg1"/>
                </a:solidFill>
                <a:latin typeface="+mn-lt"/>
              </a:defRPr>
            </a:lvl1pPr>
          </a:lstStyle>
          <a:p>
            <a:fld id="{4FAB73BC-B049-4115-A692-8D63A059BFB8}"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000" kern="1200" spc="-60" baseline="0">
          <a:solidFill>
            <a:schemeClr val="bg1"/>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anose="05020102010507070707" pitchFamily="18" charset="2"/>
        <a:buChar char=""/>
        <a:defRPr sz="2000" kern="1200">
          <a:solidFill>
            <a:schemeClr val="bg1"/>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Arial" panose="020B0604020202090204" pitchFamily="34" charset="0"/>
        <a:buChar char="•"/>
        <a:defRPr sz="1800" kern="1200">
          <a:solidFill>
            <a:schemeClr val="bg1"/>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600" kern="1200">
          <a:solidFill>
            <a:schemeClr val="bg1"/>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bg1"/>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anose="05020102010507070707"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6.xml" Type="http://schemas.openxmlformats.org/officeDocument/2006/relationships/slideLayout"/></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11.xml" Type="http://schemas.openxmlformats.org/officeDocument/2006/relationships/slideLayout"/></Relationships>
</file>

<file path=ppt/slides/_rels/slide7.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8.xml.rels><?xml version="1.0" encoding="UTF-8" standalone="no"?><Relationships xmlns="http://schemas.openxmlformats.org/package/2006/relationships"><Relationship Id="rId1" Target="../slideLayouts/slideLayout6.xml" Type="http://schemas.openxmlformats.org/officeDocument/2006/relationships/slideLayout"/></Relationships>
</file>

<file path=ppt/slides/_rels/slide9.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0.xml.rels><?xml version="1.0" encoding="UTF-8" standalone="no"?><Relationships xmlns="http://schemas.openxmlformats.org/package/2006/relationships"><Relationship Id="rId1" Target="../slideLayouts/slideLayout11.xml" Type="http://schemas.openxmlformats.org/officeDocument/2006/relationships/slideLayout"/></Relationships>
</file>

<file path=ppt/slides/_rels/slide11.xml.rels><?xml version="1.0" encoding="UTF-8" standalone="no"?><Relationships xmlns="http://schemas.openxmlformats.org/package/2006/relationships"><Relationship Id="rId1" Target="../slideLayouts/slideLayout3.xml" Type="http://schemas.openxmlformats.org/officeDocument/2006/relationships/slideLayout"/></Relationships>
</file>

<file path=ppt/slides/_rels/slide12.xml.rels><?xml version="1.0" encoding="UTF-8" standalone="no"?><Relationships xmlns="http://schemas.openxmlformats.org/package/2006/relationships"><Relationship Id="rId1" Target="../slideLayouts/slideLayout6.xml" Type="http://schemas.openxmlformats.org/officeDocument/2006/relationships/slideLayout"/></Relationships>
</file>

<file path=ppt/slides/_rels/slide13.xml.rels><?xml version="1.0" encoding="UTF-8" standalone="no"?><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4.xml.rels><?xml version="1.0" encoding="UTF-8" standalone="no"?><Relationships xmlns="http://schemas.openxmlformats.org/package/2006/relationships"><Relationship Id="rId1" Target="../slideLayouts/slideLayout11.xml" Type="http://schemas.openxmlformats.org/officeDocument/2006/relationships/slideLayout"/></Relationships>
</file>

<file path=ppt/slides/_rels/slide15.xml.rels><?xml version="1.0" encoding="UTF-8" standalone="no"?><Relationships xmlns="http://schemas.openxmlformats.org/package/2006/relationships"><Relationship Id="rId1" Target="../slideLayouts/slideLayout10.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hasCustomPrompt="1"/>
          </p:nvPr>
        </p:nvSpPr>
        <p:spPr>
          <a:xfrm>
            <a:off x="4194810" y="822960"/>
            <a:ext cx="7704455" cy="4784090"/>
          </a:xfrm>
        </p:spPr>
        <p:txBody>
          <a:bodyPr lIns="0" tIns="0" rIns="0" bIns="0" anchor="t" anchorCtr="0">
            <a:noAutofit/>
          </a:bodyPr>
          <a:lstStyle>
            <a:lvl1pPr algn="l">
              <a:lnSpc>
                <a:spcPts val="8000"/>
              </a:lnSpc>
              <a:defRPr sz="8000" b="1" spc="-100" baseline="0">
                <a:solidFill>
                  <a:schemeClr val="bg1"/>
                </a:solidFill>
              </a:defRPr>
            </a:lvl1pPr>
          </a:lstStyle>
          <a:p>
            <a:r>
              <a:rPr lang="en-US"/>
              <a:t>Amir Temur</a:t>
            </a:r>
            <a:endParaRPr lang="en-US" dirty="0"/>
          </a:p>
        </p:txBody>
      </p:sp>
      <p:sp xmlns:r="http://schemas.openxmlformats.org/officeDocument/2006/relationships">
        <p:nvSpPr>
          <p:cNvPr id="5" name="Subtitle 4"/>
          <p:cNvSpPr>
            <a:spLocks noGrp="1"/>
          </p:cNvSpPr>
          <p:nvPr>
            <p:ph type="subTitle" idx="1" hasCustomPrompt="1"/>
          </p:nvPr>
        </p:nvSpPr>
        <p:spPr>
          <a:xfrm>
            <a:off x="4194810" y="5746750"/>
            <a:ext cx="7725410" cy="842645"/>
          </a:xfrm>
        </p:spPr>
        <p:txBody>
          <a:bodyPr lIns="0" tIns="0" rIns="0" bIns="0" anchor="ctr" anchorCtr="0">
            <a:noAutofit/>
          </a:bodyPr>
          <a:lstStyle>
            <a:lvl1pPr marL="0" indent="0" algn="l">
              <a:buNone/>
              <a:defRPr sz="3600" b="1" cap="none" spc="0" baseline="0">
                <a:solidFill>
                  <a:schemeClr val="bg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Azizjon Aliqulov</a:t>
            </a:r>
            <a:endParaRPr lang="en-US" dirty="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hasCustomPrompt="1"/>
          </p:nvPr>
        </p:nvSpPr>
        <p:spPr>
          <a:xfrm>
            <a:off x="3035300" y="465455"/>
            <a:ext cx="8845550" cy="2142490"/>
          </a:xfrm>
        </p:spPr>
        <p:txBody>
          <a:bodyPr lIns="0" tIns="0" rIns="0" bIns="0" anchor="ctr" anchorCtr="0">
            <a:noAutofit/>
          </a:bodyPr>
          <a:lstStyle>
            <a:lvl1pPr>
              <a:defRPr sz="5000" b="1" spc="-100" baseline="0">
                <a:solidFill>
                  <a:schemeClr val="bg1"/>
                </a:solidFill>
              </a:defRPr>
            </a:lvl1pPr>
          </a:lstStyle>
          <a:p>
            <a:r>
              <a:rPr lang="en-US"/>
              <a:t>Mundarija</a:t>
            </a:r>
            <a:endParaRPr lang="en-US" dirty="0"/>
          </a:p>
        </p:txBody>
      </p:sp>
      <p:sp xmlns:r="http://schemas.openxmlformats.org/officeDocument/2006/relationships">
        <p:nvSpPr>
          <p:cNvPr id="110" name="Content Placeholder 109"/>
          <p:cNvSpPr>
            <a:spLocks noGrp="1"/>
          </p:cNvSpPr>
          <p:nvPr>
            <p:ph sz="quarter" idx="13" hasCustomPrompt="1"/>
          </p:nvPr>
        </p:nvSpPr>
        <p:spPr>
          <a:xfrm>
            <a:off x="3035935" y="2616200"/>
            <a:ext cx="8843010" cy="3327400"/>
          </a:xfrm>
        </p:spPr>
        <p:txBody>
          <a:bodyPr lIns="0" tIns="0" rIns="0">
            <a:normAutofit/>
          </a:bodyPr>
          <a:lstStyle>
            <a:lvl1pPr marL="342900" indent="-342900">
              <a:lnSpc>
                <a:spcPct val="150000"/>
              </a:lnSpc>
              <a:spcBef>
                <a:spcPts val="600"/>
              </a:spcBef>
              <a:buFont typeface="Arial" panose="020B0604020202090204" pitchFamily="34" charset="0"/>
              <a:buChar char="•"/>
              <a:defRPr sz="2400"/>
            </a:lvl1pPr>
            <a:lvl2pPr marL="662940" indent="-342900">
              <a:lnSpc>
                <a:spcPct val="150000"/>
              </a:lnSpc>
              <a:spcBef>
                <a:spcPts val="600"/>
              </a:spcBef>
              <a:buFont typeface="Arial" panose="020B0604020202090204" pitchFamily="34" charset="0"/>
              <a:buChar char="•"/>
              <a:defRPr sz="2000"/>
            </a:lvl2pPr>
            <a:lvl3pPr marL="1062990" indent="-285750">
              <a:lnSpc>
                <a:spcPct val="150000"/>
              </a:lnSpc>
              <a:spcBef>
                <a:spcPts val="600"/>
              </a:spcBef>
              <a:buFont typeface="Arial" panose="020B0604020202090204" pitchFamily="34" charset="0"/>
              <a:buChar char="•"/>
              <a:defRPr sz="1800"/>
            </a:lvl3pPr>
            <a:lvl4pPr marL="1520190" indent="-285750">
              <a:lnSpc>
                <a:spcPct val="150000"/>
              </a:lnSpc>
              <a:spcBef>
                <a:spcPts val="600"/>
              </a:spcBef>
              <a:buFont typeface="Arial" panose="020B0604020202090204" pitchFamily="34" charset="0"/>
              <a:buChar char="•"/>
              <a:defRPr sz="1600"/>
            </a:lvl4pPr>
            <a:lvl5pPr marL="1977390" indent="-285750">
              <a:lnSpc>
                <a:spcPct val="150000"/>
              </a:lnSpc>
              <a:spcBef>
                <a:spcPts val="600"/>
              </a:spcBef>
              <a:buFont typeface="Arial" panose="020B0604020202090204" pitchFamily="34" charset="0"/>
              <a:buChar char="•"/>
              <a:defRPr sz="1600"/>
            </a:lvl5pPr>
          </a:lstStyle>
          <a:p>
            <a:r>
              <a:rPr lang="en-US"/>
              <a:t>Amir Temurning hayoti va faoliyati</a:t>
            </a:r>
          </a:p>
          <a:p>
            <a:r>
              <a:rPr lang="en-US"/>
              <a:t>Amir Temur va uning imperiyasi</a:t>
            </a:r>
          </a:p>
          <a:p>
            <a:r>
              <a:rPr lang="en-US"/>
              <a:t>Amir Temurning merosi va ta'siri</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6" name="Title 5"/>
          <p:cNvSpPr>
            <a:spLocks noGrp="1"/>
          </p:cNvSpPr>
          <p:nvPr>
            <p:ph type="title" hasCustomPrompt="1"/>
          </p:nvPr>
        </p:nvSpPr>
        <p:spPr>
          <a:xfrm>
            <a:off x="2790189" y="1526875"/>
            <a:ext cx="9124776" cy="4645325"/>
          </a:xfrm>
        </p:spPr>
        <p:txBody>
          <a:bodyPr lIns="0" tIns="0" rIns="0" bIns="0" anchor="b" anchorCtr="0">
            <a:noAutofit/>
          </a:bodyPr>
          <a:lstStyle>
            <a:lvl1pPr>
              <a:lnSpc>
                <a:spcPts val="8000"/>
              </a:lnSpc>
              <a:defRPr sz="8000" b="1"/>
            </a:lvl1pPr>
          </a:lstStyle>
          <a:p>
            <a:r>
              <a:rPr lang="en-US"/>
              <a:t>Amir Temurning Hayoti</a:t>
            </a:r>
            <a:endParaRPr lang="en-US" dirty="0"/>
          </a:p>
        </p:txBody>
      </p:sp>
      <p:sp xmlns:r="http://schemas.openxmlformats.org/officeDocument/2006/relationships">
        <p:nvSpPr>
          <p:cNvPr id="3" name="Subtitle 2"/>
          <p:cNvSpPr>
            <a:spLocks noGrp="1"/>
          </p:cNvSpPr>
          <p:nvPr>
            <p:ph type="subTitle" idx="1" hasCustomPrompt="1"/>
          </p:nvPr>
        </p:nvSpPr>
        <p:spPr>
          <a:xfrm>
            <a:off x="2790191" y="498763"/>
            <a:ext cx="9124774" cy="957097"/>
          </a:xfrm>
        </p:spPr>
        <p:txBody>
          <a:bodyPr lIns="0" tIns="0" rIns="0" bIns="0" anchor="ctr" anchorCtr="0">
            <a:noAutofit/>
          </a:bodyPr>
          <a:lstStyle>
            <a:lvl1pPr marL="0" indent="0" algn="l">
              <a:buNone/>
              <a:defRPr sz="3600" b="1" cap="none" spc="0" baseline="0">
                <a:solidFill>
                  <a:schemeClr val="bg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Tarixiy shaxs va lider</a:t>
            </a:r>
            <a:endParaRPr lang="en-US" dirty="0"/>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hasCustomPrompt="1"/>
          </p:nvPr>
        </p:nvSpPr>
        <p:spPr>
          <a:xfrm>
            <a:off x="4937760" y="271306"/>
            <a:ext cx="6492240" cy="2250830"/>
          </a:xfrm>
        </p:spPr>
        <p:txBody>
          <a:bodyPr lIns="0" tIns="0" rIns="0" bIns="0" anchor="ctr" anchorCtr="0">
            <a:noAutofit/>
          </a:bodyPr>
          <a:lstStyle>
            <a:lvl1pPr>
              <a:defRPr sz="5000" b="1" spc="-100" baseline="0">
                <a:solidFill>
                  <a:schemeClr val="bg1"/>
                </a:solidFill>
              </a:defRPr>
            </a:lvl1pPr>
          </a:lstStyle>
          <a:p>
            <a:r>
              <a:rPr lang="en-US"/>
              <a:t>Amir Temur: Tarixiy Shaxs</a:t>
            </a:r>
            <a:endParaRPr lang="en-US" dirty="0"/>
          </a:p>
        </p:txBody>
      </p:sp>
      <p:sp xmlns:r="http://schemas.openxmlformats.org/officeDocument/2006/relationships">
        <p:nvSpPr>
          <p:cNvPr id="7" name="Content Placeholder 32"/>
          <p:cNvSpPr>
            <a:spLocks noGrp="1"/>
          </p:cNvSpPr>
          <p:nvPr>
            <p:ph sz="quarter" idx="13" hasCustomPrompt="1"/>
          </p:nvPr>
        </p:nvSpPr>
        <p:spPr>
          <a:xfrm>
            <a:off x="4937760" y="2522136"/>
            <a:ext cx="6492240" cy="3346101"/>
          </a:xfrm>
        </p:spPr>
        <p:txBody>
          <a:bodyPr/>
          <a:lstStyle>
            <a:lvl1pPr marL="283210" indent="-283210">
              <a:spcBef>
                <a:spcPts val="1200"/>
              </a:spcBef>
              <a:defRPr/>
            </a:lvl1pPr>
            <a:lvl2pPr indent="-283210">
              <a:spcBef>
                <a:spcPts val="1200"/>
              </a:spcBef>
              <a:defRPr/>
            </a:lvl2pPr>
            <a:lvl3pPr indent="-283210">
              <a:spcBef>
                <a:spcPts val="1200"/>
              </a:spcBef>
              <a:defRPr/>
            </a:lvl3pPr>
            <a:lvl4pPr indent="-283210">
              <a:spcBef>
                <a:spcPts val="1200"/>
              </a:spcBef>
              <a:defRPr/>
            </a:lvl4pPr>
            <a:lvl5pPr indent="-283210">
              <a:spcBef>
                <a:spcPts val="1200"/>
              </a:spcBef>
              <a:defRPr/>
            </a:lvl5pPr>
          </a:lstStyle>
          <a:p>
            <a:pPr lvl="0"/>
            <a:r>
              <a:rPr lang="en-US"/>
              <a:t>Amir Temur, 1336 yilda tug‘ilgan, o‘z davrining eng mashhur sarkardalaridan biri hisoblanadi. U Temuriylar imperiyasini asos solgan va ko‘plab mamlakatlarni birlashtirgan. Uning rahbarlik uslubi va harbiy strategiyalari tarixda muhim o‘rin tutadi. Amir Temur, shuningdek, madaniyat va san'atni rivojlantirishga katta hissa qo‘shgan.</a:t>
            </a:r>
            <a:endParaRPr lang="en-US" dirty="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85800" y="305612"/>
            <a:ext cx="7177056" cy="2194560"/>
          </a:xfrm>
        </p:spPr>
        <p:txBody>
          <a:bodyPr lIns="0" tIns="0" rIns="0" bIns="0" anchor="ctr" anchorCtr="0">
            <a:noAutofit/>
          </a:bodyPr>
          <a:lstStyle>
            <a:lvl1pPr>
              <a:defRPr sz="5000" b="1" spc="-100" baseline="0">
                <a:solidFill>
                  <a:schemeClr val="bg1"/>
                </a:solidFill>
              </a:defRPr>
            </a:lvl1pPr>
          </a:lstStyle>
          <a:p>
            <a:r>
              <a:rPr lang="en-US"/>
              <a:t>Amir Temur: Harbiy Strateg</a:t>
            </a:r>
            <a:endParaRPr lang="en-US" dirty="0"/>
          </a:p>
        </p:txBody>
      </p:sp>
      <p:sp>
        <p:nvSpPr>
          <p:cNvPr id="4" name="Content Placeholder 3"/>
          <p:cNvSpPr>
            <a:spLocks noGrp="1"/>
          </p:cNvSpPr>
          <p:nvPr>
            <p:ph sz="half" idx="2" hasCustomPrompt="1"/>
          </p:nvPr>
        </p:nvSpPr>
        <p:spPr>
          <a:xfrm>
            <a:off x="685800" y="2534309"/>
            <a:ext cx="5120640" cy="3249636"/>
          </a:xfrm>
        </p:spPr>
        <p:txBody>
          <a:bodyPr lIns="0" rIns="0" anchor="t" anchorCtr="0"/>
          <a:lstStyle>
            <a:lvl1pPr marL="0" indent="0">
              <a:lnSpc>
                <a:spcPct val="90000"/>
              </a:lnSpc>
              <a:spcBef>
                <a:spcPts val="2400"/>
              </a:spcBef>
              <a:buNone/>
              <a:defRPr sz="2000"/>
            </a:lvl1pPr>
            <a:lvl2pPr marL="502920" indent="0">
              <a:lnSpc>
                <a:spcPct val="90000"/>
              </a:lnSpc>
              <a:spcBef>
                <a:spcPts val="2400"/>
              </a:spcBef>
              <a:buNone/>
              <a:defRPr sz="1800"/>
            </a:lvl2pPr>
            <a:lvl3pPr marL="960120" indent="0">
              <a:lnSpc>
                <a:spcPct val="90000"/>
              </a:lnSpc>
              <a:spcBef>
                <a:spcPts val="2400"/>
              </a:spcBef>
              <a:buNone/>
              <a:defRPr sz="1600"/>
            </a:lvl3pPr>
            <a:lvl4pPr marL="1417320" indent="0">
              <a:lnSpc>
                <a:spcPct val="90000"/>
              </a:lnSpc>
              <a:spcBef>
                <a:spcPts val="2400"/>
              </a:spcBef>
              <a:buNone/>
              <a:defRPr sz="1400"/>
            </a:lvl4pPr>
            <a:lvl5pPr marL="1874520" indent="0">
              <a:lnSpc>
                <a:spcPct val="90000"/>
              </a:lnSpc>
              <a:spcBef>
                <a:spcPts val="2400"/>
              </a:spcBef>
              <a:buNone/>
              <a:defRPr sz="1400"/>
            </a:lvl5pPr>
            <a:lvl6pPr>
              <a:defRPr sz="1400"/>
            </a:lvl6pPr>
            <a:lvl7pPr>
              <a:defRPr sz="1400"/>
            </a:lvl7pPr>
            <a:lvl8pPr>
              <a:defRPr sz="1400"/>
            </a:lvl8pPr>
            <a:lvl9pPr>
              <a:defRPr sz="1400"/>
            </a:lvl9pPr>
          </a:lstStyle>
          <a:p>
            <a:r>
              <a:rPr lang="en-US"/>
              <a:t>Amir Temur o‘zining harbiy strategiyalari bilan tanilgan. U janglarda tezkorlik va taktikani ustun qo‘ygan. Uning harbiy yurishlari orqali u ko‘plab mamlakatlarni zabt etgan va o‘z imperiyasini kengaytirgan. Bu janglar tarixda muhim ahamiyatga ega bo‘lib, strategik rejalashtirishni o‘rgatadi.</a:t>
            </a:r>
          </a:p>
        </p:txBody>
      </p:sp>
      <p:sp>
        <p:nvSpPr>
          <p:cNvPr id="5" name="Рисунок 4"/>
          <p:cNvSpPr>
            <a:spLocks noGrp="1"/>
          </p:cNvSpPr>
          <p:nvPr>
            <p:ph type="pic" sz="quarter" idx="13"/>
          </p:nvPr>
        </p:nvSpPr>
        <p:spPr>
          <a:xfrm>
            <a:off x="6402600" y="2552872"/>
            <a:ext cx="5189077" cy="3250671"/>
          </a:xfrm>
        </p:spPr>
        <p:txBody>
          <a:bodyPr/>
          <a:lstStyle/>
          <a:p>
            <a:endParaRPr lang="en-US"/>
          </a:p>
        </p:txBody>
      </p:sp>
      <p:pic>
        <p:nvPicPr>
          <p:cNvPr name="Picture 2" id="2"/>
          <p:cNvPicPr>
            <a:picLocks noChangeAspect="true"/>
          </p:cNvPicPr>
          <p:nvPr/>
        </p:nvPicPr>
        <p:blipFill>
          <a:blip r:embed="rId2"/>
          <a:stretch>
            <a:fillRect/>
          </a:stretch>
        </p:blipFill>
        <p:spPr>
          <a:xfrm>
            <a:off x="6402600" y="2552872"/>
            <a:ext cx="5189077" cy="3250671"/>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14" name="Title 13"/>
          <p:cNvSpPr>
            <a:spLocks noGrp="1"/>
          </p:cNvSpPr>
          <p:nvPr>
            <p:ph type="title" hasCustomPrompt="1"/>
          </p:nvPr>
        </p:nvSpPr>
        <p:spPr>
          <a:xfrm>
            <a:off x="827405" y="302895"/>
            <a:ext cx="10528300" cy="1718945"/>
          </a:xfrm>
          <a:noFill/>
        </p:spPr>
        <p:txBody>
          <a:bodyPr anchor="ctr"/>
          <a:lstStyle>
            <a:lvl1pPr algn="ctr">
              <a:lnSpc>
                <a:spcPct val="90000"/>
              </a:lnSpc>
              <a:defRPr b="1" cap="all" baseline="0">
                <a:solidFill>
                  <a:schemeClr val="bg1"/>
                </a:solidFill>
              </a:defRPr>
            </a:lvl1pPr>
          </a:lstStyle>
          <a:p>
            <a:r>
              <a:rPr lang="en-US"/>
              <a:t>Amir Temurning Merosi</a:t>
            </a:r>
            <a:endParaRPr lang="en-US" dirty="0"/>
          </a:p>
        </p:txBody>
      </p:sp>
      <p:sp xmlns:r="http://schemas.openxmlformats.org/officeDocument/2006/relationships">
        <p:nvSpPr>
          <p:cNvPr id="8" name="Content Placeholder 12"/>
          <p:cNvSpPr>
            <a:spLocks noGrp="1"/>
          </p:cNvSpPr>
          <p:nvPr>
            <p:ph sz="quarter" idx="17" hasCustomPrompt="1"/>
          </p:nvPr>
        </p:nvSpPr>
        <p:spPr>
          <a:xfrm>
            <a:off x="8068310"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r>
              <a:rPr lang="en-US"/>
              <a:t>Amir Temur shaxsiyati bugungi kunda ham o‘rganilmoqda. Uning hayoti va faoliyati ko‘plab tarixchilar va tadqiqotchilar tomonidan o‘rganilib, yosh avlod uchun ibrat manbai bo‘lib xizmat qiladi.</a:t>
            </a:r>
          </a:p>
        </p:txBody>
      </p:sp>
      <p:sp xmlns:r="http://schemas.openxmlformats.org/officeDocument/2006/relationships">
        <p:nvSpPr>
          <p:cNvPr id="10" name="Content Placeholder 12"/>
          <p:cNvSpPr>
            <a:spLocks noGrp="1"/>
          </p:cNvSpPr>
          <p:nvPr>
            <p:ph sz="quarter" idx="13" hasCustomPrompt="1"/>
          </p:nvPr>
        </p:nvSpPr>
        <p:spPr>
          <a:xfrm>
            <a:off x="4448175"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r>
              <a:rPr lang="en-US"/>
              <a:t>Temuriylar imperiyasi, Amir Temur asos solgan, keyinchalik uning merosini davom ettirgan. Bu imperiya o‘z davrida ilm-fan va madaniyat markazi bo‘lib, ko‘plab olimlar va san'atkorlar yetishib chiqqan.</a:t>
            </a:r>
          </a:p>
        </p:txBody>
      </p:sp>
      <p:sp xmlns:r="http://schemas.openxmlformats.org/officeDocument/2006/relationships">
        <p:nvSpPr>
          <p:cNvPr id="11" name="Content Placeholder 12"/>
          <p:cNvSpPr>
            <a:spLocks noGrp="1"/>
          </p:cNvSpPr>
          <p:nvPr>
            <p:ph sz="quarter" idx="14" hasCustomPrompt="1"/>
          </p:nvPr>
        </p:nvSpPr>
        <p:spPr>
          <a:xfrm>
            <a:off x="827405"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r>
              <a:rPr lang="en-US"/>
              <a:t>Amir Temur o‘zining merosi bilan tarixda yodga olinadi. U ko‘plab madaniy va ilmiy inshootlar yaratgan, shuningdek, o‘z davrida san'at va adabiyotni rivojlantirishga hissa qo‘shgan.</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6" name="Title 5"/>
          <p:cNvSpPr>
            <a:spLocks noGrp="1"/>
          </p:cNvSpPr>
          <p:nvPr>
            <p:ph type="title" hasCustomPrompt="1"/>
          </p:nvPr>
        </p:nvSpPr>
        <p:spPr>
          <a:xfrm>
            <a:off x="2790189" y="1526875"/>
            <a:ext cx="9124776" cy="4645325"/>
          </a:xfrm>
        </p:spPr>
        <p:txBody>
          <a:bodyPr lIns="0" tIns="0" rIns="0" bIns="0" anchor="b" anchorCtr="0">
            <a:noAutofit/>
          </a:bodyPr>
          <a:lstStyle>
            <a:lvl1pPr>
              <a:lnSpc>
                <a:spcPts val="8000"/>
              </a:lnSpc>
              <a:defRPr sz="8000" b="1"/>
            </a:lvl1pPr>
          </a:lstStyle>
          <a:p>
            <a:r>
              <a:rPr lang="en-US"/>
              <a:t>Amir Temur va uning hayoti</a:t>
            </a:r>
            <a:endParaRPr lang="en-US" dirty="0"/>
          </a:p>
        </p:txBody>
      </p:sp>
      <p:sp xmlns:r="http://schemas.openxmlformats.org/officeDocument/2006/relationships">
        <p:nvSpPr>
          <p:cNvPr id="3" name="Subtitle 2"/>
          <p:cNvSpPr>
            <a:spLocks noGrp="1"/>
          </p:cNvSpPr>
          <p:nvPr>
            <p:ph type="subTitle" idx="1" hasCustomPrompt="1"/>
          </p:nvPr>
        </p:nvSpPr>
        <p:spPr>
          <a:xfrm>
            <a:off x="2790191" y="498763"/>
            <a:ext cx="9124774" cy="957097"/>
          </a:xfrm>
        </p:spPr>
        <p:txBody>
          <a:bodyPr lIns="0" tIns="0" rIns="0" bIns="0" anchor="ctr" anchorCtr="0">
            <a:noAutofit/>
          </a:bodyPr>
          <a:lstStyle>
            <a:lvl1pPr marL="0" indent="0" algn="l">
              <a:buNone/>
              <a:defRPr sz="3600" b="1" cap="none" spc="0" baseline="0">
                <a:solidFill>
                  <a:schemeClr val="bg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Tarixiy shaxsning roli</a:t>
            </a:r>
            <a:endParaRPr lang="en-US" dirty="0"/>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hasCustomPrompt="1"/>
          </p:nvPr>
        </p:nvSpPr>
        <p:spPr>
          <a:xfrm>
            <a:off x="4937760" y="271306"/>
            <a:ext cx="6492240" cy="2250830"/>
          </a:xfrm>
        </p:spPr>
        <p:txBody>
          <a:bodyPr lIns="0" tIns="0" rIns="0" bIns="0" anchor="ctr" anchorCtr="0">
            <a:noAutofit/>
          </a:bodyPr>
          <a:lstStyle>
            <a:lvl1pPr>
              <a:defRPr sz="5000" b="1" spc="-100" baseline="0">
                <a:solidFill>
                  <a:schemeClr val="bg1"/>
                </a:solidFill>
              </a:defRPr>
            </a:lvl1pPr>
          </a:lstStyle>
          <a:p>
            <a:r>
              <a:rPr lang="en-US"/>
              <a:t>Amir Temur haqida qisqacha ma'lumot</a:t>
            </a:r>
            <a:endParaRPr lang="en-US" dirty="0"/>
          </a:p>
        </p:txBody>
      </p:sp>
      <p:sp xmlns:r="http://schemas.openxmlformats.org/officeDocument/2006/relationships">
        <p:nvSpPr>
          <p:cNvPr id="7" name="Content Placeholder 32"/>
          <p:cNvSpPr>
            <a:spLocks noGrp="1"/>
          </p:cNvSpPr>
          <p:nvPr>
            <p:ph sz="quarter" idx="13" hasCustomPrompt="1"/>
          </p:nvPr>
        </p:nvSpPr>
        <p:spPr>
          <a:xfrm>
            <a:off x="4937760" y="2522136"/>
            <a:ext cx="6492240" cy="3346101"/>
          </a:xfrm>
        </p:spPr>
        <p:txBody>
          <a:bodyPr/>
          <a:lstStyle>
            <a:lvl1pPr marL="283210" indent="-283210">
              <a:spcBef>
                <a:spcPts val="1200"/>
              </a:spcBef>
              <a:defRPr/>
            </a:lvl1pPr>
            <a:lvl2pPr indent="-283210">
              <a:spcBef>
                <a:spcPts val="1200"/>
              </a:spcBef>
              <a:defRPr/>
            </a:lvl2pPr>
            <a:lvl3pPr indent="-283210">
              <a:spcBef>
                <a:spcPts val="1200"/>
              </a:spcBef>
              <a:defRPr/>
            </a:lvl3pPr>
            <a:lvl4pPr indent="-283210">
              <a:spcBef>
                <a:spcPts val="1200"/>
              </a:spcBef>
              <a:defRPr/>
            </a:lvl4pPr>
            <a:lvl5pPr indent="-283210">
              <a:spcBef>
                <a:spcPts val="1200"/>
              </a:spcBef>
              <a:defRPr/>
            </a:lvl5pPr>
          </a:lstStyle>
          <a:p>
            <a:pPr lvl="0"/>
            <a:r>
              <a:rPr lang="en-US"/>
              <a:t>Amir Temur, 1336-yilda tug'ilgan, O'rta Osiyoda kuchli davlatni boshqargan buyuk sarkarda va davlat arbobi hisoblanadi. U o'z davrida ko'plab urushlar olib borgan va imperiyasini kengaytirgan. Uning boshqaruvi ostida Samarqand madaniyat va ilm-fan markaziga aylandi, shuningdek, Temuriylar sulolasi asos solindi.</a:t>
            </a:r>
            <a:endParaRPr lang="en-US" dirty="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85800" y="305612"/>
            <a:ext cx="7177056" cy="2194560"/>
          </a:xfrm>
        </p:spPr>
        <p:txBody>
          <a:bodyPr lIns="0" tIns="0" rIns="0" bIns="0" anchor="ctr" anchorCtr="0">
            <a:noAutofit/>
          </a:bodyPr>
          <a:lstStyle>
            <a:lvl1pPr>
              <a:defRPr sz="5000" b="1" spc="-100" baseline="0">
                <a:solidFill>
                  <a:schemeClr val="bg1"/>
                </a:solidFill>
              </a:defRPr>
            </a:lvl1pPr>
          </a:lstStyle>
          <a:p>
            <a:r>
              <a:rPr lang="en-US"/>
              <a:t>Amir Temur va imperiyasi</a:t>
            </a:r>
            <a:endParaRPr lang="en-US" dirty="0"/>
          </a:p>
        </p:txBody>
      </p:sp>
      <p:sp>
        <p:nvSpPr>
          <p:cNvPr id="4" name="Content Placeholder 3"/>
          <p:cNvSpPr>
            <a:spLocks noGrp="1"/>
          </p:cNvSpPr>
          <p:nvPr>
            <p:ph sz="half" idx="2" hasCustomPrompt="1"/>
          </p:nvPr>
        </p:nvSpPr>
        <p:spPr>
          <a:xfrm>
            <a:off x="685800" y="2534309"/>
            <a:ext cx="5120640" cy="3249636"/>
          </a:xfrm>
        </p:spPr>
        <p:txBody>
          <a:bodyPr lIns="0" rIns="0" anchor="t" anchorCtr="0"/>
          <a:lstStyle>
            <a:lvl1pPr marL="0" indent="0">
              <a:lnSpc>
                <a:spcPct val="90000"/>
              </a:lnSpc>
              <a:spcBef>
                <a:spcPts val="2400"/>
              </a:spcBef>
              <a:buNone/>
              <a:defRPr sz="2000"/>
            </a:lvl1pPr>
            <a:lvl2pPr marL="502920" indent="0">
              <a:lnSpc>
                <a:spcPct val="90000"/>
              </a:lnSpc>
              <a:spcBef>
                <a:spcPts val="2400"/>
              </a:spcBef>
              <a:buNone/>
              <a:defRPr sz="1800"/>
            </a:lvl2pPr>
            <a:lvl3pPr marL="960120" indent="0">
              <a:lnSpc>
                <a:spcPct val="90000"/>
              </a:lnSpc>
              <a:spcBef>
                <a:spcPts val="2400"/>
              </a:spcBef>
              <a:buNone/>
              <a:defRPr sz="1600"/>
            </a:lvl3pPr>
            <a:lvl4pPr marL="1417320" indent="0">
              <a:lnSpc>
                <a:spcPct val="90000"/>
              </a:lnSpc>
              <a:spcBef>
                <a:spcPts val="2400"/>
              </a:spcBef>
              <a:buNone/>
              <a:defRPr sz="1400"/>
            </a:lvl4pPr>
            <a:lvl5pPr marL="1874520" indent="0">
              <a:lnSpc>
                <a:spcPct val="90000"/>
              </a:lnSpc>
              <a:spcBef>
                <a:spcPts val="2400"/>
              </a:spcBef>
              <a:buNone/>
              <a:defRPr sz="1400"/>
            </a:lvl5pPr>
            <a:lvl6pPr>
              <a:defRPr sz="1400"/>
            </a:lvl6pPr>
            <a:lvl7pPr>
              <a:defRPr sz="1400"/>
            </a:lvl7pPr>
            <a:lvl8pPr>
              <a:defRPr sz="1400"/>
            </a:lvl8pPr>
            <a:lvl9pPr>
              <a:defRPr sz="1400"/>
            </a:lvl9pPr>
          </a:lstStyle>
          <a:p>
            <a:r>
              <a:rPr lang="en-US"/>
              <a:t>Amir Temur, O'rta Osiyo va atrofidagi hududlarda kuchli imperiya yaratdi. U o'zining harbiy mahorati bilan tanilgan va ko'plab mamlakatlarni zabt etdi. Uning imperiyasi tarixiy ahamiyatga ega bo'lib, madaniyat va savdo rivojlanishiga katta hissa qo'shdi.</a:t>
            </a:r>
          </a:p>
        </p:txBody>
      </p:sp>
      <p:sp>
        <p:nvSpPr>
          <p:cNvPr id="5" name="Рисунок 4"/>
          <p:cNvSpPr>
            <a:spLocks noGrp="1"/>
          </p:cNvSpPr>
          <p:nvPr>
            <p:ph type="pic" sz="quarter" idx="13"/>
          </p:nvPr>
        </p:nvSpPr>
        <p:spPr>
          <a:xfrm>
            <a:off x="6402600" y="2552872"/>
            <a:ext cx="5189077" cy="3250671"/>
          </a:xfrm>
        </p:spPr>
        <p:txBody>
          <a:bodyPr/>
          <a:lstStyle/>
          <a:p>
            <a:endParaRPr lang="en-US"/>
          </a:p>
        </p:txBody>
      </p:sp>
      <p:pic>
        <p:nvPicPr>
          <p:cNvPr name="Picture 2" id="2"/>
          <p:cNvPicPr>
            <a:picLocks noChangeAspect="true"/>
          </p:cNvPicPr>
          <p:nvPr/>
        </p:nvPicPr>
        <p:blipFill>
          <a:blip r:embed="rId2"/>
          <a:stretch>
            <a:fillRect/>
          </a:stretch>
        </p:blipFill>
        <p:spPr>
          <a:xfrm>
            <a:off x="6402600" y="2552872"/>
            <a:ext cx="5189077" cy="3250671"/>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14" name="Title 13"/>
          <p:cNvSpPr>
            <a:spLocks noGrp="1"/>
          </p:cNvSpPr>
          <p:nvPr>
            <p:ph type="title" hasCustomPrompt="1"/>
          </p:nvPr>
        </p:nvSpPr>
        <p:spPr>
          <a:xfrm>
            <a:off x="827405" y="302895"/>
            <a:ext cx="10528300" cy="1718945"/>
          </a:xfrm>
          <a:noFill/>
        </p:spPr>
        <p:txBody>
          <a:bodyPr anchor="ctr"/>
          <a:lstStyle>
            <a:lvl1pPr algn="ctr">
              <a:lnSpc>
                <a:spcPct val="90000"/>
              </a:lnSpc>
              <a:defRPr b="1" cap="all" baseline="0">
                <a:solidFill>
                  <a:schemeClr val="bg1"/>
                </a:solidFill>
              </a:defRPr>
            </a:lvl1pPr>
          </a:lstStyle>
          <a:p>
            <a:r>
              <a:rPr lang="en-US"/>
              <a:t>Amir Temur merosi</a:t>
            </a:r>
            <a:endParaRPr lang="en-US" dirty="0"/>
          </a:p>
        </p:txBody>
      </p:sp>
      <p:sp xmlns:r="http://schemas.openxmlformats.org/officeDocument/2006/relationships">
        <p:nvSpPr>
          <p:cNvPr id="8" name="Content Placeholder 12"/>
          <p:cNvSpPr>
            <a:spLocks noGrp="1"/>
          </p:cNvSpPr>
          <p:nvPr>
            <p:ph sz="quarter" idx="17" hasCustomPrompt="1"/>
          </p:nvPr>
        </p:nvSpPr>
        <p:spPr>
          <a:xfrm>
            <a:off x="8068310"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r>
              <a:rPr lang="en-US"/>
              <a:t>Amir Temur, shuningdek, o'zining qonunlari va boshqaruv tizimi bilan ham tanilgan. U adolat va tartibni ta'minlashga harakat qilgan, bu esa uning imperiyasining barqarorligini oshirdi.</a:t>
            </a:r>
          </a:p>
        </p:txBody>
      </p:sp>
      <p:sp xmlns:r="http://schemas.openxmlformats.org/officeDocument/2006/relationships">
        <p:nvSpPr>
          <p:cNvPr id="10" name="Content Placeholder 12"/>
          <p:cNvSpPr>
            <a:spLocks noGrp="1"/>
          </p:cNvSpPr>
          <p:nvPr>
            <p:ph sz="quarter" idx="13" hasCustomPrompt="1"/>
          </p:nvPr>
        </p:nvSpPr>
        <p:spPr>
          <a:xfrm>
            <a:off x="4448175"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r>
              <a:rPr lang="en-US"/>
              <a:t>Ushbu imperiya orqali savdo yo'llari ochildi, bu O'rta Osiyo va Yaqin Sharq o'rtasidagi aloqalarni mustahkamladi. Temuriylar sulolasi san'at va ilm-fan sohalarida yangi yutuqlarga erishdi.</a:t>
            </a:r>
          </a:p>
        </p:txBody>
      </p:sp>
      <p:sp xmlns:r="http://schemas.openxmlformats.org/officeDocument/2006/relationships">
        <p:nvSpPr>
          <p:cNvPr id="11" name="Content Placeholder 12"/>
          <p:cNvSpPr>
            <a:spLocks noGrp="1"/>
          </p:cNvSpPr>
          <p:nvPr>
            <p:ph sz="quarter" idx="14" hasCustomPrompt="1"/>
          </p:nvPr>
        </p:nvSpPr>
        <p:spPr>
          <a:xfrm>
            <a:off x="827405"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r>
              <a:rPr lang="en-US"/>
              <a:t>Amir Temurning merosi uning harbiy yutuqlari va madaniyati bilan bog'liq. U ko'plab me'moriy obidalar qurdirgan, bu esa uning davrining madaniy rivojlanishiga katta ta'sir ko'rsatdi.</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6" name="Title 5"/>
          <p:cNvSpPr>
            <a:spLocks noGrp="1"/>
          </p:cNvSpPr>
          <p:nvPr>
            <p:ph type="title" hasCustomPrompt="1"/>
          </p:nvPr>
        </p:nvSpPr>
        <p:spPr>
          <a:xfrm>
            <a:off x="2790189" y="1526875"/>
            <a:ext cx="9124776" cy="4645325"/>
          </a:xfrm>
        </p:spPr>
        <p:txBody>
          <a:bodyPr lIns="0" tIns="0" rIns="0" bIns="0" anchor="b" anchorCtr="0">
            <a:noAutofit/>
          </a:bodyPr>
          <a:lstStyle>
            <a:lvl1pPr>
              <a:lnSpc>
                <a:spcPts val="8000"/>
              </a:lnSpc>
              <a:defRPr sz="8000" b="1"/>
            </a:lvl1pPr>
          </a:lstStyle>
          <a:p>
            <a:r>
              <a:rPr lang="en-US"/>
              <a:t>Amir Temur merosining ahamiyati</a:t>
            </a:r>
            <a:endParaRPr lang="en-US" dirty="0"/>
          </a:p>
        </p:txBody>
      </p:sp>
      <p:sp xmlns:r="http://schemas.openxmlformats.org/officeDocument/2006/relationships">
        <p:nvSpPr>
          <p:cNvPr id="3" name="Subtitle 2"/>
          <p:cNvSpPr>
            <a:spLocks noGrp="1"/>
          </p:cNvSpPr>
          <p:nvPr>
            <p:ph type="subTitle" idx="1" hasCustomPrompt="1"/>
          </p:nvPr>
        </p:nvSpPr>
        <p:spPr>
          <a:xfrm>
            <a:off x="2790191" y="498763"/>
            <a:ext cx="9124774" cy="957097"/>
          </a:xfrm>
        </p:spPr>
        <p:txBody>
          <a:bodyPr lIns="0" tIns="0" rIns="0" bIns="0" anchor="ctr" anchorCtr="0">
            <a:noAutofit/>
          </a:bodyPr>
          <a:lstStyle>
            <a:lvl1pPr marL="0" indent="0" algn="l">
              <a:buNone/>
              <a:defRPr sz="3600" b="1" cap="none" spc="0" baseline="0">
                <a:solidFill>
                  <a:schemeClr val="bg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Tarixiy ta'siri va merosi</a:t>
            </a:r>
            <a:endParaRPr lang="en-US" dirty="0"/>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hasCustomPrompt="1"/>
          </p:nvPr>
        </p:nvSpPr>
        <p:spPr>
          <a:xfrm>
            <a:off x="4937760" y="271306"/>
            <a:ext cx="6492240" cy="2250830"/>
          </a:xfrm>
        </p:spPr>
        <p:txBody>
          <a:bodyPr lIns="0" tIns="0" rIns="0" bIns="0" anchor="ctr" anchorCtr="0">
            <a:noAutofit/>
          </a:bodyPr>
          <a:lstStyle>
            <a:lvl1pPr>
              <a:defRPr sz="5000" b="1" spc="-100" baseline="0">
                <a:solidFill>
                  <a:schemeClr val="bg1"/>
                </a:solidFill>
              </a:defRPr>
            </a:lvl1pPr>
          </a:lstStyle>
          <a:p>
            <a:r>
              <a:rPr lang="en-US"/>
              <a:t>Amir Temur va uning yutuqlari</a:t>
            </a:r>
            <a:endParaRPr lang="en-US" dirty="0"/>
          </a:p>
        </p:txBody>
      </p:sp>
      <p:sp xmlns:r="http://schemas.openxmlformats.org/officeDocument/2006/relationships">
        <p:nvSpPr>
          <p:cNvPr id="7" name="Content Placeholder 32"/>
          <p:cNvSpPr>
            <a:spLocks noGrp="1"/>
          </p:cNvSpPr>
          <p:nvPr>
            <p:ph sz="quarter" idx="13" hasCustomPrompt="1"/>
          </p:nvPr>
        </p:nvSpPr>
        <p:spPr>
          <a:xfrm>
            <a:off x="4937760" y="2522136"/>
            <a:ext cx="6492240" cy="3346101"/>
          </a:xfrm>
        </p:spPr>
        <p:txBody>
          <a:bodyPr/>
          <a:lstStyle>
            <a:lvl1pPr marL="283210" indent="-283210">
              <a:spcBef>
                <a:spcPts val="1200"/>
              </a:spcBef>
              <a:defRPr/>
            </a:lvl1pPr>
            <a:lvl2pPr indent="-283210">
              <a:spcBef>
                <a:spcPts val="1200"/>
              </a:spcBef>
              <a:defRPr/>
            </a:lvl2pPr>
            <a:lvl3pPr indent="-283210">
              <a:spcBef>
                <a:spcPts val="1200"/>
              </a:spcBef>
              <a:defRPr/>
            </a:lvl3pPr>
            <a:lvl4pPr indent="-283210">
              <a:spcBef>
                <a:spcPts val="1200"/>
              </a:spcBef>
              <a:defRPr/>
            </a:lvl4pPr>
            <a:lvl5pPr indent="-283210">
              <a:spcBef>
                <a:spcPts val="1200"/>
              </a:spcBef>
              <a:defRPr/>
            </a:lvl5pPr>
          </a:lstStyle>
          <a:p>
            <a:pPr lvl="0"/>
            <a:r>
              <a:rPr lang="en-US"/>
              <a:t>Amir Temur, 14-asrda yashagan buyuk qo'mondon va davlat arbobi, O'rta Osiyoda kuchli davlatni barpo etgan. U o'zining harbiy strategiyalari, adolatli boshqaruvi va madaniyati rivojlantirishdagi hissasi bilan tanilgan. Temurning davlati ko'plab xalqlarni birlashtirib, savdo va madaniyatni rivojlantirishga xizmat qilgan. Uning merosi bugungi kunda ham o'z ahamiyatini saqlab qolmoqda.</a:t>
            </a:r>
            <a:endParaRPr lang="en-US" dirty="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85800" y="305612"/>
            <a:ext cx="7177056" cy="2194560"/>
          </a:xfrm>
        </p:spPr>
        <p:txBody>
          <a:bodyPr lIns="0" tIns="0" rIns="0" bIns="0" anchor="ctr" anchorCtr="0">
            <a:noAutofit/>
          </a:bodyPr>
          <a:lstStyle>
            <a:lvl1pPr>
              <a:defRPr sz="5000" b="1" spc="-100" baseline="0">
                <a:solidFill>
                  <a:schemeClr val="bg1"/>
                </a:solidFill>
              </a:defRPr>
            </a:lvl1pPr>
          </a:lstStyle>
          <a:p>
            <a:r>
              <a:rPr lang="en-US"/>
              <a:t>Amir Temur va madaniyat</a:t>
            </a:r>
            <a:endParaRPr lang="en-US" dirty="0"/>
          </a:p>
        </p:txBody>
      </p:sp>
      <p:sp>
        <p:nvSpPr>
          <p:cNvPr id="4" name="Content Placeholder 3"/>
          <p:cNvSpPr>
            <a:spLocks noGrp="1"/>
          </p:cNvSpPr>
          <p:nvPr>
            <p:ph sz="half" idx="2" hasCustomPrompt="1"/>
          </p:nvPr>
        </p:nvSpPr>
        <p:spPr>
          <a:xfrm>
            <a:off x="685800" y="2534309"/>
            <a:ext cx="5120640" cy="3249636"/>
          </a:xfrm>
        </p:spPr>
        <p:txBody>
          <a:bodyPr lIns="0" rIns="0" anchor="t" anchorCtr="0"/>
          <a:lstStyle>
            <a:lvl1pPr marL="0" indent="0">
              <a:lnSpc>
                <a:spcPct val="90000"/>
              </a:lnSpc>
              <a:spcBef>
                <a:spcPts val="2400"/>
              </a:spcBef>
              <a:buNone/>
              <a:defRPr sz="2000"/>
            </a:lvl1pPr>
            <a:lvl2pPr marL="502920" indent="0">
              <a:lnSpc>
                <a:spcPct val="90000"/>
              </a:lnSpc>
              <a:spcBef>
                <a:spcPts val="2400"/>
              </a:spcBef>
              <a:buNone/>
              <a:defRPr sz="1800"/>
            </a:lvl2pPr>
            <a:lvl3pPr marL="960120" indent="0">
              <a:lnSpc>
                <a:spcPct val="90000"/>
              </a:lnSpc>
              <a:spcBef>
                <a:spcPts val="2400"/>
              </a:spcBef>
              <a:buNone/>
              <a:defRPr sz="1600"/>
            </a:lvl3pPr>
            <a:lvl4pPr marL="1417320" indent="0">
              <a:lnSpc>
                <a:spcPct val="90000"/>
              </a:lnSpc>
              <a:spcBef>
                <a:spcPts val="2400"/>
              </a:spcBef>
              <a:buNone/>
              <a:defRPr sz="1400"/>
            </a:lvl4pPr>
            <a:lvl5pPr marL="1874520" indent="0">
              <a:lnSpc>
                <a:spcPct val="90000"/>
              </a:lnSpc>
              <a:spcBef>
                <a:spcPts val="2400"/>
              </a:spcBef>
              <a:buNone/>
              <a:defRPr sz="1400"/>
            </a:lvl5pPr>
            <a:lvl6pPr>
              <a:defRPr sz="1400"/>
            </a:lvl6pPr>
            <a:lvl7pPr>
              <a:defRPr sz="1400"/>
            </a:lvl7pPr>
            <a:lvl8pPr>
              <a:defRPr sz="1400"/>
            </a:lvl8pPr>
            <a:lvl9pPr>
              <a:defRPr sz="1400"/>
            </a:lvl9pPr>
          </a:lstStyle>
          <a:p>
            <a:r>
              <a:rPr lang="en-US"/>
              <a:t>Amir Temur, shuningdek, madaniyatni rivojlantirishga katta e'tibor bergan. U o'z davrida ko'plab ilmiy va badiiy asarlarni qo'llab-quvvatlagan. Temuriylar davrida san'at va me'morchilikda yangi yo'nalishlar paydo bo'lgan, bu esa o'z navbatida, xalqning madaniy merosini boyitgan.</a:t>
            </a:r>
          </a:p>
        </p:txBody>
      </p:sp>
      <p:sp>
        <p:nvSpPr>
          <p:cNvPr id="5" name="Рисунок 4"/>
          <p:cNvSpPr>
            <a:spLocks noGrp="1"/>
          </p:cNvSpPr>
          <p:nvPr>
            <p:ph type="pic" sz="quarter" idx="13"/>
          </p:nvPr>
        </p:nvSpPr>
        <p:spPr>
          <a:xfrm>
            <a:off x="6402600" y="2552872"/>
            <a:ext cx="5189077" cy="3250671"/>
          </a:xfrm>
        </p:spPr>
        <p:txBody>
          <a:bodyPr/>
          <a:lstStyle/>
          <a:p>
            <a:endParaRPr lang="en-US"/>
          </a:p>
        </p:txBody>
      </p:sp>
      <p:pic>
        <p:nvPicPr>
          <p:cNvPr name="Picture 2" id="2"/>
          <p:cNvPicPr>
            <a:picLocks noChangeAspect="true"/>
          </p:cNvPicPr>
          <p:nvPr/>
        </p:nvPicPr>
        <p:blipFill>
          <a:blip r:embed="rId2"/>
          <a:stretch>
            <a:fillRect/>
          </a:stretch>
        </p:blipFill>
        <p:spPr>
          <a:xfrm>
            <a:off x="6402600" y="2552872"/>
            <a:ext cx="5189077" cy="3250671"/>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14" name="Title 13"/>
          <p:cNvSpPr>
            <a:spLocks noGrp="1"/>
          </p:cNvSpPr>
          <p:nvPr>
            <p:ph type="title" hasCustomPrompt="1"/>
          </p:nvPr>
        </p:nvSpPr>
        <p:spPr>
          <a:xfrm>
            <a:off x="827405" y="302895"/>
            <a:ext cx="10528300" cy="1718945"/>
          </a:xfrm>
          <a:noFill/>
        </p:spPr>
        <p:txBody>
          <a:bodyPr anchor="ctr"/>
          <a:lstStyle>
            <a:lvl1pPr algn="ctr">
              <a:lnSpc>
                <a:spcPct val="90000"/>
              </a:lnSpc>
              <a:defRPr b="1" cap="all" baseline="0">
                <a:solidFill>
                  <a:schemeClr val="bg1"/>
                </a:solidFill>
              </a:defRPr>
            </a:lvl1pPr>
          </a:lstStyle>
          <a:p>
            <a:r>
              <a:rPr lang="en-US"/>
              <a:t>Amir Temurning ta'siri</a:t>
            </a:r>
            <a:endParaRPr lang="en-US" dirty="0"/>
          </a:p>
        </p:txBody>
      </p:sp>
      <p:sp xmlns:r="http://schemas.openxmlformats.org/officeDocument/2006/relationships">
        <p:nvSpPr>
          <p:cNvPr id="8" name="Content Placeholder 12"/>
          <p:cNvSpPr>
            <a:spLocks noGrp="1"/>
          </p:cNvSpPr>
          <p:nvPr>
            <p:ph sz="quarter" idx="17" hasCustomPrompt="1"/>
          </p:nvPr>
        </p:nvSpPr>
        <p:spPr>
          <a:xfrm>
            <a:off x="8068310"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r>
              <a:rPr lang="en-US"/>
              <a:t>Amir Temur merosi bugungi kunda ham o'z ahamiyatini yo'qotmaydi. U nafaqat O'zbekiston, balki butun Markaziy Osiyo tarixida muhim shaxs sifatida tanilgan.</a:t>
            </a:r>
          </a:p>
        </p:txBody>
      </p:sp>
      <p:sp xmlns:r="http://schemas.openxmlformats.org/officeDocument/2006/relationships">
        <p:nvSpPr>
          <p:cNvPr id="10" name="Content Placeholder 12"/>
          <p:cNvSpPr>
            <a:spLocks noGrp="1"/>
          </p:cNvSpPr>
          <p:nvPr>
            <p:ph sz="quarter" idx="13" hasCustomPrompt="1"/>
          </p:nvPr>
        </p:nvSpPr>
        <p:spPr>
          <a:xfrm>
            <a:off x="4448175"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r>
              <a:rPr lang="en-US"/>
              <a:t>Bundan tashqari, Temuriylar davrida ilm-fan va san'at rivojlanishi uchun qulay sharoitlar yaratilgan. Bu esa ko'plab olimlar va san'atkorlarning paydo bo'lishiga olib keldi.</a:t>
            </a:r>
          </a:p>
        </p:txBody>
      </p:sp>
      <p:sp xmlns:r="http://schemas.openxmlformats.org/officeDocument/2006/relationships">
        <p:nvSpPr>
          <p:cNvPr id="11" name="Content Placeholder 12"/>
          <p:cNvSpPr>
            <a:spLocks noGrp="1"/>
          </p:cNvSpPr>
          <p:nvPr>
            <p:ph sz="quarter" idx="14" hasCustomPrompt="1"/>
          </p:nvPr>
        </p:nvSpPr>
        <p:spPr>
          <a:xfrm>
            <a:off x="827405" y="2268220"/>
            <a:ext cx="3296285" cy="3959860"/>
          </a:xfrm>
          <a:noFill/>
        </p:spPr>
        <p:txBody>
          <a:bodyPr/>
          <a:lstStyle>
            <a:lvl1pPr algn="ctr">
              <a:spcBef>
                <a:spcPts val="600"/>
              </a:spcBef>
              <a:defRPr sz="2000">
                <a:solidFill>
                  <a:schemeClr val="bg1"/>
                </a:solidFill>
              </a:defRPr>
            </a:lvl1pPr>
            <a:lvl2pPr algn="ctr">
              <a:spcBef>
                <a:spcPts val="600"/>
              </a:spcBef>
              <a:defRPr sz="2000">
                <a:solidFill>
                  <a:schemeClr val="bg1"/>
                </a:solidFill>
              </a:defRPr>
            </a:lvl2pPr>
            <a:lvl3pPr algn="ctr">
              <a:spcBef>
                <a:spcPts val="600"/>
              </a:spcBef>
              <a:defRPr sz="2000">
                <a:solidFill>
                  <a:schemeClr val="bg1"/>
                </a:solidFill>
              </a:defRPr>
            </a:lvl3pPr>
            <a:lvl4pPr algn="ctr">
              <a:spcBef>
                <a:spcPts val="600"/>
              </a:spcBef>
              <a:defRPr sz="2000">
                <a:solidFill>
                  <a:schemeClr val="bg1"/>
                </a:solidFill>
              </a:defRPr>
            </a:lvl4pPr>
            <a:lvl5pPr algn="ctr">
              <a:spcBef>
                <a:spcPts val="600"/>
              </a:spcBef>
              <a:defRPr sz="2000">
                <a:solidFill>
                  <a:schemeClr val="bg1"/>
                </a:solidFill>
              </a:defRPr>
            </a:lvl5pPr>
          </a:lstStyle>
          <a:p>
            <a:r>
              <a:rPr lang="en-US"/>
              <a:t>Amir Temurning ta'siri faqat harbiy sohada emas, balki iqtisodiy va madaniy sohalarda ham sezilarli bo'lgan. U savdo yo'llarini rivojlantirib, iqtisodiy barqarorlikni ta'minlagan.</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hasCustomPrompt="1"/>
          </p:nvPr>
        </p:nvSpPr>
        <p:spPr>
          <a:xfrm>
            <a:off x="911674" y="635693"/>
            <a:ext cx="10894246" cy="3493052"/>
          </a:xfrm>
        </p:spPr>
        <p:txBody>
          <a:bodyPr lIns="0" tIns="0" rIns="0" bIns="0" anchor="t" anchorCtr="0">
            <a:noAutofit/>
          </a:bodyPr>
          <a:lstStyle>
            <a:lvl1pPr algn="r">
              <a:lnSpc>
                <a:spcPts val="9300"/>
              </a:lnSpc>
              <a:defRPr sz="8000" b="1" spc="-100" baseline="0">
                <a:solidFill>
                  <a:schemeClr val="bg1"/>
                </a:solidFill>
              </a:defRPr>
            </a:lvl1pPr>
          </a:lstStyle>
          <a:p>
            <a:r>
              <a:rPr lang="en-US"/>
              <a:t>"Diyorat qilganingiz uchun rahmat."</a:t>
            </a:r>
            <a:endParaRPr lang="en-US" dirty="0"/>
          </a:p>
        </p:txBody>
      </p:sp>
      <p:sp xmlns:r="http://schemas.openxmlformats.org/officeDocument/2006/relationships">
        <p:nvSpPr>
          <p:cNvPr id="3" name="Subtitle 2"/>
          <p:cNvSpPr>
            <a:spLocks noGrp="1"/>
          </p:cNvSpPr>
          <p:nvPr>
            <p:ph type="subTitle" idx="1" hasCustomPrompt="1"/>
          </p:nvPr>
        </p:nvSpPr>
        <p:spPr>
          <a:xfrm>
            <a:off x="3992693" y="4197984"/>
            <a:ext cx="7812868" cy="1892469"/>
          </a:xfrm>
        </p:spPr>
        <p:txBody>
          <a:bodyPr lIns="0" tIns="0" rIns="0" bIns="0" anchor="b" anchorCtr="0">
            <a:noAutofit/>
          </a:bodyPr>
          <a:lstStyle>
            <a:lvl1pPr marL="0" indent="0" algn="r">
              <a:lnSpc>
                <a:spcPts val="3000"/>
              </a:lnSpc>
              <a:buNone/>
              <a:defRPr sz="3000" b="0" cap="none" spc="0" baseline="0">
                <a:solidFill>
                  <a:schemeClr val="bg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Azizjon Aliqulov</a:t>
            </a:r>
            <a:endParaRPr lang="en-US" dirty="0"/>
          </a:p>
        </p:txBody>
      </p:sp>
    </p:spTree>
  </p:cSld>
  <p:clrMapOvr>
    <a:masterClrMapping/>
  </p:clrMapOvr>
</p:sld>
</file>

<file path=ppt/theme/theme1.xml><?xml version="1.0" encoding="utf-8"?>
<a:theme xmlns:a="http://schemas.openxmlformats.org/drawingml/2006/main" name="Custom">
  <a:themeElements>
    <a:clrScheme name="Microbiology">
      <a:dk1>
        <a:srgbClr val="000000"/>
      </a:dk1>
      <a:lt1>
        <a:srgbClr val="FFFFFF"/>
      </a:lt1>
      <a:dk2>
        <a:srgbClr val="0C3D3D"/>
      </a:dk2>
      <a:lt2>
        <a:srgbClr val="E8E8E8"/>
      </a:lt2>
      <a:accent1>
        <a:srgbClr val="C0B1C5"/>
      </a:accent1>
      <a:accent2>
        <a:srgbClr val="F1B762"/>
      </a:accent2>
      <a:accent3>
        <a:srgbClr val="E8764E"/>
      </a:accent3>
      <a:accent4>
        <a:srgbClr val="F3E9DD"/>
      </a:accent4>
      <a:accent5>
        <a:srgbClr val="E873A2"/>
      </a:accent5>
      <a:accent6>
        <a:srgbClr val="C8E7E8"/>
      </a:accent6>
      <a:hlink>
        <a:srgbClr val="467886"/>
      </a:hlink>
      <a:folHlink>
        <a:srgbClr val="96607D"/>
      </a:folHlink>
    </a:clrScheme>
    <a:fontScheme name="Custom 77">
      <a:majorFont>
        <a:latin typeface="Grandview Display"/>
        <a:ea typeface=""/>
        <a:cs typeface=""/>
      </a:majorFont>
      <a:minorFont>
        <a:latin typeface="Grandview Display"/>
        <a:ea typeface=""/>
        <a:cs typeface=""/>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WPS Presentation</Application>
  <PresentationFormat>Широкоэкранный</PresentationFormat>
  <Paragraphs>0</Paragraphs>
  <Slides>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0</vt:i4>
      </vt:variant>
    </vt:vector>
  </HeadingPairs>
  <TitlesOfParts>
    <vt:vector size="8" baseType="lpstr">
      <vt:lpstr>Arial</vt:lpstr>
      <vt:lpstr>SimSun</vt:lpstr>
      <vt:lpstr>Wingdings</vt:lpstr>
      <vt:lpstr>Wingdings 2</vt:lpstr>
      <vt:lpstr>Arial Unicode MS</vt:lpstr>
      <vt:lpstr>Grandview Display</vt:lpstr>
      <vt:lpstr>苹方-简</vt:lpstr>
      <vt:lpstr>Custom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2024-12-18T06:15:03Z</dcterms:created>
  <dc:creator>javohir</dc:creator>
  <cp:lastModifiedBy>khusan_sobirjonov</cp:lastModifiedBy>
  <dcterms:modified xsi:type="dcterms:W3CDTF">2024-12-18T06:15:03Z</dcterms:modified>
  <cp:revision>16</cp:revision>
  <dc:title>Pantheros  Labs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610C795F12CEF1A38B664067F24B8A2C_43</vt:lpwstr>
  </property>
  <property fmtid="{D5CDD505-2E9C-101B-9397-08002B2CF9AE}" pid="4" name="KSOProductBuildVer">
    <vt:lpwstr>1033-6.10.2.8397</vt:lpwstr>
  </property>
</Properties>
</file>